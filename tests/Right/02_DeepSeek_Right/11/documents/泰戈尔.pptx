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handoutMasters/handoutMaster1.xml" ContentType="application/vnd.openxmlformats-officedocument.presentationml.handoutMaster+xml"/>
  <Override PartName="/ppt/media/image14.svg" ContentType="image/svg+xml"/>
  <Override PartName="/ppt/media/image16.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4"/>
  </p:notesMasterIdLst>
  <p:handoutMasterIdLst>
    <p:handoutMasterId r:id="rId25"/>
  </p:handoutMasterIdLst>
  <p:sldIdLst>
    <p:sldId id="256" r:id="rId3"/>
    <p:sldId id="470" r:id="rId4"/>
    <p:sldId id="471" r:id="rId5"/>
    <p:sldId id="452" r:id="rId6"/>
    <p:sldId id="479" r:id="rId7"/>
    <p:sldId id="480" r:id="rId8"/>
    <p:sldId id="506" r:id="rId9"/>
    <p:sldId id="507" r:id="rId10"/>
    <p:sldId id="508" r:id="rId11"/>
    <p:sldId id="509" r:id="rId12"/>
    <p:sldId id="491" r:id="rId13"/>
    <p:sldId id="472" r:id="rId14"/>
    <p:sldId id="476" r:id="rId15"/>
    <p:sldId id="485" r:id="rId16"/>
    <p:sldId id="487" r:id="rId17"/>
    <p:sldId id="473" r:id="rId18"/>
    <p:sldId id="520" r:id="rId19"/>
    <p:sldId id="521" r:id="rId20"/>
    <p:sldId id="474" r:id="rId21"/>
    <p:sldId id="488" r:id="rId22"/>
    <p:sldId id="478" r:id="rId23"/>
  </p:sldIdLst>
  <p:sldSz cx="12192000" cy="6858000"/>
  <p:notesSz cx="6858000" cy="9144000"/>
  <p:embeddedFontLst>
    <p:embeddedFont>
      <p:font typeface="思源黑体 CN Bold" panose="020B0800000000000000" charset="-122"/>
      <p:bold r:id="rId29"/>
    </p:embeddedFont>
    <p:embeddedFont>
      <p:font typeface="思源黑体 CN Light" panose="020B0300000000000000" pitchFamily="34" charset="-122"/>
      <p:regular r:id="rId30"/>
    </p:embeddedFont>
    <p:embeddedFont>
      <p:font typeface="汉仪书魂体简" panose="02010609000101010101" pitchFamily="49" charset="-122"/>
      <p:regular r:id="rId31"/>
    </p:embeddedFont>
  </p:embeddedFontLst>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B7FB467A-74E7-42CD-B8D5-556E15136334}">
          <p14:sldIdLst>
            <p14:sldId id="256"/>
            <p14:sldId id="470"/>
            <p14:sldId id="471"/>
            <p14:sldId id="452"/>
            <p14:sldId id="479"/>
            <p14:sldId id="480"/>
            <p14:sldId id="506"/>
            <p14:sldId id="507"/>
            <p14:sldId id="508"/>
            <p14:sldId id="509"/>
            <p14:sldId id="491"/>
            <p14:sldId id="472"/>
            <p14:sldId id="476"/>
            <p14:sldId id="485"/>
            <p14:sldId id="487"/>
            <p14:sldId id="473"/>
            <p14:sldId id="520"/>
            <p14:sldId id="521"/>
            <p14:sldId id="474"/>
            <p14:sldId id="488"/>
            <p14:sldId id="47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C127D"/>
    <a:srgbClr val="E56758"/>
    <a:srgbClr val="A3218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557" autoAdjust="0"/>
    <p:restoredTop sz="94660"/>
  </p:normalViewPr>
  <p:slideViewPr>
    <p:cSldViewPr snapToGrid="0">
      <p:cViewPr>
        <p:scale>
          <a:sx n="50" d="100"/>
          <a:sy n="50" d="100"/>
        </p:scale>
        <p:origin x="3005" y="509"/>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2" Type="http://schemas.openxmlformats.org/officeDocument/2006/relationships/tags" Target="tags/tag75.xml"/><Relationship Id="rId31" Type="http://schemas.openxmlformats.org/officeDocument/2006/relationships/font" Target="fonts/font3.fntdata"/><Relationship Id="rId30" Type="http://schemas.openxmlformats.org/officeDocument/2006/relationships/font" Target="fonts/font2.fntdata"/><Relationship Id="rId3" Type="http://schemas.openxmlformats.org/officeDocument/2006/relationships/slide" Target="slides/slide1.xml"/><Relationship Id="rId29" Type="http://schemas.openxmlformats.org/officeDocument/2006/relationships/font" Target="fonts/font1.fntdata"/><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handoutMaster" Target="handoutMasters/handoutMaster1.xml"/><Relationship Id="rId24" Type="http://schemas.openxmlformats.org/officeDocument/2006/relationships/notesMaster" Target="notesMasters/notesMaster1.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黑体 CN Bold" panose="020B0800000000000000" charset="-122"/>
              <a:ea typeface="思源黑体 CN Bold" panose="020B0800000000000000" charset="-122"/>
              <a:cs typeface="思源黑体 CN Bold" panose="020B0800000000000000"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cs typeface="思源黑体 CN Bold" panose="020B0800000000000000" charset="-122"/>
              </a:rPr>
            </a:fld>
            <a:endParaRPr lang="zh-CN" altLang="en-US">
              <a:cs typeface="思源黑体 CN Bold" panose="020B0800000000000000"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黑体 CN Bold" panose="020B0800000000000000" charset="-122"/>
              <a:ea typeface="思源黑体 CN Bold" panose="020B0800000000000000" charset="-122"/>
              <a:cs typeface="思源黑体 CN Bold" panose="020B0800000000000000"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cs typeface="思源黑体 CN Bold" panose="020B0800000000000000" charset="-122"/>
              </a:rPr>
            </a:fld>
            <a:endParaRPr lang="zh-CN" altLang="en-US">
              <a:cs typeface="思源黑体 CN Bold" panose="020B0800000000000000"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CN Bold" panose="020B0800000000000000" charset="-122"/>
                <a:ea typeface="思源黑体 CN Bold" panose="020B0800000000000000" charset="-122"/>
                <a:cs typeface="思源黑体 CN Bold" panose="020B0800000000000000"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CN Bold" panose="020B0800000000000000" charset="-122"/>
                <a:ea typeface="思源黑体 CN Bold" panose="020B0800000000000000" charset="-122"/>
                <a:cs typeface="思源黑体 CN Bold" panose="020B0800000000000000"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CN Bold" panose="020B0800000000000000" charset="-122"/>
                <a:ea typeface="思源黑体 CN Bold" panose="020B0800000000000000" charset="-122"/>
                <a:cs typeface="思源黑体 CN Bold" panose="020B0800000000000000"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CN Bold" panose="020B0800000000000000" charset="-122"/>
                <a:ea typeface="思源黑体 CN Bold" panose="020B0800000000000000" charset="-122"/>
                <a:cs typeface="思源黑体 CN Bold" panose="020B0800000000000000"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CN Bold" panose="020B0800000000000000" charset="-122"/>
        <a:ea typeface="思源黑体 CN Bold" panose="020B0800000000000000" charset="-122"/>
        <a:cs typeface="思源黑体 CN Bold" panose="020B0800000000000000" charset="-122"/>
      </a:defRPr>
    </a:lvl1pPr>
    <a:lvl2pPr marL="457200" algn="l" defTabSz="914400" rtl="0" eaLnBrk="1" latinLnBrk="0" hangingPunct="1">
      <a:defRPr sz="1200" kern="1200">
        <a:solidFill>
          <a:schemeClr val="tx1"/>
        </a:solidFill>
        <a:latin typeface="思源黑体 CN Bold" panose="020B0800000000000000" charset="-122"/>
        <a:ea typeface="思源黑体 CN Bold" panose="020B0800000000000000" charset="-122"/>
        <a:cs typeface="思源黑体 CN Bold" panose="020B0800000000000000" charset="-122"/>
      </a:defRPr>
    </a:lvl2pPr>
    <a:lvl3pPr marL="914400" algn="l" defTabSz="914400" rtl="0" eaLnBrk="1" latinLnBrk="0" hangingPunct="1">
      <a:defRPr sz="1200" kern="1200">
        <a:solidFill>
          <a:schemeClr val="tx1"/>
        </a:solidFill>
        <a:latin typeface="思源黑体 CN Bold" panose="020B0800000000000000" charset="-122"/>
        <a:ea typeface="思源黑体 CN Bold" panose="020B0800000000000000" charset="-122"/>
        <a:cs typeface="思源黑体 CN Bold" panose="020B0800000000000000" charset="-122"/>
      </a:defRPr>
    </a:lvl3pPr>
    <a:lvl4pPr marL="1371600" algn="l" defTabSz="914400" rtl="0" eaLnBrk="1" latinLnBrk="0" hangingPunct="1">
      <a:defRPr sz="1200" kern="1200">
        <a:solidFill>
          <a:schemeClr val="tx1"/>
        </a:solidFill>
        <a:latin typeface="思源黑体 CN Bold" panose="020B0800000000000000" charset="-122"/>
        <a:ea typeface="思源黑体 CN Bold" panose="020B0800000000000000" charset="-122"/>
        <a:cs typeface="思源黑体 CN Bold" panose="020B0800000000000000" charset="-122"/>
      </a:defRPr>
    </a:lvl4pPr>
    <a:lvl5pPr marL="1828800" algn="l" defTabSz="914400" rtl="0" eaLnBrk="1" latinLnBrk="0" hangingPunct="1">
      <a:defRPr sz="1200" kern="1200">
        <a:solidFill>
          <a:schemeClr val="tx1"/>
        </a:solidFill>
        <a:latin typeface="思源黑体 CN Bold" panose="020B0800000000000000" charset="-122"/>
        <a:ea typeface="思源黑体 CN Bold" panose="020B0800000000000000" charset="-122"/>
        <a:cs typeface="思源黑体 CN Bold" panose="020B0800000000000000"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3" name="文本框 2" hidden="1"/>
          <p:cNvSpPr txBox="1"/>
          <p:nvPr userDrawn="1"/>
        </p:nvSpPr>
        <p:spPr>
          <a:xfrm>
            <a:off x="10580913" y="-603126"/>
            <a:ext cx="1727200" cy="369332"/>
          </a:xfrm>
          <a:prstGeom prst="rect">
            <a:avLst/>
          </a:prstGeom>
          <a:noFill/>
        </p:spPr>
        <p:txBody>
          <a:bodyPr wrap="square" rtlCol="0">
            <a:spAutoFit/>
          </a:bodyPr>
          <a:lstStyle/>
          <a:p>
            <a:pPr algn="ctr"/>
            <a:r>
              <a:rPr lang="en-US" altLang="zh-CN" dirty="0">
                <a:ln>
                  <a:noFill/>
                </a:ln>
                <a:noFill/>
                <a:cs typeface="思源黑体 CN Bold" panose="020B0800000000000000" charset="-122"/>
              </a:rPr>
              <a:t>By  </a:t>
            </a:r>
            <a:r>
              <a:rPr lang="en-US" altLang="zh-CN" dirty="0" err="1">
                <a:ln>
                  <a:noFill/>
                </a:ln>
                <a:noFill/>
                <a:cs typeface="思源黑体 CN Bold" panose="020B0800000000000000" charset="-122"/>
              </a:rPr>
              <a:t>Yushen</a:t>
            </a:r>
            <a:endParaRPr lang="zh-CN" altLang="en-US" dirty="0">
              <a:ln>
                <a:noFill/>
              </a:ln>
              <a:noFill/>
              <a:cs typeface="思源黑体 CN Bold" panose="020B08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hf sldNum="0" hdr="0" ftr="0" dt="0"/>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文本框 2" hidden="1"/>
          <p:cNvSpPr txBox="1"/>
          <p:nvPr userDrawn="1"/>
        </p:nvSpPr>
        <p:spPr>
          <a:xfrm>
            <a:off x="10580913" y="-603126"/>
            <a:ext cx="1727200" cy="369332"/>
          </a:xfrm>
          <a:prstGeom prst="rect">
            <a:avLst/>
          </a:prstGeom>
          <a:noFill/>
        </p:spPr>
        <p:txBody>
          <a:bodyPr wrap="square" rtlCol="0">
            <a:spAutoFit/>
          </a:bodyPr>
          <a:lstStyle/>
          <a:p>
            <a:pPr algn="ctr"/>
            <a:r>
              <a:rPr lang="en-US" altLang="zh-CN" dirty="0">
                <a:ln>
                  <a:noFill/>
                </a:ln>
                <a:noFill/>
                <a:cs typeface="思源黑体 CN Bold" panose="020B0800000000000000" charset="-122"/>
              </a:rPr>
              <a:t>By  </a:t>
            </a:r>
            <a:r>
              <a:rPr lang="en-US" altLang="zh-CN" dirty="0" err="1">
                <a:ln>
                  <a:noFill/>
                </a:ln>
                <a:noFill/>
                <a:cs typeface="思源黑体 CN Bold" panose="020B0800000000000000" charset="-122"/>
              </a:rPr>
              <a:t>Yushen</a:t>
            </a:r>
            <a:endParaRPr lang="zh-CN" altLang="en-US" dirty="0">
              <a:ln>
                <a:noFill/>
              </a:ln>
              <a:noFill/>
              <a:cs typeface="思源黑体 CN Bold" panose="020B0800000000000000" charset="-122"/>
            </a:endParaRPr>
          </a:p>
        </p:txBody>
      </p:sp>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mc:Choice xmlns:p14="http://schemas.microsoft.com/office/powerpoint/2010/main" Requires="p14">
      <p:transition spd="slow" p14:dur="1500"/>
    </mc:Choice>
    <mc:Fallback>
      <p:transition spd="slow"/>
    </mc:Fallback>
  </mc:AlternateConten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1.xml"/><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7" Type="http://schemas.openxmlformats.org/officeDocument/2006/relationships/slideLayout" Target="../slideLayouts/slideLayout1.xml"/><Relationship Id="rId26" Type="http://schemas.openxmlformats.org/officeDocument/2006/relationships/image" Target="../media/image2.png"/><Relationship Id="rId25" Type="http://schemas.openxmlformats.org/officeDocument/2006/relationships/tags" Target="../tags/tag25.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tags" Target="../tags/tag27.xml"/><Relationship Id="rId19" Type="http://schemas.openxmlformats.org/officeDocument/2006/relationships/slideLayout" Target="../slideLayouts/slideLayout1.xml"/><Relationship Id="rId18" Type="http://schemas.openxmlformats.org/officeDocument/2006/relationships/image" Target="../media/image6.png"/><Relationship Id="rId17" Type="http://schemas.openxmlformats.org/officeDocument/2006/relationships/tags" Target="../tags/tag41.xml"/><Relationship Id="rId16" Type="http://schemas.openxmlformats.org/officeDocument/2006/relationships/tags" Target="../tags/tag40.xml"/><Relationship Id="rId15" Type="http://schemas.openxmlformats.org/officeDocument/2006/relationships/tags" Target="../tags/tag39.xml"/><Relationship Id="rId14" Type="http://schemas.openxmlformats.org/officeDocument/2006/relationships/tags" Target="../tags/tag38.xml"/><Relationship Id="rId13" Type="http://schemas.openxmlformats.org/officeDocument/2006/relationships/tags" Target="../tags/tag37.xml"/><Relationship Id="rId12" Type="http://schemas.openxmlformats.org/officeDocument/2006/relationships/tags" Target="../tags/tag36.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tags" Target="../tags/tag26.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tags" Target="../tags/tag50.xml"/><Relationship Id="rId7" Type="http://schemas.openxmlformats.org/officeDocument/2006/relationships/tags" Target="../tags/tag49.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 Id="rId3" Type="http://schemas.openxmlformats.org/officeDocument/2006/relationships/tags" Target="../tags/tag45.xml"/><Relationship Id="rId24" Type="http://schemas.openxmlformats.org/officeDocument/2006/relationships/slideLayout" Target="../slideLayouts/slideLayout1.xml"/><Relationship Id="rId23" Type="http://schemas.openxmlformats.org/officeDocument/2006/relationships/image" Target="../media/image10.png"/><Relationship Id="rId22" Type="http://schemas.openxmlformats.org/officeDocument/2006/relationships/tags" Target="../tags/tag62.xml"/><Relationship Id="rId21" Type="http://schemas.openxmlformats.org/officeDocument/2006/relationships/tags" Target="../tags/tag61.xml"/><Relationship Id="rId20" Type="http://schemas.openxmlformats.org/officeDocument/2006/relationships/tags" Target="../tags/tag60.xml"/><Relationship Id="rId2" Type="http://schemas.openxmlformats.org/officeDocument/2006/relationships/tags" Target="../tags/tag44.xml"/><Relationship Id="rId19" Type="http://schemas.openxmlformats.org/officeDocument/2006/relationships/tags" Target="../tags/tag59.xml"/><Relationship Id="rId18" Type="http://schemas.openxmlformats.org/officeDocument/2006/relationships/tags" Target="../tags/tag58.xml"/><Relationship Id="rId17" Type="http://schemas.openxmlformats.org/officeDocument/2006/relationships/tags" Target="../tags/tag57.xml"/><Relationship Id="rId16" Type="http://schemas.openxmlformats.org/officeDocument/2006/relationships/image" Target="../media/image9.png"/><Relationship Id="rId15" Type="http://schemas.openxmlformats.org/officeDocument/2006/relationships/tags" Target="../tags/tag56.xml"/><Relationship Id="rId14" Type="http://schemas.openxmlformats.org/officeDocument/2006/relationships/tags" Target="../tags/tag55.xml"/><Relationship Id="rId13" Type="http://schemas.openxmlformats.org/officeDocument/2006/relationships/tags" Target="../tags/tag54.xml"/><Relationship Id="rId12" Type="http://schemas.openxmlformats.org/officeDocument/2006/relationships/tags" Target="../tags/tag53.xml"/><Relationship Id="rId11" Type="http://schemas.openxmlformats.org/officeDocument/2006/relationships/tags" Target="../tags/tag52.xml"/><Relationship Id="rId10" Type="http://schemas.openxmlformats.org/officeDocument/2006/relationships/tags" Target="../tags/tag51.xml"/><Relationship Id="rId1" Type="http://schemas.openxmlformats.org/officeDocument/2006/relationships/tags" Target="../tags/tag4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svg"/><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gs" Target="../tags/tag70.xml"/><Relationship Id="rId7" Type="http://schemas.openxmlformats.org/officeDocument/2006/relationships/tags" Target="../tags/tag69.xml"/><Relationship Id="rId6" Type="http://schemas.openxmlformats.org/officeDocument/2006/relationships/tags" Target="../tags/tag68.xml"/><Relationship Id="rId5" Type="http://schemas.openxmlformats.org/officeDocument/2006/relationships/tags" Target="../tags/tag67.xml"/><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tags" Target="../tags/tag64.xml"/><Relationship Id="rId14" Type="http://schemas.openxmlformats.org/officeDocument/2006/relationships/slideLayout" Target="../slideLayouts/slideLayout1.xml"/><Relationship Id="rId13" Type="http://schemas.openxmlformats.org/officeDocument/2006/relationships/image" Target="../media/image18.png"/><Relationship Id="rId12" Type="http://schemas.openxmlformats.org/officeDocument/2006/relationships/tags" Target="../tags/tag74.xml"/><Relationship Id="rId11" Type="http://schemas.openxmlformats.org/officeDocument/2006/relationships/tags" Target="../tags/tag73.xml"/><Relationship Id="rId10" Type="http://schemas.openxmlformats.org/officeDocument/2006/relationships/tags" Target="../tags/tag72.xml"/><Relationship Id="rId1" Type="http://schemas.openxmlformats.org/officeDocument/2006/relationships/tags" Target="../tags/tag6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9.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1.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2.pn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宇神PPT-1" descr="背景图案&#10;&#10;描述已自动生成"/>
          <p:cNvPicPr>
            <a:picLocks noChangeAspect="1"/>
          </p:cNvPicPr>
          <p:nvPr/>
        </p:nvPicPr>
        <p:blipFill>
          <a:blip r:embed="rId1">
            <a:extLst>
              <a:ext uri="{28A0092B-C50C-407E-A947-70E740481C1C}">
                <a14:useLocalDpi xmlns:a14="http://schemas.microsoft.com/office/drawing/2010/main" val="0"/>
              </a:ext>
            </a:extLst>
          </a:blip>
          <a:srcRect b="8108"/>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2" name="宇神PPT-2" hidden="1"/>
          <p:cNvSpPr txBox="1"/>
          <p:nvPr/>
        </p:nvSpPr>
        <p:spPr>
          <a:xfrm>
            <a:off x="10580913" y="-603126"/>
            <a:ext cx="1727200" cy="369332"/>
          </a:xfrm>
          <a:prstGeom prst="rect">
            <a:avLst/>
          </a:prstGeom>
          <a:noFill/>
        </p:spPr>
        <p:txBody>
          <a:bodyPr wrap="square" rtlCol="0">
            <a:spAutoFit/>
          </a:bodyPr>
          <a:lstStyle/>
          <a:p>
            <a:pPr algn="ctr"/>
            <a:r>
              <a:rPr lang="en-US" altLang="zh-CN" dirty="0">
                <a:ln>
                  <a:noFill/>
                </a:ln>
                <a:noFill/>
                <a:cs typeface="思源黑体 CN Bold" panose="020B0800000000000000" charset="-122"/>
              </a:rPr>
              <a:t>By  </a:t>
            </a:r>
            <a:r>
              <a:rPr lang="en-US" altLang="zh-CN" dirty="0" err="1">
                <a:ln>
                  <a:noFill/>
                </a:ln>
                <a:noFill/>
                <a:cs typeface="思源黑体 CN Bold" panose="020B0800000000000000" charset="-122"/>
              </a:rPr>
              <a:t>Yushen</a:t>
            </a:r>
            <a:endParaRPr lang="zh-CN" altLang="en-US" dirty="0">
              <a:ln>
                <a:noFill/>
              </a:ln>
              <a:noFill/>
              <a:cs typeface="思源黑体 CN Bold" panose="020B0800000000000000" charset="-122"/>
            </a:endParaRPr>
          </a:p>
        </p:txBody>
      </p:sp>
      <p:sp>
        <p:nvSpPr>
          <p:cNvPr id="49" name="宇神PPT-3"/>
          <p:cNvSpPr/>
          <p:nvPr/>
        </p:nvSpPr>
        <p:spPr>
          <a:xfrm>
            <a:off x="0" y="0"/>
            <a:ext cx="11231153" cy="6858000"/>
          </a:xfrm>
          <a:custGeom>
            <a:avLst/>
            <a:gdLst>
              <a:gd name="connsiteX0" fmla="*/ 0 w 11231153"/>
              <a:gd name="connsiteY0" fmla="*/ 0 h 6858000"/>
              <a:gd name="connsiteX1" fmla="*/ 11231153 w 11231153"/>
              <a:gd name="connsiteY1" fmla="*/ 0 h 6858000"/>
              <a:gd name="connsiteX2" fmla="*/ 11226154 w 11231153"/>
              <a:gd name="connsiteY2" fmla="*/ 9075 h 6858000"/>
              <a:gd name="connsiteX3" fmla="*/ 11050730 w 11231153"/>
              <a:gd name="connsiteY3" fmla="*/ 332112 h 6858000"/>
              <a:gd name="connsiteX4" fmla="*/ 9334009 w 11231153"/>
              <a:gd name="connsiteY4" fmla="*/ 2230509 h 6858000"/>
              <a:gd name="connsiteX5" fmla="*/ 7538299 w 11231153"/>
              <a:gd name="connsiteY5" fmla="*/ 2883495 h 6858000"/>
              <a:gd name="connsiteX6" fmla="*/ 6337647 w 11231153"/>
              <a:gd name="connsiteY6" fmla="*/ 4616013 h 6858000"/>
              <a:gd name="connsiteX7" fmla="*/ 5605671 w 11231153"/>
              <a:gd name="connsiteY7" fmla="*/ 6738217 h 6858000"/>
              <a:gd name="connsiteX8" fmla="*/ 5550832 w 11231153"/>
              <a:gd name="connsiteY8" fmla="*/ 6858000 h 6858000"/>
              <a:gd name="connsiteX9" fmla="*/ 0 w 11231153"/>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231153" h="6858000">
                <a:moveTo>
                  <a:pt x="0" y="0"/>
                </a:moveTo>
                <a:lnTo>
                  <a:pt x="11231153" y="0"/>
                </a:lnTo>
                <a:lnTo>
                  <a:pt x="11226154" y="9075"/>
                </a:lnTo>
                <a:cubicBezTo>
                  <a:pt x="11167899" y="117193"/>
                  <a:pt x="11109973" y="225475"/>
                  <a:pt x="11050730" y="332112"/>
                </a:cubicBezTo>
                <a:cubicBezTo>
                  <a:pt x="10613651" y="1124646"/>
                  <a:pt x="10065985" y="1875054"/>
                  <a:pt x="9334009" y="2230509"/>
                </a:cubicBezTo>
                <a:cubicBezTo>
                  <a:pt x="8752114" y="2512241"/>
                  <a:pt x="8091231" y="2525406"/>
                  <a:pt x="7538299" y="2883495"/>
                </a:cubicBezTo>
                <a:cubicBezTo>
                  <a:pt x="6980102" y="3246850"/>
                  <a:pt x="6603582" y="3918268"/>
                  <a:pt x="6337647" y="4616013"/>
                </a:cubicBezTo>
                <a:cubicBezTo>
                  <a:pt x="6071715" y="5311127"/>
                  <a:pt x="5895303" y="6056269"/>
                  <a:pt x="5605671" y="6738217"/>
                </a:cubicBezTo>
                <a:lnTo>
                  <a:pt x="5550832" y="6858000"/>
                </a:lnTo>
                <a:lnTo>
                  <a:pt x="0" y="6858000"/>
                </a:lnTo>
                <a:close/>
              </a:path>
            </a:pathLst>
          </a:custGeom>
          <a:solidFill>
            <a:schemeClr val="accent1">
              <a:lumMod val="781"/>
              <a:lumOff val="99219"/>
              <a:alpha val="37000"/>
            </a:schemeClr>
          </a:solidFill>
          <a:ln w="18992" cap="flat">
            <a:noFill/>
            <a:prstDash val="solid"/>
            <a:miter/>
          </a:ln>
        </p:spPr>
        <p:txBody>
          <a:bodyPr rtlCol="0" anchor="ctr"/>
          <a:lstStyle/>
          <a:p>
            <a:endParaRPr lang="zh-CN" altLang="en-US"/>
          </a:p>
        </p:txBody>
      </p:sp>
      <p:sp>
        <p:nvSpPr>
          <p:cNvPr id="51" name="宇神PPT-4"/>
          <p:cNvSpPr/>
          <p:nvPr/>
        </p:nvSpPr>
        <p:spPr>
          <a:xfrm>
            <a:off x="0" y="0"/>
            <a:ext cx="10895187" cy="6858000"/>
          </a:xfrm>
          <a:custGeom>
            <a:avLst/>
            <a:gdLst>
              <a:gd name="connsiteX0" fmla="*/ 0 w 10895187"/>
              <a:gd name="connsiteY0" fmla="*/ 0 h 6858000"/>
              <a:gd name="connsiteX1" fmla="*/ 10895187 w 10895187"/>
              <a:gd name="connsiteY1" fmla="*/ 0 h 6858000"/>
              <a:gd name="connsiteX2" fmla="*/ 10643067 w 10895187"/>
              <a:gd name="connsiteY2" fmla="*/ 226213 h 6858000"/>
              <a:gd name="connsiteX3" fmla="*/ 10079151 w 10895187"/>
              <a:gd name="connsiteY3" fmla="*/ 605942 h 6858000"/>
              <a:gd name="connsiteX4" fmla="*/ 7875325 w 10895187"/>
              <a:gd name="connsiteY4" fmla="*/ 1506430 h 6858000"/>
              <a:gd name="connsiteX5" fmla="*/ 6445601 w 10895187"/>
              <a:gd name="connsiteY5" fmla="*/ 3715523 h 6858000"/>
              <a:gd name="connsiteX6" fmla="*/ 5610938 w 10895187"/>
              <a:gd name="connsiteY6" fmla="*/ 6385391 h 6858000"/>
              <a:gd name="connsiteX7" fmla="*/ 5417166 w 10895187"/>
              <a:gd name="connsiteY7" fmla="*/ 6837157 h 6858000"/>
              <a:gd name="connsiteX8" fmla="*/ 5406856 w 10895187"/>
              <a:gd name="connsiteY8" fmla="*/ 6858000 h 6858000"/>
              <a:gd name="connsiteX9" fmla="*/ 0 w 10895187"/>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95187" h="6858000">
                <a:moveTo>
                  <a:pt x="0" y="0"/>
                </a:moveTo>
                <a:lnTo>
                  <a:pt x="10895187" y="0"/>
                </a:lnTo>
                <a:lnTo>
                  <a:pt x="10643067" y="226213"/>
                </a:lnTo>
                <a:cubicBezTo>
                  <a:pt x="10466203" y="371604"/>
                  <a:pt x="10278601" y="499305"/>
                  <a:pt x="10079151" y="605942"/>
                </a:cubicBezTo>
                <a:cubicBezTo>
                  <a:pt x="9368239" y="985095"/>
                  <a:pt x="8546741" y="1035121"/>
                  <a:pt x="7875325" y="1506430"/>
                </a:cubicBezTo>
                <a:cubicBezTo>
                  <a:pt x="7196008" y="1983004"/>
                  <a:pt x="6751030" y="2838731"/>
                  <a:pt x="6445601" y="3715523"/>
                </a:cubicBezTo>
                <a:cubicBezTo>
                  <a:pt x="6140172" y="4592313"/>
                  <a:pt x="5945330" y="5524397"/>
                  <a:pt x="5610938" y="6385391"/>
                </a:cubicBezTo>
                <a:cubicBezTo>
                  <a:pt x="5551696" y="6536789"/>
                  <a:pt x="5487187" y="6688351"/>
                  <a:pt x="5417166" y="6837157"/>
                </a:cubicBezTo>
                <a:lnTo>
                  <a:pt x="5406856" y="6858000"/>
                </a:lnTo>
                <a:lnTo>
                  <a:pt x="0" y="6858000"/>
                </a:lnTo>
                <a:close/>
              </a:path>
            </a:pathLst>
          </a:custGeom>
          <a:solidFill>
            <a:schemeClr val="accent1">
              <a:lumMod val="781"/>
              <a:lumOff val="99219"/>
              <a:alpha val="60000"/>
            </a:schemeClr>
          </a:solidFill>
          <a:ln w="18992" cap="flat">
            <a:noFill/>
            <a:prstDash val="solid"/>
            <a:miter/>
          </a:ln>
        </p:spPr>
        <p:txBody>
          <a:bodyPr rtlCol="0" anchor="ctr"/>
          <a:lstStyle/>
          <a:p>
            <a:endParaRPr lang="zh-CN" altLang="en-US"/>
          </a:p>
        </p:txBody>
      </p:sp>
      <p:sp>
        <p:nvSpPr>
          <p:cNvPr id="53" name="宇神PPT-5"/>
          <p:cNvSpPr/>
          <p:nvPr/>
        </p:nvSpPr>
        <p:spPr>
          <a:xfrm>
            <a:off x="0" y="0"/>
            <a:ext cx="10502009" cy="6858000"/>
          </a:xfrm>
          <a:custGeom>
            <a:avLst/>
            <a:gdLst>
              <a:gd name="connsiteX0" fmla="*/ 0 w 10502009"/>
              <a:gd name="connsiteY0" fmla="*/ 0 h 6858000"/>
              <a:gd name="connsiteX1" fmla="*/ 10502009 w 10502009"/>
              <a:gd name="connsiteY1" fmla="*/ 0 h 6858000"/>
              <a:gd name="connsiteX2" fmla="*/ 10385526 w 10502009"/>
              <a:gd name="connsiteY2" fmla="*/ 102093 h 6858000"/>
              <a:gd name="connsiteX3" fmla="*/ 9850079 w 10502009"/>
              <a:gd name="connsiteY3" fmla="*/ 466394 h 6858000"/>
              <a:gd name="connsiteX4" fmla="*/ 7454043 w 10502009"/>
              <a:gd name="connsiteY4" fmla="*/ 1503799 h 6858000"/>
              <a:gd name="connsiteX5" fmla="*/ 5924266 w 10502009"/>
              <a:gd name="connsiteY5" fmla="*/ 3955128 h 6858000"/>
              <a:gd name="connsiteX6" fmla="*/ 5178312 w 10502009"/>
              <a:gd name="connsiteY6" fmla="*/ 6539182 h 6858000"/>
              <a:gd name="connsiteX7" fmla="*/ 5066996 w 10502009"/>
              <a:gd name="connsiteY7" fmla="*/ 6858000 h 6858000"/>
              <a:gd name="connsiteX8" fmla="*/ 0 w 10502009"/>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02009" h="6858000">
                <a:moveTo>
                  <a:pt x="0" y="0"/>
                </a:moveTo>
                <a:lnTo>
                  <a:pt x="10502009" y="0"/>
                </a:lnTo>
                <a:lnTo>
                  <a:pt x="10385526" y="102093"/>
                </a:lnTo>
                <a:cubicBezTo>
                  <a:pt x="10216561" y="238968"/>
                  <a:pt x="10038339" y="361074"/>
                  <a:pt x="9850079" y="466394"/>
                </a:cubicBezTo>
                <a:cubicBezTo>
                  <a:pt x="9078608" y="898206"/>
                  <a:pt x="8183386" y="971932"/>
                  <a:pt x="7454043" y="1503799"/>
                </a:cubicBezTo>
                <a:cubicBezTo>
                  <a:pt x="6716802" y="2043565"/>
                  <a:pt x="6245493" y="2988815"/>
                  <a:pt x="5924266" y="3955128"/>
                </a:cubicBezTo>
                <a:cubicBezTo>
                  <a:pt x="5643193" y="4802956"/>
                  <a:pt x="5456867" y="5693118"/>
                  <a:pt x="5178312" y="6539182"/>
                </a:cubicBezTo>
                <a:lnTo>
                  <a:pt x="5066996" y="6858000"/>
                </a:lnTo>
                <a:lnTo>
                  <a:pt x="0" y="6858000"/>
                </a:lnTo>
                <a:close/>
              </a:path>
            </a:pathLst>
          </a:custGeom>
          <a:solidFill>
            <a:schemeClr val="accent1">
              <a:lumMod val="781"/>
              <a:lumOff val="99219"/>
            </a:schemeClr>
          </a:solidFill>
          <a:ln w="18992" cap="flat">
            <a:noFill/>
            <a:prstDash val="solid"/>
            <a:miter/>
          </a:ln>
        </p:spPr>
        <p:txBody>
          <a:bodyPr rtlCol="0" anchor="ctr"/>
          <a:lstStyle/>
          <a:p>
            <a:endParaRPr lang="zh-CN" altLang="en-US" dirty="0"/>
          </a:p>
        </p:txBody>
      </p:sp>
      <p:pic>
        <p:nvPicPr>
          <p:cNvPr id="6" name="宇神PPT-6" descr="图片包含 游戏机, 建筑, 灯光&#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0538" y="2630694"/>
            <a:ext cx="4176461" cy="2633455"/>
          </a:xfrm>
          <a:prstGeom prst="rect">
            <a:avLst/>
          </a:prstGeom>
          <a:effectLst>
            <a:reflection blurRad="6350" stA="77000" endPos="43000" dir="5400000" sy="-100000" algn="bl" rotWithShape="0"/>
          </a:effectLst>
        </p:spPr>
      </p:pic>
      <p:grpSp>
        <p:nvGrpSpPr>
          <p:cNvPr id="21" name="宇神PPT-8"/>
          <p:cNvGrpSpPr/>
          <p:nvPr/>
        </p:nvGrpSpPr>
        <p:grpSpPr>
          <a:xfrm>
            <a:off x="412079" y="6315846"/>
            <a:ext cx="1220258" cy="225097"/>
            <a:chOff x="9669291" y="6232264"/>
            <a:chExt cx="1850151" cy="341291"/>
          </a:xfrm>
        </p:grpSpPr>
        <p:sp>
          <p:nvSpPr>
            <p:cNvPr id="22" name="宇神PPT-8-1"/>
            <p:cNvSpPr/>
            <p:nvPr/>
          </p:nvSpPr>
          <p:spPr>
            <a:xfrm>
              <a:off x="9669291" y="6232264"/>
              <a:ext cx="341292" cy="341291"/>
            </a:xfrm>
            <a:prstGeom prst="ellipse">
              <a:avLst/>
            </a:prstGeom>
            <a:solidFill>
              <a:schemeClr val="accent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23" name="宇神PPT-8-2"/>
            <p:cNvSpPr/>
            <p:nvPr/>
          </p:nvSpPr>
          <p:spPr>
            <a:xfrm>
              <a:off x="9762216" y="6299289"/>
              <a:ext cx="155442" cy="207241"/>
            </a:xfrm>
            <a:custGeom>
              <a:avLst/>
              <a:gdLst>
                <a:gd name="T0" fmla="*/ 648 w 7770"/>
                <a:gd name="T1" fmla="*/ 0 h 10360"/>
                <a:gd name="T2" fmla="*/ 7123 w 7770"/>
                <a:gd name="T3" fmla="*/ 0 h 10360"/>
                <a:gd name="T4" fmla="*/ 7770 w 7770"/>
                <a:gd name="T5" fmla="*/ 647 h 10360"/>
                <a:gd name="T6" fmla="*/ 7770 w 7770"/>
                <a:gd name="T7" fmla="*/ 9712 h 10360"/>
                <a:gd name="T8" fmla="*/ 7123 w 7770"/>
                <a:gd name="T9" fmla="*/ 10360 h 10360"/>
                <a:gd name="T10" fmla="*/ 648 w 7770"/>
                <a:gd name="T11" fmla="*/ 10360 h 10360"/>
                <a:gd name="T12" fmla="*/ 0 w 7770"/>
                <a:gd name="T13" fmla="*/ 9712 h 10360"/>
                <a:gd name="T14" fmla="*/ 0 w 7770"/>
                <a:gd name="T15" fmla="*/ 647 h 10360"/>
                <a:gd name="T16" fmla="*/ 648 w 7770"/>
                <a:gd name="T17" fmla="*/ 0 h 10360"/>
                <a:gd name="T18" fmla="*/ 1295 w 7770"/>
                <a:gd name="T19" fmla="*/ 1293 h 10360"/>
                <a:gd name="T20" fmla="*/ 1295 w 7770"/>
                <a:gd name="T21" fmla="*/ 8416 h 10360"/>
                <a:gd name="T22" fmla="*/ 6475 w 7770"/>
                <a:gd name="T23" fmla="*/ 8416 h 10360"/>
                <a:gd name="T24" fmla="*/ 6475 w 7770"/>
                <a:gd name="T25" fmla="*/ 1293 h 10360"/>
                <a:gd name="T26" fmla="*/ 1295 w 7770"/>
                <a:gd name="T27" fmla="*/ 1293 h 10360"/>
                <a:gd name="T28" fmla="*/ 3890 w 7770"/>
                <a:gd name="T29" fmla="*/ 8902 h 10360"/>
                <a:gd name="T30" fmla="*/ 3405 w 7770"/>
                <a:gd name="T31" fmla="*/ 9387 h 10360"/>
                <a:gd name="T32" fmla="*/ 3890 w 7770"/>
                <a:gd name="T33" fmla="*/ 9872 h 10360"/>
                <a:gd name="T34" fmla="*/ 4375 w 7770"/>
                <a:gd name="T35" fmla="*/ 9387 h 10360"/>
                <a:gd name="T36" fmla="*/ 3890 w 7770"/>
                <a:gd name="T37" fmla="*/ 8902 h 10360"/>
                <a:gd name="T38" fmla="*/ 3413 w 7770"/>
                <a:gd name="T39" fmla="*/ 5486 h 10360"/>
                <a:gd name="T40" fmla="*/ 5026 w 7770"/>
                <a:gd name="T41" fmla="*/ 3825 h 10360"/>
                <a:gd name="T42" fmla="*/ 5683 w 7770"/>
                <a:gd name="T43" fmla="*/ 3815 h 10360"/>
                <a:gd name="T44" fmla="*/ 5688 w 7770"/>
                <a:gd name="T45" fmla="*/ 3820 h 10360"/>
                <a:gd name="T46" fmla="*/ 5692 w 7770"/>
                <a:gd name="T47" fmla="*/ 4491 h 10360"/>
                <a:gd name="T48" fmla="*/ 3769 w 7770"/>
                <a:gd name="T49" fmla="*/ 6472 h 10360"/>
                <a:gd name="T50" fmla="*/ 3636 w 7770"/>
                <a:gd name="T51" fmla="*/ 6567 h 10360"/>
                <a:gd name="T52" fmla="*/ 3081 w 7770"/>
                <a:gd name="T53" fmla="*/ 6485 h 10360"/>
                <a:gd name="T54" fmla="*/ 2081 w 7770"/>
                <a:gd name="T55" fmla="*/ 5486 h 10360"/>
                <a:gd name="T56" fmla="*/ 2103 w 7770"/>
                <a:gd name="T57" fmla="*/ 4820 h 10360"/>
                <a:gd name="T58" fmla="*/ 2748 w 7770"/>
                <a:gd name="T59" fmla="*/ 4820 h 10360"/>
                <a:gd name="T60" fmla="*/ 3413 w 7770"/>
                <a:gd name="T61" fmla="*/ 5486 h 10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70" h="10360">
                  <a:moveTo>
                    <a:pt x="648" y="0"/>
                  </a:moveTo>
                  <a:lnTo>
                    <a:pt x="7123" y="0"/>
                  </a:lnTo>
                  <a:cubicBezTo>
                    <a:pt x="7480" y="0"/>
                    <a:pt x="7770" y="290"/>
                    <a:pt x="7770" y="647"/>
                  </a:cubicBezTo>
                  <a:lnTo>
                    <a:pt x="7770" y="9712"/>
                  </a:lnTo>
                  <a:cubicBezTo>
                    <a:pt x="7770" y="10070"/>
                    <a:pt x="7480" y="10360"/>
                    <a:pt x="7123" y="10360"/>
                  </a:cubicBezTo>
                  <a:lnTo>
                    <a:pt x="648" y="10360"/>
                  </a:lnTo>
                  <a:cubicBezTo>
                    <a:pt x="290" y="10360"/>
                    <a:pt x="0" y="10070"/>
                    <a:pt x="0" y="9712"/>
                  </a:cubicBezTo>
                  <a:lnTo>
                    <a:pt x="0" y="647"/>
                  </a:lnTo>
                  <a:cubicBezTo>
                    <a:pt x="0" y="288"/>
                    <a:pt x="290" y="0"/>
                    <a:pt x="648" y="0"/>
                  </a:cubicBezTo>
                  <a:close/>
                  <a:moveTo>
                    <a:pt x="1295" y="1293"/>
                  </a:moveTo>
                  <a:lnTo>
                    <a:pt x="1295" y="8416"/>
                  </a:lnTo>
                  <a:lnTo>
                    <a:pt x="6475" y="8416"/>
                  </a:lnTo>
                  <a:lnTo>
                    <a:pt x="6475" y="1293"/>
                  </a:lnTo>
                  <a:lnTo>
                    <a:pt x="1295" y="1293"/>
                  </a:lnTo>
                  <a:close/>
                  <a:moveTo>
                    <a:pt x="3890" y="8902"/>
                  </a:moveTo>
                  <a:cubicBezTo>
                    <a:pt x="3621" y="8902"/>
                    <a:pt x="3405" y="9120"/>
                    <a:pt x="3405" y="9387"/>
                  </a:cubicBezTo>
                  <a:cubicBezTo>
                    <a:pt x="3405" y="9656"/>
                    <a:pt x="3622" y="9872"/>
                    <a:pt x="3890" y="9872"/>
                  </a:cubicBezTo>
                  <a:cubicBezTo>
                    <a:pt x="4157" y="9872"/>
                    <a:pt x="4375" y="9655"/>
                    <a:pt x="4375" y="9387"/>
                  </a:cubicBezTo>
                  <a:cubicBezTo>
                    <a:pt x="4376" y="9120"/>
                    <a:pt x="4159" y="8902"/>
                    <a:pt x="3890" y="8902"/>
                  </a:cubicBezTo>
                  <a:close/>
                  <a:moveTo>
                    <a:pt x="3413" y="5486"/>
                  </a:moveTo>
                  <a:lnTo>
                    <a:pt x="5026" y="3825"/>
                  </a:lnTo>
                  <a:cubicBezTo>
                    <a:pt x="5205" y="3641"/>
                    <a:pt x="5499" y="3636"/>
                    <a:pt x="5683" y="3815"/>
                  </a:cubicBezTo>
                  <a:lnTo>
                    <a:pt x="5688" y="3820"/>
                  </a:lnTo>
                  <a:cubicBezTo>
                    <a:pt x="5872" y="4005"/>
                    <a:pt x="5874" y="4303"/>
                    <a:pt x="5692" y="4491"/>
                  </a:cubicBezTo>
                  <a:lnTo>
                    <a:pt x="3769" y="6472"/>
                  </a:lnTo>
                  <a:cubicBezTo>
                    <a:pt x="3730" y="6511"/>
                    <a:pt x="3685" y="6543"/>
                    <a:pt x="3636" y="6567"/>
                  </a:cubicBezTo>
                  <a:cubicBezTo>
                    <a:pt x="3453" y="6665"/>
                    <a:pt x="3228" y="6631"/>
                    <a:pt x="3081" y="6485"/>
                  </a:cubicBezTo>
                  <a:lnTo>
                    <a:pt x="2081" y="5486"/>
                  </a:lnTo>
                  <a:cubicBezTo>
                    <a:pt x="1904" y="5296"/>
                    <a:pt x="1913" y="4997"/>
                    <a:pt x="2103" y="4820"/>
                  </a:cubicBezTo>
                  <a:cubicBezTo>
                    <a:pt x="2284" y="4650"/>
                    <a:pt x="2566" y="4650"/>
                    <a:pt x="2748" y="4820"/>
                  </a:cubicBezTo>
                  <a:lnTo>
                    <a:pt x="3413" y="5486"/>
                  </a:lnTo>
                  <a:close/>
                </a:path>
              </a:pathLst>
            </a:custGeom>
            <a:solidFill>
              <a:schemeClr val="accent1">
                <a:lumMod val="781"/>
                <a:lumOff val="99219"/>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24" name="宇神PPT-8-3"/>
            <p:cNvSpPr/>
            <p:nvPr/>
          </p:nvSpPr>
          <p:spPr>
            <a:xfrm>
              <a:off x="10172244" y="6232264"/>
              <a:ext cx="341292" cy="341291"/>
            </a:xfrm>
            <a:prstGeom prst="ellipse">
              <a:avLst/>
            </a:prstGeom>
            <a:solidFill>
              <a:schemeClr val="accent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25" name="宇神PPT-8-4"/>
            <p:cNvSpPr/>
            <p:nvPr/>
          </p:nvSpPr>
          <p:spPr>
            <a:xfrm>
              <a:off x="10239257" y="6299407"/>
              <a:ext cx="207242" cy="207004"/>
            </a:xfrm>
            <a:custGeom>
              <a:avLst/>
              <a:gdLst>
                <a:gd name="T0" fmla="*/ 10906 w 12797"/>
                <a:gd name="T1" fmla="*/ 1875 h 12781"/>
                <a:gd name="T2" fmla="*/ 6391 w 12797"/>
                <a:gd name="T3" fmla="*/ 0 h 12781"/>
                <a:gd name="T4" fmla="*/ 1875 w 12797"/>
                <a:gd name="T5" fmla="*/ 1875 h 12781"/>
                <a:gd name="T6" fmla="*/ 1234 w 12797"/>
                <a:gd name="T7" fmla="*/ 2625 h 12781"/>
                <a:gd name="T8" fmla="*/ 0 w 12797"/>
                <a:gd name="T9" fmla="*/ 6391 h 12781"/>
                <a:gd name="T10" fmla="*/ 1875 w 12797"/>
                <a:gd name="T11" fmla="*/ 10906 h 12781"/>
                <a:gd name="T12" fmla="*/ 6391 w 12797"/>
                <a:gd name="T13" fmla="*/ 12781 h 12781"/>
                <a:gd name="T14" fmla="*/ 10906 w 12797"/>
                <a:gd name="T15" fmla="*/ 10906 h 12781"/>
                <a:gd name="T16" fmla="*/ 12781 w 12797"/>
                <a:gd name="T17" fmla="*/ 6391 h 12781"/>
                <a:gd name="T18" fmla="*/ 11219 w 12797"/>
                <a:gd name="T19" fmla="*/ 9484 h 12781"/>
                <a:gd name="T20" fmla="*/ 9906 w 12797"/>
                <a:gd name="T21" fmla="*/ 6719 h 12781"/>
                <a:gd name="T22" fmla="*/ 11219 w 12797"/>
                <a:gd name="T23" fmla="*/ 9484 h 12781"/>
                <a:gd name="T24" fmla="*/ 2891 w 12797"/>
                <a:gd name="T25" fmla="*/ 6734 h 12781"/>
                <a:gd name="T26" fmla="*/ 1578 w 12797"/>
                <a:gd name="T27" fmla="*/ 9500 h 12781"/>
                <a:gd name="T28" fmla="*/ 1609 w 12797"/>
                <a:gd name="T29" fmla="*/ 3250 h 12781"/>
                <a:gd name="T30" fmla="*/ 2891 w 12797"/>
                <a:gd name="T31" fmla="*/ 6063 h 12781"/>
                <a:gd name="T32" fmla="*/ 1609 w 12797"/>
                <a:gd name="T33" fmla="*/ 3250 h 12781"/>
                <a:gd name="T34" fmla="*/ 3563 w 12797"/>
                <a:gd name="T35" fmla="*/ 6063 h 12781"/>
                <a:gd name="T36" fmla="*/ 6063 w 12797"/>
                <a:gd name="T37" fmla="*/ 4203 h 12781"/>
                <a:gd name="T38" fmla="*/ 6063 w 12797"/>
                <a:gd name="T39" fmla="*/ 6734 h 12781"/>
                <a:gd name="T40" fmla="*/ 3813 w 12797"/>
                <a:gd name="T41" fmla="*/ 8750 h 12781"/>
                <a:gd name="T42" fmla="*/ 6063 w 12797"/>
                <a:gd name="T43" fmla="*/ 6734 h 12781"/>
                <a:gd name="T44" fmla="*/ 9234 w 12797"/>
                <a:gd name="T45" fmla="*/ 6734 h 12781"/>
                <a:gd name="T46" fmla="*/ 6734 w 12797"/>
                <a:gd name="T47" fmla="*/ 8516 h 12781"/>
                <a:gd name="T48" fmla="*/ 6734 w 12797"/>
                <a:gd name="T49" fmla="*/ 6063 h 12781"/>
                <a:gd name="T50" fmla="*/ 8969 w 12797"/>
                <a:gd name="T51" fmla="*/ 3969 h 12781"/>
                <a:gd name="T52" fmla="*/ 6734 w 12797"/>
                <a:gd name="T53" fmla="*/ 6063 h 12781"/>
                <a:gd name="T54" fmla="*/ 6734 w 12797"/>
                <a:gd name="T55" fmla="*/ 719 h 12781"/>
                <a:gd name="T56" fmla="*/ 8344 w 12797"/>
                <a:gd name="T57" fmla="*/ 2266 h 12781"/>
                <a:gd name="T58" fmla="*/ 6734 w 12797"/>
                <a:gd name="T59" fmla="*/ 3531 h 12781"/>
                <a:gd name="T60" fmla="*/ 6063 w 12797"/>
                <a:gd name="T61" fmla="*/ 719 h 12781"/>
                <a:gd name="T62" fmla="*/ 4016 w 12797"/>
                <a:gd name="T63" fmla="*/ 3313 h 12781"/>
                <a:gd name="T64" fmla="*/ 5375 w 12797"/>
                <a:gd name="T65" fmla="*/ 1078 h 12781"/>
                <a:gd name="T66" fmla="*/ 6063 w 12797"/>
                <a:gd name="T67" fmla="*/ 12078 h 12781"/>
                <a:gd name="T68" fmla="*/ 4453 w 12797"/>
                <a:gd name="T69" fmla="*/ 10531 h 12781"/>
                <a:gd name="T70" fmla="*/ 6063 w 12797"/>
                <a:gd name="T71" fmla="*/ 9188 h 12781"/>
                <a:gd name="T72" fmla="*/ 6734 w 12797"/>
                <a:gd name="T73" fmla="*/ 12078 h 12781"/>
                <a:gd name="T74" fmla="*/ 8797 w 12797"/>
                <a:gd name="T75" fmla="*/ 9406 h 12781"/>
                <a:gd name="T76" fmla="*/ 7422 w 12797"/>
                <a:gd name="T77" fmla="*/ 11719 h 12781"/>
                <a:gd name="T78" fmla="*/ 9625 w 12797"/>
                <a:gd name="T79" fmla="*/ 3828 h 12781"/>
                <a:gd name="T80" fmla="*/ 12125 w 12797"/>
                <a:gd name="T81" fmla="*/ 6063 h 12781"/>
                <a:gd name="T82" fmla="*/ 10438 w 12797"/>
                <a:gd name="T83" fmla="*/ 2344 h 12781"/>
                <a:gd name="T84" fmla="*/ 9438 w 12797"/>
                <a:gd name="T85" fmla="*/ 3172 h 12781"/>
                <a:gd name="T86" fmla="*/ 8297 w 12797"/>
                <a:gd name="T87" fmla="*/ 1000 h 12781"/>
                <a:gd name="T88" fmla="*/ 4484 w 12797"/>
                <a:gd name="T89" fmla="*/ 1000 h 12781"/>
                <a:gd name="T90" fmla="*/ 3344 w 12797"/>
                <a:gd name="T91" fmla="*/ 3172 h 12781"/>
                <a:gd name="T92" fmla="*/ 2344 w 12797"/>
                <a:gd name="T93" fmla="*/ 2344 h 12781"/>
                <a:gd name="T94" fmla="*/ 2344 w 12797"/>
                <a:gd name="T95" fmla="*/ 10438 h 12781"/>
                <a:gd name="T96" fmla="*/ 3328 w 12797"/>
                <a:gd name="T97" fmla="*/ 9547 h 12781"/>
                <a:gd name="T98" fmla="*/ 4484 w 12797"/>
                <a:gd name="T99" fmla="*/ 11781 h 12781"/>
                <a:gd name="T100" fmla="*/ 8297 w 12797"/>
                <a:gd name="T101" fmla="*/ 11797 h 12781"/>
                <a:gd name="T102" fmla="*/ 9453 w 12797"/>
                <a:gd name="T103" fmla="*/ 9563 h 12781"/>
                <a:gd name="T104" fmla="*/ 10438 w 12797"/>
                <a:gd name="T105" fmla="*/ 10453 h 127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797" h="12781">
                  <a:moveTo>
                    <a:pt x="12281" y="3906"/>
                  </a:moveTo>
                  <a:cubicBezTo>
                    <a:pt x="11953" y="3141"/>
                    <a:pt x="11500" y="2453"/>
                    <a:pt x="10906" y="1875"/>
                  </a:cubicBezTo>
                  <a:cubicBezTo>
                    <a:pt x="10313" y="1281"/>
                    <a:pt x="9641" y="828"/>
                    <a:pt x="8875" y="500"/>
                  </a:cubicBezTo>
                  <a:cubicBezTo>
                    <a:pt x="8094" y="172"/>
                    <a:pt x="7266" y="0"/>
                    <a:pt x="6391" y="0"/>
                  </a:cubicBezTo>
                  <a:cubicBezTo>
                    <a:pt x="5531" y="0"/>
                    <a:pt x="4688" y="172"/>
                    <a:pt x="3906" y="500"/>
                  </a:cubicBezTo>
                  <a:cubicBezTo>
                    <a:pt x="3141" y="828"/>
                    <a:pt x="2453" y="1281"/>
                    <a:pt x="1875" y="1875"/>
                  </a:cubicBezTo>
                  <a:cubicBezTo>
                    <a:pt x="1641" y="2109"/>
                    <a:pt x="1438" y="2344"/>
                    <a:pt x="1250" y="2594"/>
                  </a:cubicBezTo>
                  <a:cubicBezTo>
                    <a:pt x="1250" y="2594"/>
                    <a:pt x="1234" y="2609"/>
                    <a:pt x="1234" y="2625"/>
                  </a:cubicBezTo>
                  <a:cubicBezTo>
                    <a:pt x="938" y="3016"/>
                    <a:pt x="703" y="3453"/>
                    <a:pt x="500" y="3906"/>
                  </a:cubicBezTo>
                  <a:cubicBezTo>
                    <a:pt x="172" y="4688"/>
                    <a:pt x="0" y="5531"/>
                    <a:pt x="0" y="6391"/>
                  </a:cubicBezTo>
                  <a:cubicBezTo>
                    <a:pt x="0" y="7250"/>
                    <a:pt x="172" y="8094"/>
                    <a:pt x="500" y="8875"/>
                  </a:cubicBezTo>
                  <a:cubicBezTo>
                    <a:pt x="828" y="9641"/>
                    <a:pt x="1281" y="10328"/>
                    <a:pt x="1875" y="10906"/>
                  </a:cubicBezTo>
                  <a:cubicBezTo>
                    <a:pt x="2469" y="11484"/>
                    <a:pt x="3141" y="11953"/>
                    <a:pt x="3906" y="12281"/>
                  </a:cubicBezTo>
                  <a:cubicBezTo>
                    <a:pt x="4688" y="12609"/>
                    <a:pt x="5531" y="12781"/>
                    <a:pt x="6391" y="12781"/>
                  </a:cubicBezTo>
                  <a:cubicBezTo>
                    <a:pt x="7250" y="12781"/>
                    <a:pt x="8094" y="12609"/>
                    <a:pt x="8875" y="12281"/>
                  </a:cubicBezTo>
                  <a:cubicBezTo>
                    <a:pt x="9641" y="11953"/>
                    <a:pt x="10328" y="11500"/>
                    <a:pt x="10906" y="10906"/>
                  </a:cubicBezTo>
                  <a:cubicBezTo>
                    <a:pt x="11500" y="10313"/>
                    <a:pt x="11953" y="9641"/>
                    <a:pt x="12281" y="8875"/>
                  </a:cubicBezTo>
                  <a:cubicBezTo>
                    <a:pt x="12609" y="8094"/>
                    <a:pt x="12781" y="7250"/>
                    <a:pt x="12781" y="6391"/>
                  </a:cubicBezTo>
                  <a:cubicBezTo>
                    <a:pt x="12797" y="5531"/>
                    <a:pt x="12625" y="4688"/>
                    <a:pt x="12281" y="3906"/>
                  </a:cubicBezTo>
                  <a:close/>
                  <a:moveTo>
                    <a:pt x="11219" y="9484"/>
                  </a:moveTo>
                  <a:cubicBezTo>
                    <a:pt x="10766" y="9250"/>
                    <a:pt x="10234" y="9047"/>
                    <a:pt x="9641" y="8891"/>
                  </a:cubicBezTo>
                  <a:cubicBezTo>
                    <a:pt x="9797" y="8203"/>
                    <a:pt x="9891" y="7469"/>
                    <a:pt x="9906" y="6719"/>
                  </a:cubicBezTo>
                  <a:lnTo>
                    <a:pt x="12109" y="6719"/>
                  </a:lnTo>
                  <a:cubicBezTo>
                    <a:pt x="12047" y="7719"/>
                    <a:pt x="11734" y="8672"/>
                    <a:pt x="11219" y="9484"/>
                  </a:cubicBezTo>
                  <a:close/>
                  <a:moveTo>
                    <a:pt x="688" y="6734"/>
                  </a:moveTo>
                  <a:lnTo>
                    <a:pt x="2891" y="6734"/>
                  </a:lnTo>
                  <a:cubicBezTo>
                    <a:pt x="2906" y="7484"/>
                    <a:pt x="3000" y="8219"/>
                    <a:pt x="3156" y="8906"/>
                  </a:cubicBezTo>
                  <a:cubicBezTo>
                    <a:pt x="2563" y="9063"/>
                    <a:pt x="2031" y="9266"/>
                    <a:pt x="1578" y="9500"/>
                  </a:cubicBezTo>
                  <a:cubicBezTo>
                    <a:pt x="1047" y="8672"/>
                    <a:pt x="734" y="7719"/>
                    <a:pt x="688" y="6734"/>
                  </a:cubicBezTo>
                  <a:close/>
                  <a:moveTo>
                    <a:pt x="1609" y="3250"/>
                  </a:moveTo>
                  <a:cubicBezTo>
                    <a:pt x="2063" y="3484"/>
                    <a:pt x="2578" y="3672"/>
                    <a:pt x="3172" y="3828"/>
                  </a:cubicBezTo>
                  <a:cubicBezTo>
                    <a:pt x="3000" y="4531"/>
                    <a:pt x="2906" y="5281"/>
                    <a:pt x="2891" y="6063"/>
                  </a:cubicBezTo>
                  <a:lnTo>
                    <a:pt x="688" y="6063"/>
                  </a:lnTo>
                  <a:cubicBezTo>
                    <a:pt x="734" y="5047"/>
                    <a:pt x="1063" y="4078"/>
                    <a:pt x="1609" y="3250"/>
                  </a:cubicBezTo>
                  <a:close/>
                  <a:moveTo>
                    <a:pt x="6063" y="6063"/>
                  </a:moveTo>
                  <a:lnTo>
                    <a:pt x="3563" y="6063"/>
                  </a:lnTo>
                  <a:cubicBezTo>
                    <a:pt x="3578" y="5328"/>
                    <a:pt x="3672" y="4625"/>
                    <a:pt x="3828" y="3969"/>
                  </a:cubicBezTo>
                  <a:cubicBezTo>
                    <a:pt x="4531" y="4109"/>
                    <a:pt x="5281" y="4188"/>
                    <a:pt x="6063" y="4203"/>
                  </a:cubicBezTo>
                  <a:lnTo>
                    <a:pt x="6063" y="6063"/>
                  </a:lnTo>
                  <a:close/>
                  <a:moveTo>
                    <a:pt x="6063" y="6734"/>
                  </a:moveTo>
                  <a:lnTo>
                    <a:pt x="6063" y="8516"/>
                  </a:lnTo>
                  <a:cubicBezTo>
                    <a:pt x="5281" y="8531"/>
                    <a:pt x="4531" y="8609"/>
                    <a:pt x="3813" y="8750"/>
                  </a:cubicBezTo>
                  <a:cubicBezTo>
                    <a:pt x="3672" y="8125"/>
                    <a:pt x="3578" y="7438"/>
                    <a:pt x="3563" y="6734"/>
                  </a:cubicBezTo>
                  <a:lnTo>
                    <a:pt x="6063" y="6734"/>
                  </a:lnTo>
                  <a:close/>
                  <a:moveTo>
                    <a:pt x="6734" y="6734"/>
                  </a:moveTo>
                  <a:lnTo>
                    <a:pt x="9234" y="6734"/>
                  </a:lnTo>
                  <a:cubicBezTo>
                    <a:pt x="9219" y="7438"/>
                    <a:pt x="9125" y="8125"/>
                    <a:pt x="8984" y="8750"/>
                  </a:cubicBezTo>
                  <a:cubicBezTo>
                    <a:pt x="8281" y="8609"/>
                    <a:pt x="7516" y="8531"/>
                    <a:pt x="6734" y="8516"/>
                  </a:cubicBezTo>
                  <a:lnTo>
                    <a:pt x="6734" y="6734"/>
                  </a:lnTo>
                  <a:close/>
                  <a:moveTo>
                    <a:pt x="6734" y="6063"/>
                  </a:moveTo>
                  <a:lnTo>
                    <a:pt x="6734" y="4203"/>
                  </a:lnTo>
                  <a:cubicBezTo>
                    <a:pt x="7516" y="4188"/>
                    <a:pt x="8266" y="4109"/>
                    <a:pt x="8969" y="3969"/>
                  </a:cubicBezTo>
                  <a:cubicBezTo>
                    <a:pt x="9125" y="4625"/>
                    <a:pt x="9219" y="5328"/>
                    <a:pt x="9234" y="6063"/>
                  </a:cubicBezTo>
                  <a:lnTo>
                    <a:pt x="6734" y="6063"/>
                  </a:lnTo>
                  <a:close/>
                  <a:moveTo>
                    <a:pt x="6734" y="3531"/>
                  </a:moveTo>
                  <a:lnTo>
                    <a:pt x="6734" y="719"/>
                  </a:lnTo>
                  <a:cubicBezTo>
                    <a:pt x="6969" y="781"/>
                    <a:pt x="7203" y="891"/>
                    <a:pt x="7422" y="1078"/>
                  </a:cubicBezTo>
                  <a:cubicBezTo>
                    <a:pt x="7766" y="1359"/>
                    <a:pt x="8078" y="1750"/>
                    <a:pt x="8344" y="2266"/>
                  </a:cubicBezTo>
                  <a:cubicBezTo>
                    <a:pt x="8516" y="2594"/>
                    <a:pt x="8656" y="2938"/>
                    <a:pt x="8781" y="3313"/>
                  </a:cubicBezTo>
                  <a:cubicBezTo>
                    <a:pt x="8141" y="3438"/>
                    <a:pt x="7453" y="3516"/>
                    <a:pt x="6734" y="3531"/>
                  </a:cubicBezTo>
                  <a:close/>
                  <a:moveTo>
                    <a:pt x="5375" y="1078"/>
                  </a:moveTo>
                  <a:cubicBezTo>
                    <a:pt x="5594" y="891"/>
                    <a:pt x="5828" y="781"/>
                    <a:pt x="6063" y="719"/>
                  </a:cubicBezTo>
                  <a:lnTo>
                    <a:pt x="6063" y="3531"/>
                  </a:lnTo>
                  <a:cubicBezTo>
                    <a:pt x="5344" y="3516"/>
                    <a:pt x="4656" y="3438"/>
                    <a:pt x="4016" y="3313"/>
                  </a:cubicBezTo>
                  <a:cubicBezTo>
                    <a:pt x="4141" y="2938"/>
                    <a:pt x="4281" y="2578"/>
                    <a:pt x="4453" y="2266"/>
                  </a:cubicBezTo>
                  <a:cubicBezTo>
                    <a:pt x="4719" y="1750"/>
                    <a:pt x="5031" y="1344"/>
                    <a:pt x="5375" y="1078"/>
                  </a:cubicBezTo>
                  <a:close/>
                  <a:moveTo>
                    <a:pt x="6063" y="9188"/>
                  </a:moveTo>
                  <a:lnTo>
                    <a:pt x="6063" y="12078"/>
                  </a:lnTo>
                  <a:cubicBezTo>
                    <a:pt x="5828" y="12016"/>
                    <a:pt x="5594" y="11906"/>
                    <a:pt x="5375" y="11719"/>
                  </a:cubicBezTo>
                  <a:cubicBezTo>
                    <a:pt x="5031" y="11438"/>
                    <a:pt x="4719" y="11047"/>
                    <a:pt x="4453" y="10531"/>
                  </a:cubicBezTo>
                  <a:cubicBezTo>
                    <a:pt x="4281" y="10188"/>
                    <a:pt x="4125" y="9813"/>
                    <a:pt x="4000" y="9406"/>
                  </a:cubicBezTo>
                  <a:cubicBezTo>
                    <a:pt x="4641" y="9281"/>
                    <a:pt x="5344" y="9203"/>
                    <a:pt x="6063" y="9188"/>
                  </a:cubicBezTo>
                  <a:close/>
                  <a:moveTo>
                    <a:pt x="7422" y="11719"/>
                  </a:moveTo>
                  <a:cubicBezTo>
                    <a:pt x="7203" y="11906"/>
                    <a:pt x="6969" y="12016"/>
                    <a:pt x="6734" y="12078"/>
                  </a:cubicBezTo>
                  <a:lnTo>
                    <a:pt x="6734" y="9188"/>
                  </a:lnTo>
                  <a:cubicBezTo>
                    <a:pt x="7453" y="9203"/>
                    <a:pt x="8156" y="9281"/>
                    <a:pt x="8797" y="9406"/>
                  </a:cubicBezTo>
                  <a:cubicBezTo>
                    <a:pt x="8672" y="9813"/>
                    <a:pt x="8516" y="10188"/>
                    <a:pt x="8344" y="10531"/>
                  </a:cubicBezTo>
                  <a:cubicBezTo>
                    <a:pt x="8078" y="11047"/>
                    <a:pt x="7766" y="11438"/>
                    <a:pt x="7422" y="11719"/>
                  </a:cubicBezTo>
                  <a:close/>
                  <a:moveTo>
                    <a:pt x="9906" y="6063"/>
                  </a:moveTo>
                  <a:cubicBezTo>
                    <a:pt x="9891" y="5281"/>
                    <a:pt x="9781" y="4531"/>
                    <a:pt x="9625" y="3828"/>
                  </a:cubicBezTo>
                  <a:cubicBezTo>
                    <a:pt x="10203" y="3672"/>
                    <a:pt x="10734" y="3484"/>
                    <a:pt x="11188" y="3250"/>
                  </a:cubicBezTo>
                  <a:cubicBezTo>
                    <a:pt x="11734" y="4078"/>
                    <a:pt x="12063" y="5047"/>
                    <a:pt x="12125" y="6063"/>
                  </a:cubicBezTo>
                  <a:lnTo>
                    <a:pt x="9906" y="6063"/>
                  </a:lnTo>
                  <a:close/>
                  <a:moveTo>
                    <a:pt x="10438" y="2344"/>
                  </a:moveTo>
                  <a:cubicBezTo>
                    <a:pt x="10547" y="2453"/>
                    <a:pt x="10656" y="2578"/>
                    <a:pt x="10766" y="2703"/>
                  </a:cubicBezTo>
                  <a:cubicBezTo>
                    <a:pt x="10375" y="2891"/>
                    <a:pt x="9938" y="3047"/>
                    <a:pt x="9438" y="3172"/>
                  </a:cubicBezTo>
                  <a:cubicBezTo>
                    <a:pt x="9297" y="2734"/>
                    <a:pt x="9125" y="2328"/>
                    <a:pt x="8938" y="1953"/>
                  </a:cubicBezTo>
                  <a:cubicBezTo>
                    <a:pt x="8750" y="1578"/>
                    <a:pt x="8531" y="1266"/>
                    <a:pt x="8297" y="1000"/>
                  </a:cubicBezTo>
                  <a:cubicBezTo>
                    <a:pt x="9094" y="1281"/>
                    <a:pt x="9828" y="1734"/>
                    <a:pt x="10438" y="2344"/>
                  </a:cubicBezTo>
                  <a:close/>
                  <a:moveTo>
                    <a:pt x="4484" y="1000"/>
                  </a:moveTo>
                  <a:cubicBezTo>
                    <a:pt x="4250" y="1266"/>
                    <a:pt x="4031" y="1594"/>
                    <a:pt x="3844" y="1953"/>
                  </a:cubicBezTo>
                  <a:cubicBezTo>
                    <a:pt x="3656" y="2328"/>
                    <a:pt x="3484" y="2734"/>
                    <a:pt x="3344" y="3172"/>
                  </a:cubicBezTo>
                  <a:cubicBezTo>
                    <a:pt x="2844" y="3047"/>
                    <a:pt x="2406" y="2891"/>
                    <a:pt x="2016" y="2703"/>
                  </a:cubicBezTo>
                  <a:cubicBezTo>
                    <a:pt x="2125" y="2578"/>
                    <a:pt x="2219" y="2469"/>
                    <a:pt x="2344" y="2344"/>
                  </a:cubicBezTo>
                  <a:cubicBezTo>
                    <a:pt x="2969" y="1734"/>
                    <a:pt x="3688" y="1281"/>
                    <a:pt x="4484" y="1000"/>
                  </a:cubicBezTo>
                  <a:close/>
                  <a:moveTo>
                    <a:pt x="2344" y="10438"/>
                  </a:moveTo>
                  <a:cubicBezTo>
                    <a:pt x="2219" y="10313"/>
                    <a:pt x="2094" y="10172"/>
                    <a:pt x="1984" y="10031"/>
                  </a:cubicBezTo>
                  <a:cubicBezTo>
                    <a:pt x="2375" y="9844"/>
                    <a:pt x="2828" y="9672"/>
                    <a:pt x="3328" y="9547"/>
                  </a:cubicBezTo>
                  <a:cubicBezTo>
                    <a:pt x="3469" y="10016"/>
                    <a:pt x="3641" y="10438"/>
                    <a:pt x="3844" y="10828"/>
                  </a:cubicBezTo>
                  <a:cubicBezTo>
                    <a:pt x="4031" y="11203"/>
                    <a:pt x="4250" y="11516"/>
                    <a:pt x="4484" y="11781"/>
                  </a:cubicBezTo>
                  <a:cubicBezTo>
                    <a:pt x="3688" y="11516"/>
                    <a:pt x="2969" y="11063"/>
                    <a:pt x="2344" y="10438"/>
                  </a:cubicBezTo>
                  <a:close/>
                  <a:moveTo>
                    <a:pt x="8297" y="11797"/>
                  </a:moveTo>
                  <a:cubicBezTo>
                    <a:pt x="8531" y="11531"/>
                    <a:pt x="8750" y="11203"/>
                    <a:pt x="8938" y="10844"/>
                  </a:cubicBezTo>
                  <a:cubicBezTo>
                    <a:pt x="9141" y="10453"/>
                    <a:pt x="9313" y="10016"/>
                    <a:pt x="9453" y="9563"/>
                  </a:cubicBezTo>
                  <a:cubicBezTo>
                    <a:pt x="9953" y="9688"/>
                    <a:pt x="10406" y="9859"/>
                    <a:pt x="10797" y="10047"/>
                  </a:cubicBezTo>
                  <a:cubicBezTo>
                    <a:pt x="10688" y="10188"/>
                    <a:pt x="10563" y="10313"/>
                    <a:pt x="10438" y="10453"/>
                  </a:cubicBezTo>
                  <a:cubicBezTo>
                    <a:pt x="9828" y="11063"/>
                    <a:pt x="9094" y="11516"/>
                    <a:pt x="8297" y="11797"/>
                  </a:cubicBezTo>
                  <a:close/>
                </a:path>
              </a:pathLst>
            </a:custGeom>
            <a:solidFill>
              <a:schemeClr val="accent1">
                <a:lumMod val="781"/>
                <a:lumOff val="99219"/>
              </a:schemeClr>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26" name="宇神PPT-8-5"/>
            <p:cNvSpPr/>
            <p:nvPr/>
          </p:nvSpPr>
          <p:spPr>
            <a:xfrm>
              <a:off x="10675198" y="6232264"/>
              <a:ext cx="341292" cy="341291"/>
            </a:xfrm>
            <a:prstGeom prst="ellipse">
              <a:avLst/>
            </a:prstGeom>
            <a:solidFill>
              <a:schemeClr val="accent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27" name="宇神PPT-8-6"/>
            <p:cNvSpPr/>
            <p:nvPr/>
          </p:nvSpPr>
          <p:spPr>
            <a:xfrm>
              <a:off x="10742223" y="6317467"/>
              <a:ext cx="207242" cy="170884"/>
            </a:xfrm>
            <a:custGeom>
              <a:avLst/>
              <a:gdLst>
                <a:gd name="connsiteX0" fmla="*/ 435416 w 609586"/>
                <a:gd name="connsiteY0" fmla="*/ 80352 h 502648"/>
                <a:gd name="connsiteX1" fmla="*/ 551577 w 609586"/>
                <a:gd name="connsiteY1" fmla="*/ 190215 h 502648"/>
                <a:gd name="connsiteX2" fmla="*/ 551577 w 609586"/>
                <a:gd name="connsiteY2" fmla="*/ 217693 h 502648"/>
                <a:gd name="connsiteX3" fmla="*/ 496140 w 609586"/>
                <a:gd name="connsiteY3" fmla="*/ 310936 h 502648"/>
                <a:gd name="connsiteX4" fmla="*/ 609586 w 609586"/>
                <a:gd name="connsiteY4" fmla="*/ 437323 h 502648"/>
                <a:gd name="connsiteX5" fmla="*/ 580534 w 609586"/>
                <a:gd name="connsiteY5" fmla="*/ 464753 h 502648"/>
                <a:gd name="connsiteX6" fmla="*/ 504951 w 609586"/>
                <a:gd name="connsiteY6" fmla="*/ 464753 h 502648"/>
                <a:gd name="connsiteX7" fmla="*/ 373787 w 609586"/>
                <a:gd name="connsiteY7" fmla="*/ 301459 h 502648"/>
                <a:gd name="connsiteX8" fmla="*/ 426510 w 609586"/>
                <a:gd name="connsiteY8" fmla="*/ 179500 h 502648"/>
                <a:gd name="connsiteX9" fmla="*/ 426510 w 609586"/>
                <a:gd name="connsiteY9" fmla="*/ 143641 h 502648"/>
                <a:gd name="connsiteX10" fmla="*/ 412126 w 609586"/>
                <a:gd name="connsiteY10" fmla="*/ 82543 h 502648"/>
                <a:gd name="connsiteX11" fmla="*/ 435416 w 609586"/>
                <a:gd name="connsiteY11" fmla="*/ 80352 h 502648"/>
                <a:gd name="connsiteX12" fmla="*/ 227788 w 609586"/>
                <a:gd name="connsiteY12" fmla="*/ 0 h 502648"/>
                <a:gd name="connsiteX13" fmla="*/ 379662 w 609586"/>
                <a:gd name="connsiteY13" fmla="*/ 143662 h 502648"/>
                <a:gd name="connsiteX14" fmla="*/ 379662 w 609586"/>
                <a:gd name="connsiteY14" fmla="*/ 179565 h 502648"/>
                <a:gd name="connsiteX15" fmla="*/ 307225 w 609586"/>
                <a:gd name="connsiteY15" fmla="*/ 301465 h 502648"/>
                <a:gd name="connsiteX16" fmla="*/ 455528 w 609586"/>
                <a:gd name="connsiteY16" fmla="*/ 466745 h 502648"/>
                <a:gd name="connsiteX17" fmla="*/ 417524 w 609586"/>
                <a:gd name="connsiteY17" fmla="*/ 502648 h 502648"/>
                <a:gd name="connsiteX18" fmla="*/ 38004 w 609586"/>
                <a:gd name="connsiteY18" fmla="*/ 502648 h 502648"/>
                <a:gd name="connsiteX19" fmla="*/ 0 w 609586"/>
                <a:gd name="connsiteY19" fmla="*/ 466745 h 502648"/>
                <a:gd name="connsiteX20" fmla="*/ 148350 w 609586"/>
                <a:gd name="connsiteY20" fmla="*/ 301465 h 502648"/>
                <a:gd name="connsiteX21" fmla="*/ 75913 w 609586"/>
                <a:gd name="connsiteY21" fmla="*/ 179565 h 502648"/>
                <a:gd name="connsiteX22" fmla="*/ 75913 w 609586"/>
                <a:gd name="connsiteY22" fmla="*/ 143662 h 502648"/>
                <a:gd name="connsiteX23" fmla="*/ 227788 w 609586"/>
                <a:gd name="connsiteY23" fmla="*/ 0 h 502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9586" h="502648">
                  <a:moveTo>
                    <a:pt x="435416" y="80352"/>
                  </a:moveTo>
                  <a:cubicBezTo>
                    <a:pt x="499521" y="80352"/>
                    <a:pt x="551577" y="129545"/>
                    <a:pt x="551577" y="190215"/>
                  </a:cubicBezTo>
                  <a:lnTo>
                    <a:pt x="551577" y="217693"/>
                  </a:lnTo>
                  <a:cubicBezTo>
                    <a:pt x="551577" y="257219"/>
                    <a:pt x="529288" y="291601"/>
                    <a:pt x="496140" y="310936"/>
                  </a:cubicBezTo>
                  <a:cubicBezTo>
                    <a:pt x="553434" y="331175"/>
                    <a:pt x="609586" y="382416"/>
                    <a:pt x="609586" y="437323"/>
                  </a:cubicBezTo>
                  <a:cubicBezTo>
                    <a:pt x="609586" y="452467"/>
                    <a:pt x="596584" y="464753"/>
                    <a:pt x="580534" y="464753"/>
                  </a:cubicBezTo>
                  <a:lnTo>
                    <a:pt x="504951" y="464753"/>
                  </a:lnTo>
                  <a:cubicBezTo>
                    <a:pt x="503855" y="393607"/>
                    <a:pt x="444465" y="318793"/>
                    <a:pt x="373787" y="301459"/>
                  </a:cubicBezTo>
                  <a:cubicBezTo>
                    <a:pt x="411936" y="270457"/>
                    <a:pt x="426510" y="231217"/>
                    <a:pt x="426510" y="179500"/>
                  </a:cubicBezTo>
                  <a:lnTo>
                    <a:pt x="426510" y="143641"/>
                  </a:lnTo>
                  <a:cubicBezTo>
                    <a:pt x="426510" y="121783"/>
                    <a:pt x="421318" y="101068"/>
                    <a:pt x="412126" y="82543"/>
                  </a:cubicBezTo>
                  <a:cubicBezTo>
                    <a:pt x="419651" y="81114"/>
                    <a:pt x="427415" y="80352"/>
                    <a:pt x="435416" y="80352"/>
                  </a:cubicBezTo>
                  <a:close/>
                  <a:moveTo>
                    <a:pt x="227788" y="0"/>
                  </a:moveTo>
                  <a:cubicBezTo>
                    <a:pt x="311607" y="0"/>
                    <a:pt x="379662" y="64378"/>
                    <a:pt x="379662" y="143662"/>
                  </a:cubicBezTo>
                  <a:lnTo>
                    <a:pt x="379662" y="179565"/>
                  </a:lnTo>
                  <a:cubicBezTo>
                    <a:pt x="379662" y="231230"/>
                    <a:pt x="350516" y="276180"/>
                    <a:pt x="307225" y="301465"/>
                  </a:cubicBezTo>
                  <a:cubicBezTo>
                    <a:pt x="382186" y="327940"/>
                    <a:pt x="455528" y="394986"/>
                    <a:pt x="455528" y="466745"/>
                  </a:cubicBezTo>
                  <a:cubicBezTo>
                    <a:pt x="455528" y="486554"/>
                    <a:pt x="438574" y="502648"/>
                    <a:pt x="417524" y="502648"/>
                  </a:cubicBezTo>
                  <a:lnTo>
                    <a:pt x="38004" y="502648"/>
                  </a:lnTo>
                  <a:cubicBezTo>
                    <a:pt x="16954" y="502648"/>
                    <a:pt x="0" y="486554"/>
                    <a:pt x="0" y="466745"/>
                  </a:cubicBezTo>
                  <a:cubicBezTo>
                    <a:pt x="0" y="394986"/>
                    <a:pt x="73389" y="327940"/>
                    <a:pt x="148350" y="301465"/>
                  </a:cubicBezTo>
                  <a:cubicBezTo>
                    <a:pt x="105012" y="276180"/>
                    <a:pt x="75913" y="231230"/>
                    <a:pt x="75913" y="179565"/>
                  </a:cubicBezTo>
                  <a:lnTo>
                    <a:pt x="75913" y="143662"/>
                  </a:lnTo>
                  <a:cubicBezTo>
                    <a:pt x="75913" y="64378"/>
                    <a:pt x="143969" y="0"/>
                    <a:pt x="227788" y="0"/>
                  </a:cubicBezTo>
                  <a:close/>
                </a:path>
              </a:pathLst>
            </a:custGeom>
            <a:solidFill>
              <a:schemeClr val="accent1">
                <a:lumMod val="781"/>
                <a:lumOff val="99219"/>
              </a:schemeClr>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28" name="宇神PPT-8-7"/>
            <p:cNvSpPr/>
            <p:nvPr/>
          </p:nvSpPr>
          <p:spPr>
            <a:xfrm>
              <a:off x="11178150" y="6232264"/>
              <a:ext cx="341292" cy="341291"/>
            </a:xfrm>
            <a:prstGeom prst="ellipse">
              <a:avLst/>
            </a:prstGeom>
            <a:solidFill>
              <a:schemeClr val="accent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29" name="宇神PPT-8-8"/>
            <p:cNvSpPr/>
            <p:nvPr/>
          </p:nvSpPr>
          <p:spPr>
            <a:xfrm>
              <a:off x="11267124" y="6299289"/>
              <a:ext cx="163342" cy="207241"/>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chemeClr val="accent1">
                <a:lumMod val="781"/>
                <a:lumOff val="99219"/>
              </a:schemeClr>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grpSp>
      <p:grpSp>
        <p:nvGrpSpPr>
          <p:cNvPr id="30" name="宇神PPT-9"/>
          <p:cNvGrpSpPr/>
          <p:nvPr/>
        </p:nvGrpSpPr>
        <p:grpSpPr>
          <a:xfrm>
            <a:off x="607511" y="4381780"/>
            <a:ext cx="3594100" cy="428625"/>
            <a:chOff x="1110704" y="4719539"/>
            <a:chExt cx="3594100" cy="428625"/>
          </a:xfrm>
        </p:grpSpPr>
        <p:sp>
          <p:nvSpPr>
            <p:cNvPr id="31" name="宇神PPT-9-1"/>
            <p:cNvSpPr/>
            <p:nvPr/>
          </p:nvSpPr>
          <p:spPr>
            <a:xfrm>
              <a:off x="1110704" y="4719539"/>
              <a:ext cx="2240280" cy="406400"/>
            </a:xfrm>
            <a:custGeom>
              <a:avLst/>
              <a:gdLst>
                <a:gd name="connsiteX0" fmla="*/ 0 w 4032000"/>
                <a:gd name="connsiteY0" fmla="*/ 0 h 315428"/>
                <a:gd name="connsiteX1" fmla="*/ 4032000 w 4032000"/>
                <a:gd name="connsiteY1" fmla="*/ 0 h 315428"/>
                <a:gd name="connsiteX2" fmla="*/ 4032000 w 4032000"/>
                <a:gd name="connsiteY2" fmla="*/ 315429 h 315428"/>
                <a:gd name="connsiteX3" fmla="*/ 0 w 4032000"/>
                <a:gd name="connsiteY3" fmla="*/ 315429 h 315428"/>
              </a:gdLst>
              <a:ahLst/>
              <a:cxnLst>
                <a:cxn ang="0">
                  <a:pos x="connsiteX0" y="connsiteY0"/>
                </a:cxn>
                <a:cxn ang="0">
                  <a:pos x="connsiteX1" y="connsiteY1"/>
                </a:cxn>
                <a:cxn ang="0">
                  <a:pos x="connsiteX2" y="connsiteY2"/>
                </a:cxn>
                <a:cxn ang="0">
                  <a:pos x="connsiteX3" y="connsiteY3"/>
                </a:cxn>
              </a:cxnLst>
              <a:rect l="l" t="t" r="r" b="b"/>
              <a:pathLst>
                <a:path w="4032000" h="315428">
                  <a:moveTo>
                    <a:pt x="0" y="0"/>
                  </a:moveTo>
                  <a:lnTo>
                    <a:pt x="4032000" y="0"/>
                  </a:lnTo>
                  <a:lnTo>
                    <a:pt x="4032000" y="315429"/>
                  </a:lnTo>
                  <a:lnTo>
                    <a:pt x="0" y="315429"/>
                  </a:lnTo>
                  <a:close/>
                </a:path>
              </a:pathLst>
            </a:custGeom>
            <a:gradFill>
              <a:gsLst>
                <a:gs pos="100000">
                  <a:schemeClr val="accent2"/>
                </a:gs>
                <a:gs pos="0">
                  <a:schemeClr val="accent1"/>
                </a:gs>
              </a:gsLst>
              <a:lin ang="2700000" scaled="0"/>
            </a:gradFill>
            <a:ln w="19050" cap="flat" cmpd="sng" algn="ctr">
              <a:solidFill>
                <a:schemeClr val="accent3"/>
              </a:solidFill>
              <a:prstDash val="solid"/>
              <a:miter lim="800000"/>
              <a:headEnd type="none" w="med" len="med"/>
              <a:tailEnd type="none" w="med" len="med"/>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148C96"/>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32" name="宇神PPT-9-2"/>
            <p:cNvSpPr txBox="1"/>
            <p:nvPr/>
          </p:nvSpPr>
          <p:spPr>
            <a:xfrm>
              <a:off x="1245959" y="4753194"/>
              <a:ext cx="3458845" cy="394970"/>
            </a:xfrm>
            <a:prstGeom prst="rect">
              <a:avLst/>
            </a:prstGeom>
            <a:noFill/>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b="0" i="0" u="none" strike="noStrike" kern="1200" cap="none" spc="0" normalizeH="0" baseline="0" noProof="0" dirty="0">
                  <a:ln>
                    <a:noFill/>
                  </a:ln>
                  <a:solidFill>
                    <a:schemeClr val="accent1">
                      <a:lumMod val="781"/>
                      <a:lumOff val="99219"/>
                    </a:schemeClr>
                  </a:solidFill>
                  <a:effectLst>
                    <a:outerShdw blurRad="38100" dist="38100" dir="2700000" algn="tl">
                      <a:schemeClr val="accent1">
                        <a:lumMod val="0"/>
                        <a:alpha val="43137"/>
                      </a:schemeClr>
                    </a:outerShdw>
                  </a:effectLst>
                  <a:uLnTx/>
                  <a:uFillTx/>
                  <a:latin typeface="思源黑体 CN Bold" panose="020B0800000000000000" charset="-122"/>
                  <a:ea typeface="思源黑体 CN Bold" panose="020B0800000000000000" charset="-122"/>
                  <a:cs typeface="思源黑体 CN Bold" panose="020B0800000000000000" charset="-122"/>
                </a:rPr>
                <a:t>李思恒</a:t>
              </a:r>
              <a:r>
                <a:rPr kumimoji="0" lang="en-US" altLang="zh-CN" b="0" i="0" u="none" strike="noStrike" kern="1200" cap="none" spc="0" normalizeH="0" baseline="0" noProof="0" dirty="0">
                  <a:ln>
                    <a:noFill/>
                  </a:ln>
                  <a:solidFill>
                    <a:schemeClr val="accent1">
                      <a:lumMod val="781"/>
                      <a:lumOff val="99219"/>
                    </a:schemeClr>
                  </a:solidFill>
                  <a:effectLst>
                    <a:outerShdw blurRad="38100" dist="38100" dir="2700000" algn="tl">
                      <a:schemeClr val="accent1">
                        <a:lumMod val="0"/>
                        <a:alpha val="43137"/>
                      </a:schemeClr>
                    </a:outerShdw>
                  </a:effectLst>
                  <a:uLnTx/>
                  <a:uFillTx/>
                  <a:latin typeface="思源黑体 CN Bold" panose="020B0800000000000000" charset="-122"/>
                  <a:ea typeface="思源黑体 CN Bold" panose="020B0800000000000000" charset="-122"/>
                  <a:cs typeface="思源黑体 CN Bold" panose="020B0800000000000000" charset="-122"/>
                </a:rPr>
                <a:t>        </a:t>
              </a:r>
              <a:r>
                <a:rPr kumimoji="0" lang="zh-CN" altLang="en-US" b="0" i="0" u="none" strike="noStrike" kern="1200" cap="none" spc="0" normalizeH="0" baseline="0" noProof="0" dirty="0">
                  <a:ln>
                    <a:noFill/>
                  </a:ln>
                  <a:solidFill>
                    <a:schemeClr val="accent1">
                      <a:lumMod val="781"/>
                      <a:lumOff val="99219"/>
                    </a:schemeClr>
                  </a:solidFill>
                  <a:effectLst>
                    <a:outerShdw blurRad="38100" dist="38100" dir="2700000" algn="tl">
                      <a:schemeClr val="accent1">
                        <a:lumMod val="0"/>
                        <a:alpha val="43137"/>
                      </a:schemeClr>
                    </a:outerShdw>
                  </a:effectLst>
                  <a:uLnTx/>
                  <a:uFillTx/>
                  <a:latin typeface="思源黑体 CN Bold" panose="020B0800000000000000" charset="-122"/>
                  <a:ea typeface="思源黑体 CN Bold" panose="020B0800000000000000" charset="-122"/>
                  <a:cs typeface="思源黑体 CN Bold" panose="020B0800000000000000" charset="-122"/>
                </a:rPr>
                <a:t>张家瑞</a:t>
              </a:r>
              <a:endParaRPr kumimoji="0" lang="zh-CN" altLang="en-US" b="0" i="0" u="none" strike="noStrike" kern="1200" cap="none" spc="0" normalizeH="0" baseline="0" noProof="0" dirty="0">
                <a:ln>
                  <a:noFill/>
                </a:ln>
                <a:solidFill>
                  <a:schemeClr val="accent1">
                    <a:lumMod val="781"/>
                    <a:lumOff val="99219"/>
                  </a:schemeClr>
                </a:solidFill>
                <a:effectLst>
                  <a:outerShdw blurRad="38100" dist="38100" dir="2700000" algn="tl">
                    <a:schemeClr val="accent1">
                      <a:lumMod val="0"/>
                      <a:alpha val="43137"/>
                    </a:schemeClr>
                  </a:outerShdw>
                </a:effectLst>
                <a:uLnTx/>
                <a:uFillTx/>
                <a:latin typeface="思源黑体 CN Bold" panose="020B0800000000000000" charset="-122"/>
                <a:ea typeface="思源黑体 CN Bold" panose="020B0800000000000000" charset="-122"/>
                <a:cs typeface="思源黑体 CN Bold" panose="020B0800000000000000" charset="-122"/>
              </a:endParaRPr>
            </a:p>
          </p:txBody>
        </p:sp>
      </p:grpSp>
      <p:grpSp>
        <p:nvGrpSpPr>
          <p:cNvPr id="39" name="宇神PPT-11"/>
          <p:cNvGrpSpPr/>
          <p:nvPr/>
        </p:nvGrpSpPr>
        <p:grpSpPr>
          <a:xfrm>
            <a:off x="397565" y="1498307"/>
            <a:ext cx="5411142" cy="2159517"/>
            <a:chOff x="1207356" y="1585755"/>
            <a:chExt cx="5411142" cy="2159517"/>
          </a:xfrm>
          <a:effectLst>
            <a:outerShdw dist="50800" dir="2700000" algn="tl" rotWithShape="0">
              <a:schemeClr val="accent2">
                <a:alpha val="20000"/>
              </a:schemeClr>
            </a:outerShdw>
          </a:effectLst>
        </p:grpSpPr>
        <p:sp>
          <p:nvSpPr>
            <p:cNvPr id="40" name="宇神PPT-11-1"/>
            <p:cNvSpPr/>
            <p:nvPr/>
          </p:nvSpPr>
          <p:spPr>
            <a:xfrm>
              <a:off x="1443763" y="3699553"/>
              <a:ext cx="5174735" cy="45719"/>
            </a:xfrm>
            <a:custGeom>
              <a:avLst/>
              <a:gdLst>
                <a:gd name="connsiteX0" fmla="*/ 0 w 4686857"/>
                <a:gd name="connsiteY0" fmla="*/ 0 h 20571"/>
                <a:gd name="connsiteX1" fmla="*/ 4686857 w 4686857"/>
                <a:gd name="connsiteY1" fmla="*/ 0 h 20571"/>
                <a:gd name="connsiteX2" fmla="*/ 4686857 w 4686857"/>
                <a:gd name="connsiteY2" fmla="*/ 20571 h 20571"/>
                <a:gd name="connsiteX3" fmla="*/ 0 w 4686857"/>
                <a:gd name="connsiteY3" fmla="*/ 20571 h 20571"/>
              </a:gdLst>
              <a:ahLst/>
              <a:cxnLst>
                <a:cxn ang="0">
                  <a:pos x="connsiteX0" y="connsiteY0"/>
                </a:cxn>
                <a:cxn ang="0">
                  <a:pos x="connsiteX1" y="connsiteY1"/>
                </a:cxn>
                <a:cxn ang="0">
                  <a:pos x="connsiteX2" y="connsiteY2"/>
                </a:cxn>
                <a:cxn ang="0">
                  <a:pos x="connsiteX3" y="connsiteY3"/>
                </a:cxn>
              </a:cxnLst>
              <a:rect l="l" t="t" r="r" b="b"/>
              <a:pathLst>
                <a:path w="4686857" h="20571">
                  <a:moveTo>
                    <a:pt x="0" y="0"/>
                  </a:moveTo>
                  <a:lnTo>
                    <a:pt x="4686857" y="0"/>
                  </a:lnTo>
                  <a:lnTo>
                    <a:pt x="4686857" y="20571"/>
                  </a:lnTo>
                  <a:lnTo>
                    <a:pt x="0" y="20571"/>
                  </a:lnTo>
                  <a:close/>
                </a:path>
              </a:pathLst>
            </a:custGeom>
            <a:gradFill>
              <a:gsLst>
                <a:gs pos="100000">
                  <a:schemeClr val="accent2"/>
                </a:gs>
                <a:gs pos="0">
                  <a:schemeClr val="accent1"/>
                </a:gs>
              </a:gsLst>
              <a:lin ang="2700000" scaled="0"/>
            </a:gra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100000">
                      <a:schemeClr val="accent2"/>
                    </a:gs>
                    <a:gs pos="0">
                      <a:schemeClr val="accent1"/>
                    </a:gs>
                  </a:gsLst>
                  <a:lin ang="2700000" scaled="0"/>
                </a:gra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41" name="宇神PPT-11-2"/>
            <p:cNvSpPr txBox="1"/>
            <p:nvPr/>
          </p:nvSpPr>
          <p:spPr>
            <a:xfrm>
              <a:off x="1389978" y="1585755"/>
              <a:ext cx="4707728" cy="368300"/>
            </a:xfrm>
            <a:prstGeom prst="rect">
              <a:avLst/>
            </a:prstGeom>
            <a:noFill/>
          </p:spPr>
          <p:txBody>
            <a:bodyPr wrap="square" rtlCol="0">
              <a:spAutoFit/>
            </a:bodyPr>
            <a:lstStyle/>
            <a:p>
              <a:pPr marL="0" marR="0" lvl="0" algn="dist" defTabSz="914400" rtl="0" eaLnBrk="1" fontAlgn="auto" latinLnBrk="0" hangingPunct="1">
                <a:lnSpc>
                  <a:spcPct val="100000"/>
                </a:lnSpc>
                <a:spcBef>
                  <a:spcPts val="0"/>
                </a:spcBef>
                <a:spcAft>
                  <a:spcPts val="0"/>
                </a:spcAft>
                <a:buClrTx/>
                <a:buSzTx/>
                <a:buFontTx/>
                <a:buNone/>
                <a:defRPr/>
              </a:pPr>
              <a:r>
                <a:rPr lang="en-US" altLang="zh-CN" noProof="0" dirty="0">
                  <a:ln>
                    <a:noFill/>
                  </a:ln>
                  <a:gradFill>
                    <a:gsLst>
                      <a:gs pos="100000">
                        <a:schemeClr val="accent2"/>
                      </a:gs>
                      <a:gs pos="0">
                        <a:schemeClr val="accent1"/>
                      </a:gs>
                    </a:gsLst>
                    <a:lin ang="2700000" scaled="0"/>
                  </a:gradFill>
                  <a:effectLst/>
                  <a:uLnTx/>
                  <a:uFillTx/>
                  <a:latin typeface="思源黑体 CN Bold" panose="020B0800000000000000" charset="-122"/>
                  <a:ea typeface="思源黑体 CN Bold" panose="020B0800000000000000" charset="-122"/>
                  <a:cs typeface="思源黑体 CN Bold" panose="020B0800000000000000" charset="-122"/>
                  <a:sym typeface="+mn-ea"/>
                </a:rPr>
                <a:t>RABINDRANATH TAGORE</a:t>
              </a:r>
              <a:endParaRPr kumimoji="0" lang="en-US" altLang="zh-CN" sz="1800" b="0" i="0" u="none" strike="noStrike" kern="1200" cap="none" spc="0" normalizeH="0" baseline="0" noProof="0" dirty="0">
                <a:ln>
                  <a:noFill/>
                </a:ln>
                <a:gradFill>
                  <a:gsLst>
                    <a:gs pos="100000">
                      <a:schemeClr val="accent2"/>
                    </a:gs>
                    <a:gs pos="0">
                      <a:schemeClr val="accent1"/>
                    </a:gs>
                  </a:gsLst>
                  <a:lin ang="2700000" scaled="0"/>
                </a:gra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42" name="宇神PPT-11-3"/>
            <p:cNvSpPr txBox="1"/>
            <p:nvPr/>
          </p:nvSpPr>
          <p:spPr>
            <a:xfrm>
              <a:off x="1207356" y="1803648"/>
              <a:ext cx="1620957" cy="1862048"/>
            </a:xfrm>
            <a:prstGeom prst="rect">
              <a:avLst/>
            </a:prstGeom>
            <a:noFill/>
          </p:spPr>
          <p:txBody>
            <a:bodyPr wrap="non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1500" b="0" i="0" u="none" strike="noStrike" kern="1200" cap="none" spc="-300" normalizeH="0" baseline="0" noProof="0" dirty="0">
                  <a:ln w="12700">
                    <a:noFill/>
                  </a:ln>
                  <a:gradFill>
                    <a:gsLst>
                      <a:gs pos="100000">
                        <a:schemeClr val="accent2"/>
                      </a:gs>
                      <a:gs pos="0">
                        <a:schemeClr val="accent1"/>
                      </a:gs>
                    </a:gsLst>
                    <a:lin ang="2700000" scaled="0"/>
                  </a:gradFill>
                  <a:effectLst/>
                  <a:uLnTx/>
                  <a:uFillTx/>
                  <a:latin typeface="汉仪书魂体简" panose="02010609000101010101" pitchFamily="49" charset="-122"/>
                  <a:ea typeface="汉仪书魂体简" panose="02010609000101010101" pitchFamily="49" charset="-122"/>
                  <a:cs typeface="思源黑体 CN Bold" panose="020B0800000000000000" charset="-122"/>
                </a:rPr>
                <a:t>泰</a:t>
              </a:r>
              <a:endParaRPr kumimoji="0" lang="zh-CN" altLang="en-US" sz="11500" b="0" i="0" u="none" strike="noStrike" kern="1200" cap="none" spc="-300" normalizeH="0" baseline="0" noProof="0" dirty="0">
                <a:ln w="12700">
                  <a:noFill/>
                </a:ln>
                <a:gradFill>
                  <a:gsLst>
                    <a:gs pos="100000">
                      <a:schemeClr val="accent2"/>
                    </a:gs>
                    <a:gs pos="0">
                      <a:schemeClr val="accent1"/>
                    </a:gs>
                  </a:gsLst>
                  <a:lin ang="2700000" scaled="0"/>
                </a:gradFill>
                <a:effectLst/>
                <a:uLnTx/>
                <a:uFillTx/>
                <a:latin typeface="汉仪书魂体简" panose="02010609000101010101" pitchFamily="49" charset="-122"/>
                <a:ea typeface="汉仪书魂体简" panose="02010609000101010101" pitchFamily="49" charset="-122"/>
                <a:cs typeface="思源黑体 CN Bold" panose="020B0800000000000000" charset="-122"/>
              </a:endParaRPr>
            </a:p>
          </p:txBody>
        </p:sp>
        <p:sp>
          <p:nvSpPr>
            <p:cNvPr id="43" name="宇神PPT-11-4"/>
            <p:cNvSpPr txBox="1"/>
            <p:nvPr/>
          </p:nvSpPr>
          <p:spPr>
            <a:xfrm>
              <a:off x="2334577" y="1803648"/>
              <a:ext cx="1620957" cy="1862048"/>
            </a:xfrm>
            <a:prstGeom prst="rect">
              <a:avLst/>
            </a:prstGeom>
            <a:noFill/>
          </p:spPr>
          <p:txBody>
            <a:bodyPr wrap="non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1500" b="0" i="0" u="none" strike="noStrike" kern="1200" cap="none" spc="-300" normalizeH="0" baseline="0" noProof="0" dirty="0">
                  <a:ln w="12700">
                    <a:noFill/>
                  </a:ln>
                  <a:gradFill>
                    <a:gsLst>
                      <a:gs pos="100000">
                        <a:schemeClr val="accent2"/>
                      </a:gs>
                      <a:gs pos="0">
                        <a:schemeClr val="accent1"/>
                      </a:gs>
                    </a:gsLst>
                    <a:lin ang="2700000" scaled="0"/>
                  </a:gradFill>
                  <a:effectLst/>
                  <a:uLnTx/>
                  <a:uFillTx/>
                  <a:latin typeface="汉仪书魂体简" panose="02010609000101010101" pitchFamily="49" charset="-122"/>
                  <a:ea typeface="汉仪书魂体简" panose="02010609000101010101" pitchFamily="49" charset="-122"/>
                  <a:cs typeface="思源黑体 CN Bold" panose="020B0800000000000000" charset="-122"/>
                </a:rPr>
                <a:t>戈</a:t>
              </a:r>
              <a:endParaRPr kumimoji="0" lang="zh-CN" altLang="en-US" sz="11500" b="0" i="0" u="none" strike="noStrike" kern="1200" cap="none" spc="-300" normalizeH="0" baseline="0" noProof="0" dirty="0">
                <a:ln w="12700">
                  <a:noFill/>
                </a:ln>
                <a:gradFill>
                  <a:gsLst>
                    <a:gs pos="100000">
                      <a:schemeClr val="accent2"/>
                    </a:gs>
                    <a:gs pos="0">
                      <a:schemeClr val="accent1"/>
                    </a:gs>
                  </a:gsLst>
                  <a:lin ang="2700000" scaled="0"/>
                </a:gradFill>
                <a:effectLst/>
                <a:uLnTx/>
                <a:uFillTx/>
                <a:latin typeface="汉仪书魂体简" panose="02010609000101010101" pitchFamily="49" charset="-122"/>
                <a:ea typeface="汉仪书魂体简" panose="02010609000101010101" pitchFamily="49" charset="-122"/>
                <a:cs typeface="思源黑体 CN Bold" panose="020B0800000000000000" charset="-122"/>
              </a:endParaRPr>
            </a:p>
          </p:txBody>
        </p:sp>
        <p:sp>
          <p:nvSpPr>
            <p:cNvPr id="44" name="宇神PPT-11-5"/>
            <p:cNvSpPr txBox="1"/>
            <p:nvPr/>
          </p:nvSpPr>
          <p:spPr>
            <a:xfrm>
              <a:off x="3657837" y="1803648"/>
              <a:ext cx="1620957" cy="1862048"/>
            </a:xfrm>
            <a:prstGeom prst="rect">
              <a:avLst/>
            </a:prstGeom>
            <a:noFill/>
          </p:spPr>
          <p:txBody>
            <a:bodyPr wrap="non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1500" b="0" i="0" u="none" strike="noStrike" kern="1200" cap="none" spc="-300" normalizeH="0" baseline="0" noProof="0" dirty="0">
                  <a:ln w="12700">
                    <a:noFill/>
                  </a:ln>
                  <a:gradFill>
                    <a:gsLst>
                      <a:gs pos="100000">
                        <a:schemeClr val="accent2"/>
                      </a:gs>
                      <a:gs pos="0">
                        <a:schemeClr val="accent1"/>
                      </a:gs>
                    </a:gsLst>
                    <a:lin ang="2700000" scaled="0"/>
                  </a:gradFill>
                  <a:effectLst/>
                  <a:uLnTx/>
                  <a:uFillTx/>
                  <a:latin typeface="汉仪书魂体简" panose="02010609000101010101" pitchFamily="49" charset="-122"/>
                  <a:ea typeface="汉仪书魂体简" panose="02010609000101010101" pitchFamily="49" charset="-122"/>
                  <a:cs typeface="思源黑体 CN Bold" panose="020B0800000000000000" charset="-122"/>
                </a:rPr>
                <a:t>尔</a:t>
              </a:r>
              <a:endParaRPr kumimoji="0" lang="zh-CN" altLang="en-US" sz="11500" b="0" i="0" u="none" strike="noStrike" kern="1200" cap="none" spc="-300" normalizeH="0" baseline="0" noProof="0" dirty="0">
                <a:ln w="12700">
                  <a:noFill/>
                </a:ln>
                <a:gradFill>
                  <a:gsLst>
                    <a:gs pos="100000">
                      <a:schemeClr val="accent2"/>
                    </a:gs>
                    <a:gs pos="0">
                      <a:schemeClr val="accent1"/>
                    </a:gs>
                  </a:gsLst>
                  <a:lin ang="2700000" scaled="0"/>
                </a:gradFill>
                <a:effectLst/>
                <a:uLnTx/>
                <a:uFillTx/>
                <a:latin typeface="汉仪书魂体简" panose="02010609000101010101" pitchFamily="49" charset="-122"/>
                <a:ea typeface="汉仪书魂体简" panose="02010609000101010101" pitchFamily="49" charset="-122"/>
                <a:cs typeface="思源黑体 CN Bold" panose="020B0800000000000000" charset="-122"/>
              </a:endParaRPr>
            </a:p>
          </p:txBody>
        </p:sp>
        <p:sp>
          <p:nvSpPr>
            <p:cNvPr id="45" name="宇神PPT-11-6"/>
            <p:cNvSpPr txBox="1"/>
            <p:nvPr/>
          </p:nvSpPr>
          <p:spPr>
            <a:xfrm>
              <a:off x="5157719" y="2381022"/>
              <a:ext cx="928459" cy="107721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300" normalizeH="0" baseline="0" noProof="0" dirty="0">
                  <a:ln w="12700">
                    <a:noFill/>
                  </a:ln>
                  <a:gradFill>
                    <a:gsLst>
                      <a:gs pos="100000">
                        <a:schemeClr val="accent2"/>
                      </a:gs>
                      <a:gs pos="0">
                        <a:schemeClr val="accent1"/>
                      </a:gs>
                    </a:gsLst>
                    <a:lin ang="2700000" scaled="0"/>
                  </a:gradFill>
                  <a:effectLst/>
                  <a:uLnTx/>
                  <a:uFillTx/>
                  <a:latin typeface="汉仪书魂体简" panose="02010609000101010101" pitchFamily="49" charset="-122"/>
                  <a:ea typeface="汉仪书魂体简" panose="02010609000101010101" pitchFamily="49" charset="-122"/>
                  <a:cs typeface="思源黑体 CN Bold" panose="020B0800000000000000" charset="-122"/>
                </a:rPr>
                <a:t>名人</a:t>
              </a:r>
              <a:endParaRPr kumimoji="0" lang="en-US" altLang="zh-CN" sz="3200" b="0" i="0" u="none" strike="noStrike" kern="1200" cap="none" spc="-300" normalizeH="0" baseline="0" noProof="0" dirty="0">
                <a:ln w="12700">
                  <a:noFill/>
                </a:ln>
                <a:gradFill>
                  <a:gsLst>
                    <a:gs pos="100000">
                      <a:schemeClr val="accent2"/>
                    </a:gs>
                    <a:gs pos="0">
                      <a:schemeClr val="accent1"/>
                    </a:gs>
                  </a:gsLst>
                  <a:lin ang="2700000" scaled="0"/>
                </a:gradFill>
                <a:effectLst/>
                <a:uLnTx/>
                <a:uFillTx/>
                <a:latin typeface="汉仪书魂体简" panose="02010609000101010101" pitchFamily="49" charset="-122"/>
                <a:ea typeface="汉仪书魂体简" panose="02010609000101010101" pitchFamily="49" charset="-122"/>
                <a:cs typeface="思源黑体 CN Bold" panose="020B0800000000000000"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300" normalizeH="0" baseline="0" noProof="0" dirty="0">
                  <a:ln w="12700">
                    <a:noFill/>
                  </a:ln>
                  <a:gradFill>
                    <a:gsLst>
                      <a:gs pos="100000">
                        <a:schemeClr val="accent2"/>
                      </a:gs>
                      <a:gs pos="0">
                        <a:schemeClr val="accent1"/>
                      </a:gs>
                    </a:gsLst>
                    <a:lin ang="2700000" scaled="0"/>
                  </a:gradFill>
                  <a:effectLst/>
                  <a:uLnTx/>
                  <a:uFillTx/>
                  <a:latin typeface="汉仪书魂体简" panose="02010609000101010101" pitchFamily="49" charset="-122"/>
                  <a:ea typeface="汉仪书魂体简" panose="02010609000101010101" pitchFamily="49" charset="-122"/>
                  <a:cs typeface="思源黑体 CN Bold" panose="020B0800000000000000" charset="-122"/>
                </a:rPr>
                <a:t>介绍</a:t>
              </a:r>
              <a:endParaRPr kumimoji="0" lang="zh-CN" altLang="en-US" sz="3200" b="0" i="0" u="none" strike="noStrike" kern="1200" cap="none" spc="-300" normalizeH="0" baseline="0" noProof="0" dirty="0">
                <a:ln w="12700">
                  <a:noFill/>
                </a:ln>
                <a:gradFill>
                  <a:gsLst>
                    <a:gs pos="100000">
                      <a:schemeClr val="accent2"/>
                    </a:gs>
                    <a:gs pos="0">
                      <a:schemeClr val="accent1"/>
                    </a:gs>
                  </a:gsLst>
                  <a:lin ang="2700000" scaled="0"/>
                </a:gradFill>
                <a:effectLst/>
                <a:uLnTx/>
                <a:uFillTx/>
                <a:latin typeface="汉仪书魂体简" panose="02010609000101010101" pitchFamily="49" charset="-122"/>
                <a:ea typeface="汉仪书魂体简" panose="02010609000101010101" pitchFamily="49" charset="-122"/>
                <a:cs typeface="思源黑体 CN Bold" panose="020B0800000000000000" charset="-122"/>
              </a:endParaRPr>
            </a:p>
          </p:txBody>
        </p:sp>
      </p:grpSp>
      <p:sp>
        <p:nvSpPr>
          <p:cNvPr id="58" name="宇神PPT-12"/>
          <p:cNvSpPr/>
          <p:nvPr/>
        </p:nvSpPr>
        <p:spPr>
          <a:xfrm>
            <a:off x="2335264" y="348429"/>
            <a:ext cx="6679196" cy="275590"/>
          </a:xfrm>
          <a:prstGeom prst="rect">
            <a:avLst/>
          </a:prstGeom>
        </p:spPr>
        <p:txBody>
          <a:bodyPr wrap="square">
            <a:spAutoFit/>
          </a:bodyPr>
          <a:lstStyle/>
          <a:p>
            <a:pPr marL="0" marR="0" lvl="0" indent="0" algn="dist" defTabSz="9144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作家简介  </a:t>
            </a:r>
            <a:r>
              <a:rPr kumimoji="0" lang="en-US" altLang="zh-CN"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  </a:t>
            </a: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创作特色</a:t>
            </a: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  </a:t>
            </a:r>
            <a:r>
              <a:rPr kumimoji="0" lang="en-US" altLang="zh-CN"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  </a:t>
            </a: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人物评价</a:t>
            </a: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  </a:t>
            </a:r>
            <a:r>
              <a:rPr kumimoji="0" lang="en-US" altLang="zh-CN"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  </a:t>
            </a: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名人名言</a:t>
            </a:r>
            <a:endPar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sp>
        <p:nvSpPr>
          <p:cNvPr id="59" name="宇神PPT-13"/>
          <p:cNvSpPr txBox="1"/>
          <p:nvPr/>
        </p:nvSpPr>
        <p:spPr>
          <a:xfrm>
            <a:off x="7397655" y="6184966"/>
            <a:ext cx="4416067" cy="442493"/>
          </a:xfrm>
          <a:prstGeom prst="rect">
            <a:avLst/>
          </a:prstGeom>
          <a:noFill/>
        </p:spPr>
        <p:txBody>
          <a:bodyPr wrap="square">
            <a:spAutoFit/>
          </a:bodyPr>
          <a:lstStyle/>
          <a:p>
            <a:pPr marL="0" marR="0" lvl="0" indent="0" algn="r" defTabSz="914400" rtl="0" eaLnBrk="1" fontAlgn="auto" latinLnBrk="0" hangingPunct="1">
              <a:lnSpc>
                <a:spcPct val="150000"/>
              </a:lnSpc>
              <a:spcBef>
                <a:spcPts val="0"/>
              </a:spcBef>
              <a:spcAft>
                <a:spcPts val="0"/>
              </a:spcAft>
              <a:buClrTx/>
              <a:buSzTx/>
              <a:buFontTx/>
              <a:buNone/>
              <a:defRPr/>
            </a:pPr>
            <a:r>
              <a:rPr kumimoji="0" lang="en-US" altLang="zh-CN" sz="800" b="0" i="0" u="none" strike="noStrike" kern="1200" cap="none" spc="0" normalizeH="0" baseline="0" noProof="0" dirty="0">
                <a:ln>
                  <a:noFill/>
                </a:ln>
                <a:solidFill>
                  <a:schemeClr val="accent1">
                    <a:lumMod val="781"/>
                    <a:lumOff val="99219"/>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PPT TEMPLATE OF LITERATURE NOVEL READING SHARING MEETING</a:t>
            </a:r>
            <a:r>
              <a:rPr kumimoji="0" lang="zh-CN" altLang="en-US" sz="800" b="0" i="0" u="none" strike="noStrike" kern="1200" cap="none" spc="0" normalizeH="0" baseline="0" noProof="0" dirty="0">
                <a:ln>
                  <a:noFill/>
                </a:ln>
                <a:solidFill>
                  <a:schemeClr val="accent1">
                    <a:lumMod val="781"/>
                    <a:lumOff val="99219"/>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a:t>
            </a:r>
            <a:r>
              <a:rPr kumimoji="0" lang="en-US" altLang="zh-CN" sz="800" b="0" i="0" u="none" strike="noStrike" kern="1200" cap="none" spc="0" normalizeH="0" baseline="0" noProof="0" dirty="0">
                <a:ln>
                  <a:noFill/>
                </a:ln>
                <a:solidFill>
                  <a:schemeClr val="accent1">
                    <a:lumMod val="781"/>
                    <a:lumOff val="99219"/>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PPT TEMPLATE OF LITERATURE NOVEL READING SHARING MEETING</a:t>
            </a:r>
            <a:endParaRPr kumimoji="0" lang="zh-CN" altLang="en-US" sz="800" b="0" i="0" u="none" strike="noStrike" kern="1200" cap="none" spc="0" normalizeH="0" baseline="0" noProof="0" dirty="0">
              <a:ln>
                <a:noFill/>
              </a:ln>
              <a:solidFill>
                <a:schemeClr val="accent1">
                  <a:lumMod val="781"/>
                  <a:lumOff val="99219"/>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pic>
        <p:nvPicPr>
          <p:cNvPr id="3" name="图片 2" descr="QQ图片20240527000216"/>
          <p:cNvPicPr>
            <a:picLocks noChangeAspect="1"/>
          </p:cNvPicPr>
          <p:nvPr/>
        </p:nvPicPr>
        <p:blipFill>
          <a:blip r:embed="rId3"/>
          <a:stretch>
            <a:fillRect/>
          </a:stretch>
        </p:blipFill>
        <p:spPr>
          <a:xfrm>
            <a:off x="472440" y="193675"/>
            <a:ext cx="1203325" cy="1170305"/>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500"/>
                                        <p:tgtEl>
                                          <p:spTgt spid="39"/>
                                        </p:tgtEl>
                                      </p:cBhvr>
                                    </p:animEffect>
                                    <p:anim calcmode="lin" valueType="num">
                                      <p:cBhvr>
                                        <p:cTn id="8" dur="500" fill="hold"/>
                                        <p:tgtEl>
                                          <p:spTgt spid="39"/>
                                        </p:tgtEl>
                                        <p:attrNameLst>
                                          <p:attrName>ppt_x</p:attrName>
                                        </p:attrNameLst>
                                      </p:cBhvr>
                                      <p:tavLst>
                                        <p:tav tm="0">
                                          <p:val>
                                            <p:strVal val="#ppt_x"/>
                                          </p:val>
                                        </p:tav>
                                        <p:tav tm="100000">
                                          <p:val>
                                            <p:strVal val="#ppt_x"/>
                                          </p:val>
                                        </p:tav>
                                      </p:tavLst>
                                    </p:anim>
                                    <p:anim calcmode="lin" valueType="num">
                                      <p:cBhvr>
                                        <p:cTn id="9" dur="500" fill="hold"/>
                                        <p:tgtEl>
                                          <p:spTgt spid="39"/>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anim calcmode="lin" valueType="num">
                                      <p:cBhvr>
                                        <p:cTn id="14" dur="500" fill="hold"/>
                                        <p:tgtEl>
                                          <p:spTgt spid="30"/>
                                        </p:tgtEl>
                                        <p:attrNameLst>
                                          <p:attrName>ppt_x</p:attrName>
                                        </p:attrNameLst>
                                      </p:cBhvr>
                                      <p:tavLst>
                                        <p:tav tm="0">
                                          <p:val>
                                            <p:strVal val="#ppt_x"/>
                                          </p:val>
                                        </p:tav>
                                        <p:tav tm="100000">
                                          <p:val>
                                            <p:strVal val="#ppt_x"/>
                                          </p:val>
                                        </p:tav>
                                      </p:tavLst>
                                    </p:anim>
                                    <p:anim calcmode="lin" valueType="num">
                                      <p:cBhvr>
                                        <p:cTn id="15" dur="5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宇神PPT-1" hidden="1"/>
          <p:cNvSpPr txBox="1"/>
          <p:nvPr/>
        </p:nvSpPr>
        <p:spPr>
          <a:xfrm>
            <a:off x="10580913" y="-603126"/>
            <a:ext cx="1727200" cy="369332"/>
          </a:xfrm>
          <a:prstGeom prst="rect">
            <a:avLst/>
          </a:prstGeom>
          <a:noFill/>
        </p:spPr>
        <p:txBody>
          <a:bodyPr wrap="square" rtlCol="0">
            <a:spAutoFit/>
          </a:bodyPr>
          <a:lstStyle/>
          <a:p>
            <a:pPr algn="ctr"/>
            <a:r>
              <a:rPr lang="en-US" altLang="zh-CN" dirty="0">
                <a:ln>
                  <a:noFill/>
                </a:ln>
                <a:noFill/>
                <a:cs typeface="思源黑体 CN Bold" panose="020B0800000000000000" charset="-122"/>
              </a:rPr>
              <a:t>By  </a:t>
            </a:r>
            <a:r>
              <a:rPr lang="en-US" altLang="zh-CN" dirty="0" err="1">
                <a:ln>
                  <a:noFill/>
                </a:ln>
                <a:noFill/>
                <a:cs typeface="思源黑体 CN Bold" panose="020B0800000000000000" charset="-122"/>
              </a:rPr>
              <a:t>Yushen</a:t>
            </a:r>
            <a:endParaRPr lang="zh-CN" altLang="en-US" dirty="0">
              <a:ln>
                <a:noFill/>
              </a:ln>
              <a:noFill/>
              <a:cs typeface="思源黑体 CN Bold" panose="020B0800000000000000" charset="-122"/>
            </a:endParaRPr>
          </a:p>
        </p:txBody>
      </p:sp>
      <p:pic>
        <p:nvPicPr>
          <p:cNvPr id="11" name="宇神PPT-2" descr="背景图案&#10;&#10;描述已自动生成"/>
          <p:cNvPicPr>
            <a:picLocks noChangeAspect="1"/>
          </p:cNvPicPr>
          <p:nvPr/>
        </p:nvPicPr>
        <p:blipFill>
          <a:blip r:embed="rId1">
            <a:extLst>
              <a:ext uri="{28A0092B-C50C-407E-A947-70E740481C1C}">
                <a14:useLocalDpi xmlns:a14="http://schemas.microsoft.com/office/drawing/2010/main" val="0"/>
              </a:ext>
            </a:extLst>
          </a:blip>
          <a:srcRect b="8108"/>
          <a:stretch>
            <a:fillRect/>
          </a:stretch>
        </p:blipFill>
        <p:spPr>
          <a:xfrm flipH="1">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87" name="宇神PPT-3"/>
          <p:cNvSpPr/>
          <p:nvPr/>
        </p:nvSpPr>
        <p:spPr>
          <a:xfrm flipH="1" flipV="1">
            <a:off x="1256411" y="0"/>
            <a:ext cx="10935589" cy="6858000"/>
          </a:xfrm>
          <a:custGeom>
            <a:avLst/>
            <a:gdLst>
              <a:gd name="connsiteX0" fmla="*/ 5255268 w 10935589"/>
              <a:gd name="connsiteY0" fmla="*/ 6858000 h 6858000"/>
              <a:gd name="connsiteX1" fmla="*/ 0 w 10935589"/>
              <a:gd name="connsiteY1" fmla="*/ 6858000 h 6858000"/>
              <a:gd name="connsiteX2" fmla="*/ 0 w 10935589"/>
              <a:gd name="connsiteY2" fmla="*/ 0 h 6858000"/>
              <a:gd name="connsiteX3" fmla="*/ 10935589 w 10935589"/>
              <a:gd name="connsiteY3" fmla="*/ 0 h 6858000"/>
              <a:gd name="connsiteX4" fmla="*/ 10930590 w 10935589"/>
              <a:gd name="connsiteY4" fmla="*/ 9075 h 6858000"/>
              <a:gd name="connsiteX5" fmla="*/ 10755166 w 10935589"/>
              <a:gd name="connsiteY5" fmla="*/ 332112 h 6858000"/>
              <a:gd name="connsiteX6" fmla="*/ 9038445 w 10935589"/>
              <a:gd name="connsiteY6" fmla="*/ 2230509 h 6858000"/>
              <a:gd name="connsiteX7" fmla="*/ 7242735 w 10935589"/>
              <a:gd name="connsiteY7" fmla="*/ 2883495 h 6858000"/>
              <a:gd name="connsiteX8" fmla="*/ 6042083 w 10935589"/>
              <a:gd name="connsiteY8" fmla="*/ 4616013 h 6858000"/>
              <a:gd name="connsiteX9" fmla="*/ 5310107 w 10935589"/>
              <a:gd name="connsiteY9" fmla="*/ 67382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35589" h="6858000">
                <a:moveTo>
                  <a:pt x="5255268" y="6858000"/>
                </a:moveTo>
                <a:lnTo>
                  <a:pt x="0" y="6858000"/>
                </a:lnTo>
                <a:lnTo>
                  <a:pt x="0" y="0"/>
                </a:lnTo>
                <a:lnTo>
                  <a:pt x="10935589" y="0"/>
                </a:lnTo>
                <a:lnTo>
                  <a:pt x="10930590" y="9075"/>
                </a:lnTo>
                <a:cubicBezTo>
                  <a:pt x="10872335" y="117193"/>
                  <a:pt x="10814409" y="225475"/>
                  <a:pt x="10755166" y="332112"/>
                </a:cubicBezTo>
                <a:cubicBezTo>
                  <a:pt x="10318087" y="1124646"/>
                  <a:pt x="9770421" y="1875054"/>
                  <a:pt x="9038445" y="2230509"/>
                </a:cubicBezTo>
                <a:cubicBezTo>
                  <a:pt x="8456550" y="2512241"/>
                  <a:pt x="7795667" y="2525406"/>
                  <a:pt x="7242735" y="2883495"/>
                </a:cubicBezTo>
                <a:cubicBezTo>
                  <a:pt x="6684538" y="3246850"/>
                  <a:pt x="6308018" y="3918268"/>
                  <a:pt x="6042083" y="4616013"/>
                </a:cubicBezTo>
                <a:cubicBezTo>
                  <a:pt x="5776151" y="5311127"/>
                  <a:pt x="5599739" y="6056269"/>
                  <a:pt x="5310107" y="6738217"/>
                </a:cubicBezTo>
                <a:close/>
              </a:path>
            </a:pathLst>
          </a:custGeom>
          <a:solidFill>
            <a:schemeClr val="accent1">
              <a:lumMod val="781"/>
              <a:lumOff val="99219"/>
              <a:alpha val="37000"/>
            </a:schemeClr>
          </a:solidFill>
          <a:ln w="18992" cap="flat">
            <a:noFill/>
            <a:prstDash val="solid"/>
            <a:miter/>
          </a:ln>
        </p:spPr>
        <p:txBody>
          <a:bodyPr wrap="square" rtlCol="0" anchor="ctr">
            <a:noAutofit/>
          </a:bodyPr>
          <a:lstStyle/>
          <a:p>
            <a:endParaRPr lang="zh-CN" altLang="en-US"/>
          </a:p>
        </p:txBody>
      </p:sp>
      <p:sp>
        <p:nvSpPr>
          <p:cNvPr id="88" name="宇神PPT-4"/>
          <p:cNvSpPr/>
          <p:nvPr/>
        </p:nvSpPr>
        <p:spPr>
          <a:xfrm flipH="1" flipV="1">
            <a:off x="1592377" y="0"/>
            <a:ext cx="10599623" cy="6858000"/>
          </a:xfrm>
          <a:custGeom>
            <a:avLst/>
            <a:gdLst>
              <a:gd name="connsiteX0" fmla="*/ 5111292 w 10599623"/>
              <a:gd name="connsiteY0" fmla="*/ 6858000 h 6858000"/>
              <a:gd name="connsiteX1" fmla="*/ 0 w 10599623"/>
              <a:gd name="connsiteY1" fmla="*/ 6858000 h 6858000"/>
              <a:gd name="connsiteX2" fmla="*/ 0 w 10599623"/>
              <a:gd name="connsiteY2" fmla="*/ 0 h 6858000"/>
              <a:gd name="connsiteX3" fmla="*/ 10599623 w 10599623"/>
              <a:gd name="connsiteY3" fmla="*/ 0 h 6858000"/>
              <a:gd name="connsiteX4" fmla="*/ 10347503 w 10599623"/>
              <a:gd name="connsiteY4" fmla="*/ 226213 h 6858000"/>
              <a:gd name="connsiteX5" fmla="*/ 9783587 w 10599623"/>
              <a:gd name="connsiteY5" fmla="*/ 605942 h 6858000"/>
              <a:gd name="connsiteX6" fmla="*/ 7579761 w 10599623"/>
              <a:gd name="connsiteY6" fmla="*/ 1506430 h 6858000"/>
              <a:gd name="connsiteX7" fmla="*/ 6150037 w 10599623"/>
              <a:gd name="connsiteY7" fmla="*/ 3715523 h 6858000"/>
              <a:gd name="connsiteX8" fmla="*/ 5315374 w 10599623"/>
              <a:gd name="connsiteY8" fmla="*/ 6385391 h 6858000"/>
              <a:gd name="connsiteX9" fmla="*/ 5121602 w 10599623"/>
              <a:gd name="connsiteY9" fmla="*/ 683715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99623" h="6858000">
                <a:moveTo>
                  <a:pt x="5111292" y="6858000"/>
                </a:moveTo>
                <a:lnTo>
                  <a:pt x="0" y="6858000"/>
                </a:lnTo>
                <a:lnTo>
                  <a:pt x="0" y="0"/>
                </a:lnTo>
                <a:lnTo>
                  <a:pt x="10599623" y="0"/>
                </a:lnTo>
                <a:lnTo>
                  <a:pt x="10347503" y="226213"/>
                </a:lnTo>
                <a:cubicBezTo>
                  <a:pt x="10170639" y="371604"/>
                  <a:pt x="9983037" y="499305"/>
                  <a:pt x="9783587" y="605942"/>
                </a:cubicBezTo>
                <a:cubicBezTo>
                  <a:pt x="9072675" y="985095"/>
                  <a:pt x="8251177" y="1035121"/>
                  <a:pt x="7579761" y="1506430"/>
                </a:cubicBezTo>
                <a:cubicBezTo>
                  <a:pt x="6900444" y="1983004"/>
                  <a:pt x="6455466" y="2838731"/>
                  <a:pt x="6150037" y="3715523"/>
                </a:cubicBezTo>
                <a:cubicBezTo>
                  <a:pt x="5844608" y="4592313"/>
                  <a:pt x="5649766" y="5524397"/>
                  <a:pt x="5315374" y="6385391"/>
                </a:cubicBezTo>
                <a:cubicBezTo>
                  <a:pt x="5256132" y="6536789"/>
                  <a:pt x="5191623" y="6688351"/>
                  <a:pt x="5121602" y="6837157"/>
                </a:cubicBezTo>
                <a:close/>
              </a:path>
            </a:pathLst>
          </a:custGeom>
          <a:solidFill>
            <a:schemeClr val="accent1">
              <a:lumMod val="781"/>
              <a:lumOff val="99219"/>
              <a:alpha val="60000"/>
            </a:schemeClr>
          </a:solidFill>
          <a:ln w="18992" cap="flat">
            <a:noFill/>
            <a:prstDash val="solid"/>
            <a:miter/>
          </a:ln>
        </p:spPr>
        <p:txBody>
          <a:bodyPr wrap="square" rtlCol="0" anchor="ctr">
            <a:noAutofit/>
          </a:bodyPr>
          <a:lstStyle/>
          <a:p>
            <a:endParaRPr lang="zh-CN" altLang="en-US"/>
          </a:p>
        </p:txBody>
      </p:sp>
      <p:sp>
        <p:nvSpPr>
          <p:cNvPr id="89" name="宇神PPT-5"/>
          <p:cNvSpPr/>
          <p:nvPr/>
        </p:nvSpPr>
        <p:spPr>
          <a:xfrm flipH="1" flipV="1">
            <a:off x="1985555" y="0"/>
            <a:ext cx="10206445" cy="6858000"/>
          </a:xfrm>
          <a:custGeom>
            <a:avLst/>
            <a:gdLst>
              <a:gd name="connsiteX0" fmla="*/ 4771432 w 10206445"/>
              <a:gd name="connsiteY0" fmla="*/ 6858000 h 6858000"/>
              <a:gd name="connsiteX1" fmla="*/ 0 w 10206445"/>
              <a:gd name="connsiteY1" fmla="*/ 6858000 h 6858000"/>
              <a:gd name="connsiteX2" fmla="*/ 0 w 10206445"/>
              <a:gd name="connsiteY2" fmla="*/ 0 h 6858000"/>
              <a:gd name="connsiteX3" fmla="*/ 10206445 w 10206445"/>
              <a:gd name="connsiteY3" fmla="*/ 0 h 6858000"/>
              <a:gd name="connsiteX4" fmla="*/ 10089962 w 10206445"/>
              <a:gd name="connsiteY4" fmla="*/ 102093 h 6858000"/>
              <a:gd name="connsiteX5" fmla="*/ 9554515 w 10206445"/>
              <a:gd name="connsiteY5" fmla="*/ 466394 h 6858000"/>
              <a:gd name="connsiteX6" fmla="*/ 7158479 w 10206445"/>
              <a:gd name="connsiteY6" fmla="*/ 1503799 h 6858000"/>
              <a:gd name="connsiteX7" fmla="*/ 5628702 w 10206445"/>
              <a:gd name="connsiteY7" fmla="*/ 3955128 h 6858000"/>
              <a:gd name="connsiteX8" fmla="*/ 4882748 w 10206445"/>
              <a:gd name="connsiteY8" fmla="*/ 653918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06445" h="6858000">
                <a:moveTo>
                  <a:pt x="4771432" y="6858000"/>
                </a:moveTo>
                <a:lnTo>
                  <a:pt x="0" y="6858000"/>
                </a:lnTo>
                <a:lnTo>
                  <a:pt x="0" y="0"/>
                </a:lnTo>
                <a:lnTo>
                  <a:pt x="10206445" y="0"/>
                </a:lnTo>
                <a:lnTo>
                  <a:pt x="10089962" y="102093"/>
                </a:lnTo>
                <a:cubicBezTo>
                  <a:pt x="9920997" y="238968"/>
                  <a:pt x="9742775" y="361074"/>
                  <a:pt x="9554515" y="466394"/>
                </a:cubicBezTo>
                <a:cubicBezTo>
                  <a:pt x="8783044" y="898206"/>
                  <a:pt x="7887822" y="971932"/>
                  <a:pt x="7158479" y="1503799"/>
                </a:cubicBezTo>
                <a:cubicBezTo>
                  <a:pt x="6421238" y="2043565"/>
                  <a:pt x="5949929" y="2988815"/>
                  <a:pt x="5628702" y="3955128"/>
                </a:cubicBezTo>
                <a:cubicBezTo>
                  <a:pt x="5347629" y="4802956"/>
                  <a:pt x="5161303" y="5693118"/>
                  <a:pt x="4882748" y="6539182"/>
                </a:cubicBezTo>
                <a:close/>
              </a:path>
            </a:pathLst>
          </a:custGeom>
          <a:solidFill>
            <a:schemeClr val="accent1">
              <a:lumMod val="781"/>
              <a:lumOff val="99219"/>
            </a:schemeClr>
          </a:solidFill>
          <a:ln w="18992" cap="flat">
            <a:noFill/>
            <a:prstDash val="solid"/>
            <a:miter/>
          </a:ln>
        </p:spPr>
        <p:txBody>
          <a:bodyPr wrap="square" rtlCol="0" anchor="ctr">
            <a:noAutofit/>
          </a:bodyPr>
          <a:lstStyle/>
          <a:p>
            <a:endParaRPr lang="zh-CN" altLang="en-US" dirty="0"/>
          </a:p>
        </p:txBody>
      </p:sp>
      <p:grpSp>
        <p:nvGrpSpPr>
          <p:cNvPr id="63" name="宇神PPT-7"/>
          <p:cNvGrpSpPr/>
          <p:nvPr/>
        </p:nvGrpSpPr>
        <p:grpSpPr>
          <a:xfrm>
            <a:off x="1075520" y="940702"/>
            <a:ext cx="4007255" cy="1569660"/>
            <a:chOff x="703129" y="915974"/>
            <a:chExt cx="4007255" cy="1569660"/>
          </a:xfrm>
        </p:grpSpPr>
        <p:sp>
          <p:nvSpPr>
            <p:cNvPr id="64" name="宇神PPT-7-1"/>
            <p:cNvSpPr txBox="1"/>
            <p:nvPr/>
          </p:nvSpPr>
          <p:spPr>
            <a:xfrm>
              <a:off x="703129" y="915974"/>
              <a:ext cx="1722113" cy="15696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600" b="0" i="0" u="none" strike="noStrike" kern="1200" cap="none" spc="0" normalizeH="0" baseline="0" noProof="0" dirty="0">
                  <a:ln w="6350">
                    <a:noFill/>
                  </a:ln>
                  <a:solidFill>
                    <a:schemeClr val="accent1">
                      <a:lumMod val="781"/>
                      <a:lumOff val="99219"/>
                    </a:schemeClr>
                  </a:solidFill>
                  <a:effectLst>
                    <a:outerShdw blurRad="127000" dist="63500" dir="2700000" algn="tl">
                      <a:schemeClr val="accent1">
                        <a:lumMod val="0"/>
                        <a:alpha val="40000"/>
                      </a:schemeClr>
                    </a:outerShdw>
                  </a:effectLst>
                  <a:uLnTx/>
                  <a:uFillTx/>
                  <a:latin typeface="汉仪书魂体简" panose="02010609000101010101" pitchFamily="49" charset="-122"/>
                  <a:ea typeface="汉仪书魂体简" panose="02010609000101010101" pitchFamily="49" charset="-122"/>
                  <a:cs typeface="思源黑体 CN Bold" panose="020B0800000000000000" charset="-122"/>
                </a:rPr>
                <a:t>目</a:t>
              </a:r>
              <a:endParaRPr kumimoji="0" lang="zh-CN" altLang="en-US" sz="9600" b="0" i="0" u="none" strike="noStrike" kern="1200" cap="none" spc="0" normalizeH="0" baseline="0" noProof="0" dirty="0">
                <a:ln w="6350">
                  <a:noFill/>
                </a:ln>
                <a:solidFill>
                  <a:schemeClr val="accent1">
                    <a:lumMod val="781"/>
                    <a:lumOff val="99219"/>
                  </a:schemeClr>
                </a:solidFill>
                <a:effectLst>
                  <a:outerShdw blurRad="127000" dist="63500" dir="2700000" algn="tl">
                    <a:schemeClr val="accent1">
                      <a:lumMod val="0"/>
                      <a:alpha val="40000"/>
                    </a:schemeClr>
                  </a:outerShdw>
                </a:effectLst>
                <a:uLnTx/>
                <a:uFillTx/>
                <a:latin typeface="汉仪书魂体简" panose="02010609000101010101" pitchFamily="49" charset="-122"/>
                <a:ea typeface="汉仪书魂体简" panose="02010609000101010101" pitchFamily="49" charset="-122"/>
                <a:cs typeface="思源黑体 CN Bold" panose="020B0800000000000000" charset="-122"/>
              </a:endParaRPr>
            </a:p>
          </p:txBody>
        </p:sp>
        <p:sp>
          <p:nvSpPr>
            <p:cNvPr id="65" name="宇神PPT-7-2"/>
            <p:cNvSpPr txBox="1"/>
            <p:nvPr/>
          </p:nvSpPr>
          <p:spPr>
            <a:xfrm>
              <a:off x="1857057" y="1012115"/>
              <a:ext cx="1428677"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800" b="0" i="0" u="none" strike="noStrike" kern="1200" cap="none" spc="0" normalizeH="0" baseline="0" noProof="0" dirty="0">
                  <a:ln w="6350">
                    <a:noFill/>
                  </a:ln>
                  <a:solidFill>
                    <a:schemeClr val="accent1">
                      <a:lumMod val="781"/>
                      <a:lumOff val="99219"/>
                    </a:schemeClr>
                  </a:solidFill>
                  <a:effectLst>
                    <a:outerShdw blurRad="127000" dist="63500" dir="2700000" algn="tl">
                      <a:schemeClr val="accent1">
                        <a:lumMod val="0"/>
                        <a:alpha val="40000"/>
                      </a:schemeClr>
                    </a:outerShdw>
                  </a:effectLst>
                  <a:uLnTx/>
                  <a:uFillTx/>
                  <a:latin typeface="汉仪书魂体简" panose="02010609000101010101" pitchFamily="49" charset="-122"/>
                  <a:ea typeface="汉仪书魂体简" panose="02010609000101010101" pitchFamily="49" charset="-122"/>
                  <a:cs typeface="思源黑体 CN Bold" panose="020B0800000000000000" charset="-122"/>
                </a:rPr>
                <a:t>录</a:t>
              </a:r>
              <a:endParaRPr kumimoji="0" lang="zh-CN" altLang="en-US" sz="8800" b="0" i="0" u="none" strike="noStrike" kern="1200" cap="none" spc="0" normalizeH="0" baseline="0" noProof="0" dirty="0">
                <a:ln w="6350">
                  <a:noFill/>
                </a:ln>
                <a:solidFill>
                  <a:schemeClr val="accent1">
                    <a:lumMod val="781"/>
                    <a:lumOff val="99219"/>
                  </a:schemeClr>
                </a:solidFill>
                <a:effectLst>
                  <a:outerShdw blurRad="127000" dist="63500" dir="2700000" algn="tl">
                    <a:schemeClr val="accent1">
                      <a:lumMod val="0"/>
                      <a:alpha val="40000"/>
                    </a:schemeClr>
                  </a:outerShdw>
                </a:effectLst>
                <a:uLnTx/>
                <a:uFillTx/>
                <a:latin typeface="汉仪书魂体简" panose="02010609000101010101" pitchFamily="49" charset="-122"/>
                <a:ea typeface="汉仪书魂体简" panose="02010609000101010101" pitchFamily="49" charset="-122"/>
                <a:cs typeface="思源黑体 CN Bold" panose="020B0800000000000000" charset="-122"/>
              </a:endParaRPr>
            </a:p>
          </p:txBody>
        </p:sp>
        <p:sp>
          <p:nvSpPr>
            <p:cNvPr id="66" name="宇神PPT-7-3"/>
            <p:cNvSpPr txBox="1"/>
            <p:nvPr/>
          </p:nvSpPr>
          <p:spPr>
            <a:xfrm>
              <a:off x="3119821" y="1794423"/>
              <a:ext cx="1590563" cy="338554"/>
            </a:xfrm>
            <a:prstGeom prst="rect">
              <a:avLst/>
            </a:prstGeom>
            <a:noFill/>
          </p:spPr>
          <p:txBody>
            <a:bodyPr wrap="square" rtlCol="0">
              <a:spAutoFit/>
            </a:bodyPr>
            <a:lstStyle>
              <a:defPPr>
                <a:defRPr lang="zh-CN"/>
              </a:defPPr>
              <a:lvl1pPr algn="ctr">
                <a:defRPr sz="17500">
                  <a:ln w="6350">
                    <a:solidFill>
                      <a:srgbClr val="002060">
                        <a:alpha val="50000"/>
                      </a:srgbClr>
                    </a:solidFill>
                  </a:ln>
                  <a:solidFill>
                    <a:schemeClr val="bg1"/>
                  </a:solidFill>
                  <a:effectLst>
                    <a:outerShdw blurRad="127000" dist="63500" dir="2700000" algn="tl" rotWithShape="0">
                      <a:srgbClr val="341D71">
                        <a:alpha val="80000"/>
                      </a:srgbClr>
                    </a:outerShdw>
                  </a:effectLst>
                  <a:latin typeface="汉仪许静行楷W" panose="00020600040101010101" pitchFamily="18" charset="-122"/>
                  <a:ea typeface="汉仪许静行楷W" panose="00020600040101010101" pitchFamily="18" charset="-122"/>
                  <a:cs typeface="思源黑体 CN Bold" panose="020B0800000000000000" charset="-122"/>
                </a:defRPr>
              </a:lvl1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w="6350">
                    <a:noFill/>
                  </a:ln>
                  <a:solidFill>
                    <a:schemeClr val="accent1">
                      <a:lumMod val="781"/>
                      <a:lumOff val="99219"/>
                    </a:schemeClr>
                  </a:solidFill>
                  <a:effectLst>
                    <a:outerShdw blurRad="127000" dist="63500" dir="2700000" algn="tl">
                      <a:schemeClr val="accent1">
                        <a:lumMod val="0"/>
                        <a:alpha val="40000"/>
                      </a:schemeClr>
                    </a:outerShdw>
                  </a:effectLst>
                  <a:uLnTx/>
                  <a:uFillTx/>
                  <a:latin typeface="思源黑体 CN Bold" panose="020B0800000000000000" charset="-122"/>
                  <a:ea typeface="思源黑体 CN Bold" panose="020B0800000000000000" charset="-122"/>
                </a:rPr>
                <a:t>CONTNETS</a:t>
              </a:r>
              <a:endParaRPr kumimoji="0" lang="zh-CN" altLang="en-US" sz="1600" b="0" i="0" u="none" strike="noStrike" kern="1200" cap="none" spc="0" normalizeH="0" baseline="0" noProof="0" dirty="0">
                <a:ln w="6350">
                  <a:noFill/>
                </a:ln>
                <a:solidFill>
                  <a:schemeClr val="accent1">
                    <a:lumMod val="781"/>
                    <a:lumOff val="99219"/>
                  </a:schemeClr>
                </a:solidFill>
                <a:effectLst>
                  <a:outerShdw blurRad="127000" dist="63500" dir="2700000" algn="tl">
                    <a:schemeClr val="accent1">
                      <a:lumMod val="0"/>
                      <a:alpha val="40000"/>
                    </a:schemeClr>
                  </a:outerShdw>
                </a:effectLst>
                <a:uLnTx/>
                <a:uFillTx/>
                <a:latin typeface="思源黑体 CN Bold" panose="020B0800000000000000" charset="-122"/>
                <a:ea typeface="思源黑体 CN Bold" panose="020B0800000000000000" charset="-122"/>
              </a:endParaRPr>
            </a:p>
          </p:txBody>
        </p:sp>
      </p:grpSp>
      <p:grpSp>
        <p:nvGrpSpPr>
          <p:cNvPr id="105" name="宇神PPT-8"/>
          <p:cNvGrpSpPr/>
          <p:nvPr>
            <p:custDataLst>
              <p:tags r:id="rId2"/>
            </p:custDataLst>
          </p:nvPr>
        </p:nvGrpSpPr>
        <p:grpSpPr>
          <a:xfrm>
            <a:off x="7787518" y="1036843"/>
            <a:ext cx="3459398" cy="915132"/>
            <a:chOff x="7655386" y="1280673"/>
            <a:chExt cx="3459398" cy="915132"/>
          </a:xfrm>
        </p:grpSpPr>
        <p:grpSp>
          <p:nvGrpSpPr>
            <p:cNvPr id="16" name="组合 15"/>
            <p:cNvGrpSpPr/>
            <p:nvPr/>
          </p:nvGrpSpPr>
          <p:grpSpPr>
            <a:xfrm>
              <a:off x="8732602" y="1280673"/>
              <a:ext cx="2382182" cy="915132"/>
              <a:chOff x="8732602" y="1280673"/>
              <a:chExt cx="2382182" cy="915132"/>
            </a:xfrm>
          </p:grpSpPr>
          <p:sp>
            <p:nvSpPr>
              <p:cNvPr id="68" name="宇神PPT-8-1"/>
              <p:cNvSpPr txBox="1"/>
              <p:nvPr>
                <p:custDataLst>
                  <p:tags r:id="rId3"/>
                </p:custDataLst>
              </p:nvPr>
            </p:nvSpPr>
            <p:spPr>
              <a:xfrm>
                <a:off x="8732602" y="1280673"/>
                <a:ext cx="848309" cy="769441"/>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rPr>
                  <a:t>01</a:t>
                </a:r>
                <a:endParaRPr kumimoji="0" lang="zh-CN" altLang="en-US" sz="4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69" name="宇神PPT-8-2"/>
              <p:cNvSpPr txBox="1"/>
              <p:nvPr>
                <p:custDataLst>
                  <p:tags r:id="rId4"/>
                </p:custDataLst>
              </p:nvPr>
            </p:nvSpPr>
            <p:spPr>
              <a:xfrm>
                <a:off x="8811081" y="1918806"/>
                <a:ext cx="2303703" cy="276999"/>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Light" panose="020B0300000000000000" pitchFamily="34" charset="-122"/>
                    <a:ea typeface="思源黑体 CN Light" panose="020B0300000000000000" pitchFamily="34" charset="-122"/>
                    <a:cs typeface="+mn-ea"/>
                    <a:sym typeface="+mn-lt"/>
                  </a:rPr>
                  <a:t>AUTHOR PROFILE</a:t>
                </a:r>
                <a:endParaRPr kumimoji="0" lang="en-US" altLang="zh-CN" sz="12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Light" panose="020B0300000000000000" pitchFamily="34" charset="-122"/>
                  <a:ea typeface="思源黑体 CN Light" panose="020B0300000000000000" pitchFamily="34" charset="-122"/>
                  <a:cs typeface="+mn-ea"/>
                  <a:sym typeface="+mn-lt"/>
                </a:endParaRPr>
              </a:p>
            </p:txBody>
          </p:sp>
          <p:sp>
            <p:nvSpPr>
              <p:cNvPr id="70" name="宇神PPT-8-3"/>
              <p:cNvSpPr txBox="1"/>
              <p:nvPr>
                <p:custDataLst>
                  <p:tags r:id="rId5"/>
                </p:custDataLst>
              </p:nvPr>
            </p:nvSpPr>
            <p:spPr>
              <a:xfrm>
                <a:off x="9677835" y="1463090"/>
                <a:ext cx="1415772" cy="46166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mn-ea"/>
                    <a:sym typeface="+mn-lt"/>
                  </a:rPr>
                  <a:t>作家简介</a:t>
                </a:r>
                <a:endParaRPr kumimoji="0" lang="zh-CN" altLang="en-US" sz="2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mn-ea"/>
                  <a:sym typeface="+mn-lt"/>
                </a:endParaRPr>
              </a:p>
            </p:txBody>
          </p:sp>
        </p:grpSp>
        <p:grpSp>
          <p:nvGrpSpPr>
            <p:cNvPr id="12" name="组合 11"/>
            <p:cNvGrpSpPr/>
            <p:nvPr/>
          </p:nvGrpSpPr>
          <p:grpSpPr>
            <a:xfrm>
              <a:off x="7655386" y="1327724"/>
              <a:ext cx="821030" cy="821030"/>
              <a:chOff x="7655386" y="1368425"/>
              <a:chExt cx="821030" cy="821030"/>
            </a:xfrm>
          </p:grpSpPr>
          <p:sp>
            <p:nvSpPr>
              <p:cNvPr id="71" name="宇神PPT-8-4"/>
              <p:cNvSpPr/>
              <p:nvPr>
                <p:custDataLst>
                  <p:tags r:id="rId6"/>
                </p:custDataLst>
              </p:nvPr>
            </p:nvSpPr>
            <p:spPr>
              <a:xfrm>
                <a:off x="7833588" y="1578886"/>
                <a:ext cx="464626" cy="400108"/>
              </a:xfrm>
              <a:custGeom>
                <a:avLst/>
                <a:gdLst>
                  <a:gd name="connsiteX0" fmla="*/ 292030 w 457214"/>
                  <a:gd name="connsiteY0" fmla="*/ 101570 h 393726"/>
                  <a:gd name="connsiteX1" fmla="*/ 292030 w 457214"/>
                  <a:gd name="connsiteY1" fmla="*/ 368232 h 393726"/>
                  <a:gd name="connsiteX2" fmla="*/ 393643 w 457214"/>
                  <a:gd name="connsiteY2" fmla="*/ 368232 h 393726"/>
                  <a:gd name="connsiteX3" fmla="*/ 393643 w 457214"/>
                  <a:gd name="connsiteY3" fmla="*/ 114284 h 393726"/>
                  <a:gd name="connsiteX4" fmla="*/ 380929 w 457214"/>
                  <a:gd name="connsiteY4" fmla="*/ 101570 h 393726"/>
                  <a:gd name="connsiteX5" fmla="*/ 101581 w 457214"/>
                  <a:gd name="connsiteY5" fmla="*/ 88883 h 393726"/>
                  <a:gd name="connsiteX6" fmla="*/ 228557 w 457214"/>
                  <a:gd name="connsiteY6" fmla="*/ 88883 h 393726"/>
                  <a:gd name="connsiteX7" fmla="*/ 228557 w 457214"/>
                  <a:gd name="connsiteY7" fmla="*/ 114278 h 393726"/>
                  <a:gd name="connsiteX8" fmla="*/ 101581 w 457214"/>
                  <a:gd name="connsiteY8" fmla="*/ 114278 h 393726"/>
                  <a:gd name="connsiteX9" fmla="*/ 76186 w 457214"/>
                  <a:gd name="connsiteY9" fmla="*/ 25381 h 393726"/>
                  <a:gd name="connsiteX10" fmla="*/ 63472 w 457214"/>
                  <a:gd name="connsiteY10" fmla="*/ 38095 h 393726"/>
                  <a:gd name="connsiteX11" fmla="*/ 63472 w 457214"/>
                  <a:gd name="connsiteY11" fmla="*/ 368232 h 393726"/>
                  <a:gd name="connsiteX12" fmla="*/ 266650 w 457214"/>
                  <a:gd name="connsiteY12" fmla="*/ 368232 h 393726"/>
                  <a:gd name="connsiteX13" fmla="*/ 266650 w 457214"/>
                  <a:gd name="connsiteY13" fmla="*/ 38095 h 393726"/>
                  <a:gd name="connsiteX14" fmla="*/ 253937 w 457214"/>
                  <a:gd name="connsiteY14" fmla="*/ 25381 h 393726"/>
                  <a:gd name="connsiteX15" fmla="*/ 76186 w 457214"/>
                  <a:gd name="connsiteY15" fmla="*/ 0 h 393726"/>
                  <a:gd name="connsiteX16" fmla="*/ 253937 w 457214"/>
                  <a:gd name="connsiteY16" fmla="*/ 0 h 393726"/>
                  <a:gd name="connsiteX17" fmla="*/ 292030 w 457214"/>
                  <a:gd name="connsiteY17" fmla="*/ 38095 h 393726"/>
                  <a:gd name="connsiteX18" fmla="*/ 292030 w 457214"/>
                  <a:gd name="connsiteY18" fmla="*/ 76189 h 393726"/>
                  <a:gd name="connsiteX19" fmla="*/ 380929 w 457214"/>
                  <a:gd name="connsiteY19" fmla="*/ 76189 h 393726"/>
                  <a:gd name="connsiteX20" fmla="*/ 419022 w 457214"/>
                  <a:gd name="connsiteY20" fmla="*/ 114284 h 393726"/>
                  <a:gd name="connsiteX21" fmla="*/ 419022 w 457214"/>
                  <a:gd name="connsiteY21" fmla="*/ 368232 h 393726"/>
                  <a:gd name="connsiteX22" fmla="*/ 457214 w 457214"/>
                  <a:gd name="connsiteY22" fmla="*/ 368232 h 393726"/>
                  <a:gd name="connsiteX23" fmla="*/ 457214 w 457214"/>
                  <a:gd name="connsiteY23" fmla="*/ 393726 h 393726"/>
                  <a:gd name="connsiteX24" fmla="*/ 0 w 457214"/>
                  <a:gd name="connsiteY24" fmla="*/ 393726 h 393726"/>
                  <a:gd name="connsiteX25" fmla="*/ 0 w 457214"/>
                  <a:gd name="connsiteY25" fmla="*/ 368232 h 393726"/>
                  <a:gd name="connsiteX26" fmla="*/ 38093 w 457214"/>
                  <a:gd name="connsiteY26" fmla="*/ 368232 h 393726"/>
                  <a:gd name="connsiteX27" fmla="*/ 38093 w 457214"/>
                  <a:gd name="connsiteY27" fmla="*/ 38095 h 393726"/>
                  <a:gd name="connsiteX28" fmla="*/ 76186 w 457214"/>
                  <a:gd name="connsiteY28" fmla="*/ 0 h 393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57214" h="393726">
                    <a:moveTo>
                      <a:pt x="292030" y="101570"/>
                    </a:moveTo>
                    <a:lnTo>
                      <a:pt x="292030" y="368232"/>
                    </a:lnTo>
                    <a:lnTo>
                      <a:pt x="393643" y="368232"/>
                    </a:lnTo>
                    <a:lnTo>
                      <a:pt x="393643" y="114284"/>
                    </a:lnTo>
                    <a:cubicBezTo>
                      <a:pt x="393643" y="107284"/>
                      <a:pt x="387929" y="101570"/>
                      <a:pt x="380929" y="101570"/>
                    </a:cubicBezTo>
                    <a:close/>
                    <a:moveTo>
                      <a:pt x="101581" y="88883"/>
                    </a:moveTo>
                    <a:lnTo>
                      <a:pt x="228557" y="88883"/>
                    </a:lnTo>
                    <a:lnTo>
                      <a:pt x="228557" y="114278"/>
                    </a:lnTo>
                    <a:lnTo>
                      <a:pt x="101581" y="114278"/>
                    </a:lnTo>
                    <a:close/>
                    <a:moveTo>
                      <a:pt x="76186" y="25381"/>
                    </a:moveTo>
                    <a:cubicBezTo>
                      <a:pt x="69186" y="25381"/>
                      <a:pt x="63472" y="31095"/>
                      <a:pt x="63472" y="38095"/>
                    </a:cubicBezTo>
                    <a:lnTo>
                      <a:pt x="63472" y="368232"/>
                    </a:lnTo>
                    <a:lnTo>
                      <a:pt x="266650" y="368232"/>
                    </a:lnTo>
                    <a:lnTo>
                      <a:pt x="266650" y="38095"/>
                    </a:lnTo>
                    <a:cubicBezTo>
                      <a:pt x="266650" y="31095"/>
                      <a:pt x="260984" y="25381"/>
                      <a:pt x="253937" y="25381"/>
                    </a:cubicBezTo>
                    <a:close/>
                    <a:moveTo>
                      <a:pt x="76186" y="0"/>
                    </a:moveTo>
                    <a:lnTo>
                      <a:pt x="253937" y="0"/>
                    </a:lnTo>
                    <a:cubicBezTo>
                      <a:pt x="274983" y="0"/>
                      <a:pt x="292030" y="17047"/>
                      <a:pt x="292030" y="38095"/>
                    </a:cubicBezTo>
                    <a:lnTo>
                      <a:pt x="292030" y="76189"/>
                    </a:lnTo>
                    <a:lnTo>
                      <a:pt x="380929" y="76189"/>
                    </a:lnTo>
                    <a:cubicBezTo>
                      <a:pt x="401975" y="76189"/>
                      <a:pt x="419022" y="93237"/>
                      <a:pt x="419022" y="114284"/>
                    </a:cubicBezTo>
                    <a:lnTo>
                      <a:pt x="419022" y="368232"/>
                    </a:lnTo>
                    <a:lnTo>
                      <a:pt x="457214" y="368232"/>
                    </a:lnTo>
                    <a:lnTo>
                      <a:pt x="457214" y="393726"/>
                    </a:lnTo>
                    <a:lnTo>
                      <a:pt x="0" y="393726"/>
                    </a:lnTo>
                    <a:lnTo>
                      <a:pt x="0" y="368232"/>
                    </a:lnTo>
                    <a:lnTo>
                      <a:pt x="38093" y="368232"/>
                    </a:lnTo>
                    <a:lnTo>
                      <a:pt x="38093" y="38095"/>
                    </a:lnTo>
                    <a:cubicBezTo>
                      <a:pt x="38093" y="17047"/>
                      <a:pt x="55140" y="0"/>
                      <a:pt x="76186" y="0"/>
                    </a:cubicBezTo>
                    <a:close/>
                  </a:path>
                </a:pathLst>
              </a:custGeom>
              <a:gradFill>
                <a:gsLst>
                  <a:gs pos="100000">
                    <a:schemeClr val="accent2"/>
                  </a:gs>
                  <a:gs pos="0">
                    <a:schemeClr val="accent1"/>
                  </a:gs>
                </a:gsLst>
                <a:lin ang="27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10" name="宇神PPT-8-5"/>
              <p:cNvSpPr/>
              <p:nvPr>
                <p:custDataLst>
                  <p:tags r:id="rId7"/>
                </p:custDataLst>
              </p:nvPr>
            </p:nvSpPr>
            <p:spPr>
              <a:xfrm>
                <a:off x="7655386" y="1368425"/>
                <a:ext cx="821030" cy="821030"/>
              </a:xfrm>
              <a:prstGeom prst="ellipse">
                <a:avLst/>
              </a:prstGeom>
              <a:noFill/>
              <a:ln w="19050">
                <a:gradFill>
                  <a:gsLst>
                    <a:gs pos="0">
                      <a:schemeClr val="accent1"/>
                    </a:gs>
                    <a:gs pos="100000">
                      <a:schemeClr val="accent2"/>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100000">
                        <a:schemeClr val="accent2"/>
                      </a:gs>
                      <a:gs pos="0">
                        <a:schemeClr val="accent1"/>
                      </a:gs>
                    </a:gsLst>
                    <a:lin ang="2700000" scaled="0"/>
                  </a:gradFill>
                </a:endParaRPr>
              </a:p>
            </p:txBody>
          </p:sp>
        </p:grpSp>
      </p:grpSp>
      <p:grpSp>
        <p:nvGrpSpPr>
          <p:cNvPr id="104" name="宇神PPT-9"/>
          <p:cNvGrpSpPr/>
          <p:nvPr>
            <p:custDataLst>
              <p:tags r:id="rId8"/>
            </p:custDataLst>
          </p:nvPr>
        </p:nvGrpSpPr>
        <p:grpSpPr>
          <a:xfrm>
            <a:off x="7787518" y="2451771"/>
            <a:ext cx="3459398" cy="888582"/>
            <a:chOff x="7655386" y="2597410"/>
            <a:chExt cx="3459398" cy="888582"/>
          </a:xfrm>
        </p:grpSpPr>
        <p:grpSp>
          <p:nvGrpSpPr>
            <p:cNvPr id="17" name="组合 16"/>
            <p:cNvGrpSpPr/>
            <p:nvPr/>
          </p:nvGrpSpPr>
          <p:grpSpPr>
            <a:xfrm>
              <a:off x="8732602" y="2597410"/>
              <a:ext cx="2382182" cy="888582"/>
              <a:chOff x="8732602" y="2597410"/>
              <a:chExt cx="2382182" cy="888582"/>
            </a:xfrm>
          </p:grpSpPr>
          <p:sp>
            <p:nvSpPr>
              <p:cNvPr id="78" name="宇神PPT-9-1"/>
              <p:cNvSpPr txBox="1"/>
              <p:nvPr>
                <p:custDataLst>
                  <p:tags r:id="rId9"/>
                </p:custDataLst>
              </p:nvPr>
            </p:nvSpPr>
            <p:spPr>
              <a:xfrm>
                <a:off x="8732602" y="2597410"/>
                <a:ext cx="848309" cy="769441"/>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思源黑体 CN Bold" panose="020B0800000000000000" charset="-122"/>
                  </a:rPr>
                  <a:t>02</a:t>
                </a:r>
                <a:endParaRPr kumimoji="0" lang="zh-CN" altLang="en-US" sz="4400" b="0" i="0" u="none" strike="noStrike" kern="120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79" name="宇神PPT-9-2"/>
              <p:cNvSpPr txBox="1"/>
              <p:nvPr>
                <p:custDataLst>
                  <p:tags r:id="rId10"/>
                </p:custDataLst>
              </p:nvPr>
            </p:nvSpPr>
            <p:spPr>
              <a:xfrm>
                <a:off x="8811081" y="3210402"/>
                <a:ext cx="2303703" cy="27559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lumMod val="50000"/>
                        <a:lumOff val="50000"/>
                      </a:schemeClr>
                    </a:solidFill>
                    <a:uLnTx/>
                    <a:uFillTx/>
                    <a:latin typeface="思源黑体 CN Light" panose="020B0300000000000000" pitchFamily="34" charset="-122"/>
                    <a:ea typeface="思源黑体 CN Light" panose="020B0300000000000000" pitchFamily="34" charset="-122"/>
                    <a:cs typeface="+mn-ea"/>
                    <a:sym typeface="+mn-lt"/>
                  </a:rPr>
                  <a:t>CREATIVE FEATURES</a:t>
                </a:r>
                <a:endParaRPr kumimoji="0" lang="en-US" altLang="zh-CN" sz="1200" b="0" i="0" u="none" strike="noStrike" kern="1200" cap="none" spc="0" normalizeH="0" baseline="0" noProof="0" dirty="0">
                  <a:ln>
                    <a:noFill/>
                  </a:ln>
                  <a:solidFill>
                    <a:schemeClr val="tx1">
                      <a:lumMod val="50000"/>
                      <a:lumOff val="50000"/>
                    </a:schemeClr>
                  </a:solidFill>
                  <a:uLnTx/>
                  <a:uFillTx/>
                  <a:latin typeface="思源黑体 CN Light" panose="020B0300000000000000" pitchFamily="34" charset="-122"/>
                  <a:ea typeface="思源黑体 CN Light" panose="020B0300000000000000" pitchFamily="34" charset="-122"/>
                  <a:cs typeface="+mn-ea"/>
                  <a:sym typeface="+mn-lt"/>
                </a:endParaRPr>
              </a:p>
            </p:txBody>
          </p:sp>
          <p:sp>
            <p:nvSpPr>
              <p:cNvPr id="80" name="宇神PPT-9-3"/>
              <p:cNvSpPr txBox="1"/>
              <p:nvPr>
                <p:custDataLst>
                  <p:tags r:id="rId11"/>
                </p:custDataLst>
              </p:nvPr>
            </p:nvSpPr>
            <p:spPr>
              <a:xfrm>
                <a:off x="9691527" y="2754686"/>
                <a:ext cx="1402080" cy="46037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mn-ea"/>
                    <a:sym typeface="+mn-lt"/>
                  </a:rPr>
                  <a:t>创作特色</a:t>
                </a:r>
                <a:endParaRPr kumimoji="0" lang="zh-CN" altLang="en-US" sz="2400" b="0" i="0" u="none" strike="noStrike" kern="120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mn-ea"/>
                  <a:sym typeface="+mn-lt"/>
                </a:endParaRPr>
              </a:p>
            </p:txBody>
          </p:sp>
        </p:grpSp>
        <p:grpSp>
          <p:nvGrpSpPr>
            <p:cNvPr id="15" name="组合 14"/>
            <p:cNvGrpSpPr/>
            <p:nvPr/>
          </p:nvGrpSpPr>
          <p:grpSpPr>
            <a:xfrm>
              <a:off x="7655386" y="2631890"/>
              <a:ext cx="821030" cy="821030"/>
              <a:chOff x="7655386" y="2666371"/>
              <a:chExt cx="821030" cy="821030"/>
            </a:xfrm>
          </p:grpSpPr>
          <p:sp>
            <p:nvSpPr>
              <p:cNvPr id="81" name="宇神PPT-9-4"/>
              <p:cNvSpPr/>
              <p:nvPr>
                <p:custDataLst>
                  <p:tags r:id="rId12"/>
                </p:custDataLst>
              </p:nvPr>
            </p:nvSpPr>
            <p:spPr>
              <a:xfrm>
                <a:off x="7833587" y="2844573"/>
                <a:ext cx="464628" cy="464626"/>
              </a:xfrm>
              <a:custGeom>
                <a:avLst/>
                <a:gdLst>
                  <a:gd name="T0" fmla="*/ 9715 w 10362"/>
                  <a:gd name="T1" fmla="*/ 6476 h 10361"/>
                  <a:gd name="T2" fmla="*/ 9087 w 10362"/>
                  <a:gd name="T3" fmla="*/ 6476 h 10361"/>
                  <a:gd name="T4" fmla="*/ 9087 w 10362"/>
                  <a:gd name="T5" fmla="*/ 4857 h 10361"/>
                  <a:gd name="T6" fmla="*/ 8845 w 10362"/>
                  <a:gd name="T7" fmla="*/ 4615 h 10361"/>
                  <a:gd name="T8" fmla="*/ 5424 w 10362"/>
                  <a:gd name="T9" fmla="*/ 4615 h 10361"/>
                  <a:gd name="T10" fmla="*/ 5424 w 10362"/>
                  <a:gd name="T11" fmla="*/ 3886 h 10361"/>
                  <a:gd name="T12" fmla="*/ 6476 w 10362"/>
                  <a:gd name="T13" fmla="*/ 3886 h 10361"/>
                  <a:gd name="T14" fmla="*/ 7124 w 10362"/>
                  <a:gd name="T15" fmla="*/ 3239 h 10361"/>
                  <a:gd name="T16" fmla="*/ 7124 w 10362"/>
                  <a:gd name="T17" fmla="*/ 647 h 10361"/>
                  <a:gd name="T18" fmla="*/ 6476 w 10362"/>
                  <a:gd name="T19" fmla="*/ 0 h 10361"/>
                  <a:gd name="T20" fmla="*/ 3886 w 10362"/>
                  <a:gd name="T21" fmla="*/ 0 h 10361"/>
                  <a:gd name="T22" fmla="*/ 3239 w 10362"/>
                  <a:gd name="T23" fmla="*/ 647 h 10361"/>
                  <a:gd name="T24" fmla="*/ 3239 w 10362"/>
                  <a:gd name="T25" fmla="*/ 3237 h 10361"/>
                  <a:gd name="T26" fmla="*/ 3886 w 10362"/>
                  <a:gd name="T27" fmla="*/ 3885 h 10361"/>
                  <a:gd name="T28" fmla="*/ 4939 w 10362"/>
                  <a:gd name="T29" fmla="*/ 3885 h 10361"/>
                  <a:gd name="T30" fmla="*/ 4939 w 10362"/>
                  <a:gd name="T31" fmla="*/ 4614 h 10361"/>
                  <a:gd name="T32" fmla="*/ 1519 w 10362"/>
                  <a:gd name="T33" fmla="*/ 4614 h 10361"/>
                  <a:gd name="T34" fmla="*/ 1276 w 10362"/>
                  <a:gd name="T35" fmla="*/ 4856 h 10361"/>
                  <a:gd name="T36" fmla="*/ 1276 w 10362"/>
                  <a:gd name="T37" fmla="*/ 6475 h 10361"/>
                  <a:gd name="T38" fmla="*/ 647 w 10362"/>
                  <a:gd name="T39" fmla="*/ 6475 h 10361"/>
                  <a:gd name="T40" fmla="*/ 0 w 10362"/>
                  <a:gd name="T41" fmla="*/ 7122 h 10361"/>
                  <a:gd name="T42" fmla="*/ 0 w 10362"/>
                  <a:gd name="T43" fmla="*/ 9712 h 10361"/>
                  <a:gd name="T44" fmla="*/ 647 w 10362"/>
                  <a:gd name="T45" fmla="*/ 10360 h 10361"/>
                  <a:gd name="T46" fmla="*/ 3237 w 10362"/>
                  <a:gd name="T47" fmla="*/ 10360 h 10361"/>
                  <a:gd name="T48" fmla="*/ 3885 w 10362"/>
                  <a:gd name="T49" fmla="*/ 9712 h 10361"/>
                  <a:gd name="T50" fmla="*/ 3885 w 10362"/>
                  <a:gd name="T51" fmla="*/ 7124 h 10361"/>
                  <a:gd name="T52" fmla="*/ 3237 w 10362"/>
                  <a:gd name="T53" fmla="*/ 6476 h 10361"/>
                  <a:gd name="T54" fmla="*/ 1761 w 10362"/>
                  <a:gd name="T55" fmla="*/ 6476 h 10361"/>
                  <a:gd name="T56" fmla="*/ 1761 w 10362"/>
                  <a:gd name="T57" fmla="*/ 5100 h 10361"/>
                  <a:gd name="T58" fmla="*/ 8602 w 10362"/>
                  <a:gd name="T59" fmla="*/ 5100 h 10361"/>
                  <a:gd name="T60" fmla="*/ 8602 w 10362"/>
                  <a:gd name="T61" fmla="*/ 6476 h 10361"/>
                  <a:gd name="T62" fmla="*/ 7124 w 10362"/>
                  <a:gd name="T63" fmla="*/ 6476 h 10361"/>
                  <a:gd name="T64" fmla="*/ 6476 w 10362"/>
                  <a:gd name="T65" fmla="*/ 7124 h 10361"/>
                  <a:gd name="T66" fmla="*/ 6476 w 10362"/>
                  <a:gd name="T67" fmla="*/ 9713 h 10361"/>
                  <a:gd name="T68" fmla="*/ 7124 w 10362"/>
                  <a:gd name="T69" fmla="*/ 10361 h 10361"/>
                  <a:gd name="T70" fmla="*/ 9713 w 10362"/>
                  <a:gd name="T71" fmla="*/ 10361 h 10361"/>
                  <a:gd name="T72" fmla="*/ 10361 w 10362"/>
                  <a:gd name="T73" fmla="*/ 9713 h 10361"/>
                  <a:gd name="T74" fmla="*/ 10361 w 10362"/>
                  <a:gd name="T75" fmla="*/ 7124 h 10361"/>
                  <a:gd name="T76" fmla="*/ 9715 w 10362"/>
                  <a:gd name="T77" fmla="*/ 6476 h 10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362" h="10361">
                    <a:moveTo>
                      <a:pt x="9715" y="6476"/>
                    </a:moveTo>
                    <a:lnTo>
                      <a:pt x="9087" y="6476"/>
                    </a:lnTo>
                    <a:lnTo>
                      <a:pt x="9087" y="4857"/>
                    </a:lnTo>
                    <a:cubicBezTo>
                      <a:pt x="9087" y="4724"/>
                      <a:pt x="8979" y="4615"/>
                      <a:pt x="8845" y="4615"/>
                    </a:cubicBezTo>
                    <a:lnTo>
                      <a:pt x="5424" y="4615"/>
                    </a:lnTo>
                    <a:lnTo>
                      <a:pt x="5424" y="3886"/>
                    </a:lnTo>
                    <a:lnTo>
                      <a:pt x="6476" y="3886"/>
                    </a:lnTo>
                    <a:cubicBezTo>
                      <a:pt x="6834" y="3886"/>
                      <a:pt x="7124" y="3596"/>
                      <a:pt x="7124" y="3239"/>
                    </a:cubicBezTo>
                    <a:lnTo>
                      <a:pt x="7124" y="647"/>
                    </a:lnTo>
                    <a:cubicBezTo>
                      <a:pt x="7124" y="290"/>
                      <a:pt x="6833" y="0"/>
                      <a:pt x="6476" y="0"/>
                    </a:cubicBezTo>
                    <a:lnTo>
                      <a:pt x="3886" y="0"/>
                    </a:lnTo>
                    <a:cubicBezTo>
                      <a:pt x="3528" y="0"/>
                      <a:pt x="3239" y="290"/>
                      <a:pt x="3239" y="647"/>
                    </a:cubicBezTo>
                    <a:lnTo>
                      <a:pt x="3239" y="3237"/>
                    </a:lnTo>
                    <a:cubicBezTo>
                      <a:pt x="3239" y="3595"/>
                      <a:pt x="3528" y="3885"/>
                      <a:pt x="3886" y="3885"/>
                    </a:cubicBezTo>
                    <a:lnTo>
                      <a:pt x="4939" y="3885"/>
                    </a:lnTo>
                    <a:lnTo>
                      <a:pt x="4939" y="4614"/>
                    </a:lnTo>
                    <a:lnTo>
                      <a:pt x="1519" y="4614"/>
                    </a:lnTo>
                    <a:cubicBezTo>
                      <a:pt x="1385" y="4614"/>
                      <a:pt x="1276" y="4722"/>
                      <a:pt x="1276" y="4856"/>
                    </a:cubicBezTo>
                    <a:lnTo>
                      <a:pt x="1276" y="6475"/>
                    </a:lnTo>
                    <a:lnTo>
                      <a:pt x="647" y="6475"/>
                    </a:lnTo>
                    <a:cubicBezTo>
                      <a:pt x="290" y="6475"/>
                      <a:pt x="0" y="6765"/>
                      <a:pt x="0" y="7122"/>
                    </a:cubicBezTo>
                    <a:lnTo>
                      <a:pt x="0" y="9712"/>
                    </a:lnTo>
                    <a:cubicBezTo>
                      <a:pt x="0" y="10070"/>
                      <a:pt x="290" y="10360"/>
                      <a:pt x="647" y="10360"/>
                    </a:cubicBezTo>
                    <a:lnTo>
                      <a:pt x="3237" y="10360"/>
                    </a:lnTo>
                    <a:cubicBezTo>
                      <a:pt x="3595" y="10360"/>
                      <a:pt x="3885" y="10070"/>
                      <a:pt x="3885" y="9712"/>
                    </a:cubicBezTo>
                    <a:lnTo>
                      <a:pt x="3885" y="7124"/>
                    </a:lnTo>
                    <a:cubicBezTo>
                      <a:pt x="3885" y="6766"/>
                      <a:pt x="3595" y="6476"/>
                      <a:pt x="3237" y="6476"/>
                    </a:cubicBezTo>
                    <a:lnTo>
                      <a:pt x="1761" y="6476"/>
                    </a:lnTo>
                    <a:lnTo>
                      <a:pt x="1761" y="5100"/>
                    </a:lnTo>
                    <a:lnTo>
                      <a:pt x="8602" y="5100"/>
                    </a:lnTo>
                    <a:lnTo>
                      <a:pt x="8602" y="6476"/>
                    </a:lnTo>
                    <a:lnTo>
                      <a:pt x="7124" y="6476"/>
                    </a:lnTo>
                    <a:cubicBezTo>
                      <a:pt x="6766" y="6476"/>
                      <a:pt x="6476" y="6766"/>
                      <a:pt x="6476" y="7124"/>
                    </a:cubicBezTo>
                    <a:lnTo>
                      <a:pt x="6476" y="9713"/>
                    </a:lnTo>
                    <a:cubicBezTo>
                      <a:pt x="6476" y="10071"/>
                      <a:pt x="6766" y="10361"/>
                      <a:pt x="7124" y="10361"/>
                    </a:cubicBezTo>
                    <a:lnTo>
                      <a:pt x="9713" y="10361"/>
                    </a:lnTo>
                    <a:cubicBezTo>
                      <a:pt x="10071" y="10361"/>
                      <a:pt x="10361" y="10071"/>
                      <a:pt x="10361" y="9713"/>
                    </a:cubicBezTo>
                    <a:lnTo>
                      <a:pt x="10361" y="7124"/>
                    </a:lnTo>
                    <a:cubicBezTo>
                      <a:pt x="10362" y="6766"/>
                      <a:pt x="10072" y="6476"/>
                      <a:pt x="9715" y="6476"/>
                    </a:cubicBezTo>
                    <a:close/>
                  </a:path>
                </a:pathLst>
              </a:custGeom>
              <a:solidFill>
                <a:schemeClr val="tx1">
                  <a:lumMod val="50000"/>
                  <a:lumOff val="5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92" name="宇神PPT-9-5"/>
              <p:cNvSpPr/>
              <p:nvPr>
                <p:custDataLst>
                  <p:tags r:id="rId13"/>
                </p:custDataLst>
              </p:nvPr>
            </p:nvSpPr>
            <p:spPr>
              <a:xfrm>
                <a:off x="7655386" y="2666371"/>
                <a:ext cx="821030" cy="821030"/>
              </a:xfrm>
              <a:prstGeom prst="ellipse">
                <a:avLst/>
              </a:prstGeom>
              <a:noFill/>
              <a:ln w="19050" cap="flat" cmpd="sng" algn="ctr">
                <a:solidFill>
                  <a:schemeClr val="tx1">
                    <a:lumMod val="50000"/>
                    <a:lumOff val="5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endParaRPr>
              </a:p>
            </p:txBody>
          </p:sp>
        </p:grpSp>
      </p:grpSp>
      <p:grpSp>
        <p:nvGrpSpPr>
          <p:cNvPr id="103" name="宇神PPT-10"/>
          <p:cNvGrpSpPr/>
          <p:nvPr>
            <p:custDataLst>
              <p:tags r:id="rId14"/>
            </p:custDataLst>
          </p:nvPr>
        </p:nvGrpSpPr>
        <p:grpSpPr>
          <a:xfrm>
            <a:off x="7787518" y="3841558"/>
            <a:ext cx="3535145" cy="879801"/>
            <a:chOff x="7655386" y="3801921"/>
            <a:chExt cx="3535145" cy="879801"/>
          </a:xfrm>
        </p:grpSpPr>
        <p:grpSp>
          <p:nvGrpSpPr>
            <p:cNvPr id="100" name="组合 99"/>
            <p:cNvGrpSpPr/>
            <p:nvPr/>
          </p:nvGrpSpPr>
          <p:grpSpPr>
            <a:xfrm>
              <a:off x="8732602" y="3801921"/>
              <a:ext cx="2457929" cy="879801"/>
              <a:chOff x="8732602" y="3801921"/>
              <a:chExt cx="2457929" cy="879801"/>
            </a:xfrm>
          </p:grpSpPr>
          <p:sp>
            <p:nvSpPr>
              <p:cNvPr id="73" name="宇神PPT-10-1"/>
              <p:cNvSpPr txBox="1"/>
              <p:nvPr>
                <p:custDataLst>
                  <p:tags r:id="rId15"/>
                </p:custDataLst>
              </p:nvPr>
            </p:nvSpPr>
            <p:spPr>
              <a:xfrm>
                <a:off x="8732602" y="3801921"/>
                <a:ext cx="848309" cy="769441"/>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rPr>
                  <a:t>03</a:t>
                </a:r>
                <a:endParaRPr kumimoji="0" lang="zh-CN" altLang="en-US" sz="4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75" name="宇神PPT-10-2"/>
              <p:cNvSpPr txBox="1"/>
              <p:nvPr>
                <p:custDataLst>
                  <p:tags r:id="rId16"/>
                </p:custDataLst>
              </p:nvPr>
            </p:nvSpPr>
            <p:spPr>
              <a:xfrm>
                <a:off x="8811083" y="4406132"/>
                <a:ext cx="2379448" cy="27559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lang="en-US" altLang="zh-CN" sz="1200" noProof="0" dirty="0">
                    <a:ln>
                      <a:noFill/>
                    </a:ln>
                    <a:gradFill>
                      <a:gsLst>
                        <a:gs pos="100000">
                          <a:schemeClr val="accent2"/>
                        </a:gs>
                        <a:gs pos="0">
                          <a:schemeClr val="accent1"/>
                        </a:gs>
                      </a:gsLst>
                      <a:lin ang="2700000" scaled="0"/>
                    </a:gradFill>
                    <a:uLnTx/>
                    <a:uFillTx/>
                    <a:latin typeface="思源黑体 CN Light" panose="020B0300000000000000" pitchFamily="34" charset="-122"/>
                    <a:ea typeface="思源黑体 CN Light" panose="020B0300000000000000" pitchFamily="34" charset="-122"/>
                    <a:cs typeface="+mn-ea"/>
                    <a:sym typeface="+mn-lt"/>
                  </a:rPr>
                  <a:t>CHARACTER EVALUATION</a:t>
                </a:r>
                <a:endParaRPr kumimoji="0" lang="en-US" altLang="zh-CN" sz="12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Light" panose="020B0300000000000000" pitchFamily="34" charset="-122"/>
                  <a:ea typeface="思源黑体 CN Light" panose="020B0300000000000000" pitchFamily="34" charset="-122"/>
                  <a:cs typeface="+mn-ea"/>
                  <a:sym typeface="+mn-lt"/>
                </a:endParaRPr>
              </a:p>
            </p:txBody>
          </p:sp>
          <p:sp>
            <p:nvSpPr>
              <p:cNvPr id="76" name="宇神PPT-10-3"/>
              <p:cNvSpPr txBox="1"/>
              <p:nvPr>
                <p:custDataLst>
                  <p:tags r:id="rId17"/>
                </p:custDataLst>
              </p:nvPr>
            </p:nvSpPr>
            <p:spPr>
              <a:xfrm>
                <a:off x="9691527" y="3950416"/>
                <a:ext cx="1402080" cy="46037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mn-ea"/>
                    <a:sym typeface="+mn-lt"/>
                  </a:rPr>
                  <a:t>人物评价</a:t>
                </a:r>
                <a:endParaRPr kumimoji="0" lang="zh-CN" altLang="en-US" sz="2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mn-ea"/>
                  <a:sym typeface="+mn-lt"/>
                </a:endParaRPr>
              </a:p>
            </p:txBody>
          </p:sp>
        </p:grpSp>
        <p:grpSp>
          <p:nvGrpSpPr>
            <p:cNvPr id="14" name="组合 13"/>
            <p:cNvGrpSpPr/>
            <p:nvPr/>
          </p:nvGrpSpPr>
          <p:grpSpPr>
            <a:xfrm>
              <a:off x="7655386" y="3832011"/>
              <a:ext cx="821030" cy="821030"/>
              <a:chOff x="7655386" y="3862101"/>
              <a:chExt cx="821030" cy="821030"/>
            </a:xfrm>
          </p:grpSpPr>
          <p:sp>
            <p:nvSpPr>
              <p:cNvPr id="74" name="宇神PPT-10-4"/>
              <p:cNvSpPr/>
              <p:nvPr>
                <p:custDataLst>
                  <p:tags r:id="rId18"/>
                </p:custDataLst>
              </p:nvPr>
            </p:nvSpPr>
            <p:spPr>
              <a:xfrm>
                <a:off x="7833587" y="4041255"/>
                <a:ext cx="464628" cy="462722"/>
              </a:xfrm>
              <a:custGeom>
                <a:avLst/>
                <a:gdLst>
                  <a:gd name="connsiteX0" fmla="*/ 380537 w 607462"/>
                  <a:gd name="connsiteY0" fmla="*/ 309351 h 604972"/>
                  <a:gd name="connsiteX1" fmla="*/ 564288 w 607462"/>
                  <a:gd name="connsiteY1" fmla="*/ 309351 h 604972"/>
                  <a:gd name="connsiteX2" fmla="*/ 607462 w 607462"/>
                  <a:gd name="connsiteY2" fmla="*/ 352532 h 604972"/>
                  <a:gd name="connsiteX3" fmla="*/ 594795 w 607462"/>
                  <a:gd name="connsiteY3" fmla="*/ 383043 h 604972"/>
                  <a:gd name="connsiteX4" fmla="*/ 523534 w 607462"/>
                  <a:gd name="connsiteY4" fmla="*/ 450851 h 604972"/>
                  <a:gd name="connsiteX5" fmla="*/ 523534 w 607462"/>
                  <a:gd name="connsiteY5" fmla="*/ 558281 h 604972"/>
                  <a:gd name="connsiteX6" fmla="*/ 508352 w 607462"/>
                  <a:gd name="connsiteY6" fmla="*/ 573465 h 604972"/>
                  <a:gd name="connsiteX7" fmla="*/ 493170 w 607462"/>
                  <a:gd name="connsiteY7" fmla="*/ 558281 h 604972"/>
                  <a:gd name="connsiteX8" fmla="*/ 493170 w 607462"/>
                  <a:gd name="connsiteY8" fmla="*/ 444303 h 604972"/>
                  <a:gd name="connsiteX9" fmla="*/ 497914 w 607462"/>
                  <a:gd name="connsiteY9" fmla="*/ 433294 h 604972"/>
                  <a:gd name="connsiteX10" fmla="*/ 573587 w 607462"/>
                  <a:gd name="connsiteY10" fmla="*/ 361310 h 604972"/>
                  <a:gd name="connsiteX11" fmla="*/ 577051 w 607462"/>
                  <a:gd name="connsiteY11" fmla="*/ 352532 h 604972"/>
                  <a:gd name="connsiteX12" fmla="*/ 564241 w 607462"/>
                  <a:gd name="connsiteY12" fmla="*/ 339720 h 604972"/>
                  <a:gd name="connsiteX13" fmla="*/ 380537 w 607462"/>
                  <a:gd name="connsiteY13" fmla="*/ 339720 h 604972"/>
                  <a:gd name="connsiteX14" fmla="*/ 367728 w 607462"/>
                  <a:gd name="connsiteY14" fmla="*/ 352532 h 604972"/>
                  <a:gd name="connsiteX15" fmla="*/ 371571 w 607462"/>
                  <a:gd name="connsiteY15" fmla="*/ 361642 h 604972"/>
                  <a:gd name="connsiteX16" fmla="*/ 441361 w 607462"/>
                  <a:gd name="connsiteY16" fmla="*/ 433863 h 604972"/>
                  <a:gd name="connsiteX17" fmla="*/ 445631 w 607462"/>
                  <a:gd name="connsiteY17" fmla="*/ 444445 h 604972"/>
                  <a:gd name="connsiteX18" fmla="*/ 445631 w 607462"/>
                  <a:gd name="connsiteY18" fmla="*/ 528339 h 604972"/>
                  <a:gd name="connsiteX19" fmla="*/ 430449 w 607462"/>
                  <a:gd name="connsiteY19" fmla="*/ 543524 h 604972"/>
                  <a:gd name="connsiteX20" fmla="*/ 415266 w 607462"/>
                  <a:gd name="connsiteY20" fmla="*/ 528339 h 604972"/>
                  <a:gd name="connsiteX21" fmla="*/ 415266 w 607462"/>
                  <a:gd name="connsiteY21" fmla="*/ 450566 h 604972"/>
                  <a:gd name="connsiteX22" fmla="*/ 349889 w 607462"/>
                  <a:gd name="connsiteY22" fmla="*/ 382948 h 604972"/>
                  <a:gd name="connsiteX23" fmla="*/ 337363 w 607462"/>
                  <a:gd name="connsiteY23" fmla="*/ 352532 h 604972"/>
                  <a:gd name="connsiteX24" fmla="*/ 380537 w 607462"/>
                  <a:gd name="connsiteY24" fmla="*/ 309351 h 604972"/>
                  <a:gd name="connsiteX25" fmla="*/ 29688 w 607462"/>
                  <a:gd name="connsiteY25" fmla="*/ 170913 h 604972"/>
                  <a:gd name="connsiteX26" fmla="*/ 29688 w 607462"/>
                  <a:gd name="connsiteY26" fmla="*/ 424499 h 604972"/>
                  <a:gd name="connsiteX27" fmla="*/ 261186 w 607462"/>
                  <a:gd name="connsiteY27" fmla="*/ 564009 h 604972"/>
                  <a:gd name="connsiteX28" fmla="*/ 261186 w 607462"/>
                  <a:gd name="connsiteY28" fmla="*/ 302404 h 604972"/>
                  <a:gd name="connsiteX29" fmla="*/ 276034 w 607462"/>
                  <a:gd name="connsiteY29" fmla="*/ 31497 h 604972"/>
                  <a:gd name="connsiteX30" fmla="*/ 46386 w 607462"/>
                  <a:gd name="connsiteY30" fmla="*/ 146285 h 604972"/>
                  <a:gd name="connsiteX31" fmla="*/ 276034 w 607462"/>
                  <a:gd name="connsiteY31" fmla="*/ 276589 h 604972"/>
                  <a:gd name="connsiteX32" fmla="*/ 505729 w 607462"/>
                  <a:gd name="connsiteY32" fmla="*/ 146285 h 604972"/>
                  <a:gd name="connsiteX33" fmla="*/ 269392 w 607462"/>
                  <a:gd name="connsiteY33" fmla="*/ 1602 h 604972"/>
                  <a:gd name="connsiteX34" fmla="*/ 282723 w 607462"/>
                  <a:gd name="connsiteY34" fmla="*/ 1602 h 604972"/>
                  <a:gd name="connsiteX35" fmla="*/ 543822 w 607462"/>
                  <a:gd name="connsiteY35" fmla="*/ 132192 h 604972"/>
                  <a:gd name="connsiteX36" fmla="*/ 551887 w 607462"/>
                  <a:gd name="connsiteY36" fmla="*/ 147044 h 604972"/>
                  <a:gd name="connsiteX37" fmla="*/ 545625 w 607462"/>
                  <a:gd name="connsiteY37" fmla="*/ 156867 h 604972"/>
                  <a:gd name="connsiteX38" fmla="*/ 521953 w 607462"/>
                  <a:gd name="connsiteY38" fmla="*/ 171197 h 604972"/>
                  <a:gd name="connsiteX39" fmla="*/ 290929 w 607462"/>
                  <a:gd name="connsiteY39" fmla="*/ 302404 h 604972"/>
                  <a:gd name="connsiteX40" fmla="*/ 290929 w 607462"/>
                  <a:gd name="connsiteY40" fmla="*/ 564768 h 604972"/>
                  <a:gd name="connsiteX41" fmla="*/ 297001 w 607462"/>
                  <a:gd name="connsiteY41" fmla="*/ 561447 h 604972"/>
                  <a:gd name="connsiteX42" fmla="*/ 297001 w 607462"/>
                  <a:gd name="connsiteY42" fmla="*/ 561589 h 604972"/>
                  <a:gd name="connsiteX43" fmla="*/ 355730 w 607462"/>
                  <a:gd name="connsiteY43" fmla="*/ 527423 h 604972"/>
                  <a:gd name="connsiteX44" fmla="*/ 376413 w 607462"/>
                  <a:gd name="connsiteY44" fmla="*/ 533070 h 604972"/>
                  <a:gd name="connsiteX45" fmla="*/ 370910 w 607462"/>
                  <a:gd name="connsiteY45" fmla="*/ 553854 h 604972"/>
                  <a:gd name="connsiteX46" fmla="*/ 285901 w 607462"/>
                  <a:gd name="connsiteY46" fmla="*/ 603062 h 604972"/>
                  <a:gd name="connsiteX47" fmla="*/ 278269 w 607462"/>
                  <a:gd name="connsiteY47" fmla="*/ 604972 h 604972"/>
                  <a:gd name="connsiteX48" fmla="*/ 275022 w 607462"/>
                  <a:gd name="connsiteY48" fmla="*/ 604098 h 604972"/>
                  <a:gd name="connsiteX49" fmla="*/ 275017 w 607462"/>
                  <a:gd name="connsiteY49" fmla="*/ 604097 h 604972"/>
                  <a:gd name="connsiteX50" fmla="*/ 267115 w 607462"/>
                  <a:gd name="connsiteY50" fmla="*/ 601971 h 604972"/>
                  <a:gd name="connsiteX51" fmla="*/ 7202 w 607462"/>
                  <a:gd name="connsiteY51" fmla="*/ 445568 h 604972"/>
                  <a:gd name="connsiteX52" fmla="*/ 86 w 607462"/>
                  <a:gd name="connsiteY52" fmla="*/ 432850 h 604972"/>
                  <a:gd name="connsiteX53" fmla="*/ 86 w 607462"/>
                  <a:gd name="connsiteY53" fmla="*/ 154209 h 604972"/>
                  <a:gd name="connsiteX54" fmla="*/ 8293 w 607462"/>
                  <a:gd name="connsiteY54" fmla="*/ 132192 h 604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7462" h="604972">
                    <a:moveTo>
                      <a:pt x="380537" y="309351"/>
                    </a:moveTo>
                    <a:lnTo>
                      <a:pt x="564288" y="309351"/>
                    </a:lnTo>
                    <a:cubicBezTo>
                      <a:pt x="588058" y="309351"/>
                      <a:pt x="607462" y="328711"/>
                      <a:pt x="607462" y="352532"/>
                    </a:cubicBezTo>
                    <a:cubicBezTo>
                      <a:pt x="607462" y="364062"/>
                      <a:pt x="602955" y="374881"/>
                      <a:pt x="594795" y="383043"/>
                    </a:cubicBezTo>
                    <a:lnTo>
                      <a:pt x="523534" y="450851"/>
                    </a:lnTo>
                    <a:lnTo>
                      <a:pt x="523534" y="558281"/>
                    </a:lnTo>
                    <a:cubicBezTo>
                      <a:pt x="523534" y="566680"/>
                      <a:pt x="516749" y="573465"/>
                      <a:pt x="508352" y="573465"/>
                    </a:cubicBezTo>
                    <a:cubicBezTo>
                      <a:pt x="499954" y="573465"/>
                      <a:pt x="493170" y="566680"/>
                      <a:pt x="493170" y="558281"/>
                    </a:cubicBezTo>
                    <a:lnTo>
                      <a:pt x="493170" y="444303"/>
                    </a:lnTo>
                    <a:cubicBezTo>
                      <a:pt x="493170" y="440174"/>
                      <a:pt x="494878" y="436189"/>
                      <a:pt x="497914" y="433294"/>
                    </a:cubicBezTo>
                    <a:lnTo>
                      <a:pt x="573587" y="361310"/>
                    </a:lnTo>
                    <a:cubicBezTo>
                      <a:pt x="575770" y="359127"/>
                      <a:pt x="577051" y="355996"/>
                      <a:pt x="577051" y="352532"/>
                    </a:cubicBezTo>
                    <a:cubicBezTo>
                      <a:pt x="577051" y="345461"/>
                      <a:pt x="571310" y="339720"/>
                      <a:pt x="564241" y="339720"/>
                    </a:cubicBezTo>
                    <a:lnTo>
                      <a:pt x="380537" y="339720"/>
                    </a:lnTo>
                    <a:cubicBezTo>
                      <a:pt x="373468" y="339720"/>
                      <a:pt x="367728" y="345461"/>
                      <a:pt x="367728" y="352532"/>
                    </a:cubicBezTo>
                    <a:cubicBezTo>
                      <a:pt x="367728" y="355996"/>
                      <a:pt x="369056" y="359127"/>
                      <a:pt x="371571" y="361642"/>
                    </a:cubicBezTo>
                    <a:lnTo>
                      <a:pt x="441361" y="433863"/>
                    </a:lnTo>
                    <a:cubicBezTo>
                      <a:pt x="444112" y="436710"/>
                      <a:pt x="445631" y="440507"/>
                      <a:pt x="445631" y="444445"/>
                    </a:cubicBezTo>
                    <a:lnTo>
                      <a:pt x="445631" y="528339"/>
                    </a:lnTo>
                    <a:cubicBezTo>
                      <a:pt x="445631" y="536738"/>
                      <a:pt x="438846" y="543524"/>
                      <a:pt x="430449" y="543524"/>
                    </a:cubicBezTo>
                    <a:cubicBezTo>
                      <a:pt x="422051" y="543524"/>
                      <a:pt x="415266" y="536738"/>
                      <a:pt x="415266" y="528339"/>
                    </a:cubicBezTo>
                    <a:lnTo>
                      <a:pt x="415266" y="450566"/>
                    </a:lnTo>
                    <a:lnTo>
                      <a:pt x="349889" y="382948"/>
                    </a:lnTo>
                    <a:cubicBezTo>
                      <a:pt x="341871" y="374929"/>
                      <a:pt x="337363" y="364062"/>
                      <a:pt x="337363" y="352532"/>
                    </a:cubicBezTo>
                    <a:cubicBezTo>
                      <a:pt x="337363" y="328759"/>
                      <a:pt x="356721" y="309351"/>
                      <a:pt x="380537" y="309351"/>
                    </a:cubicBezTo>
                    <a:close/>
                    <a:moveTo>
                      <a:pt x="29688" y="170913"/>
                    </a:moveTo>
                    <a:lnTo>
                      <a:pt x="29688" y="424499"/>
                    </a:lnTo>
                    <a:lnTo>
                      <a:pt x="261186" y="564009"/>
                    </a:lnTo>
                    <a:lnTo>
                      <a:pt x="261186" y="302404"/>
                    </a:lnTo>
                    <a:close/>
                    <a:moveTo>
                      <a:pt x="276034" y="31497"/>
                    </a:moveTo>
                    <a:lnTo>
                      <a:pt x="46386" y="146285"/>
                    </a:lnTo>
                    <a:lnTo>
                      <a:pt x="276034" y="276589"/>
                    </a:lnTo>
                    <a:lnTo>
                      <a:pt x="505729" y="146285"/>
                    </a:lnTo>
                    <a:close/>
                    <a:moveTo>
                      <a:pt x="269392" y="1602"/>
                    </a:moveTo>
                    <a:cubicBezTo>
                      <a:pt x="273614" y="-533"/>
                      <a:pt x="278501" y="-533"/>
                      <a:pt x="282723" y="1602"/>
                    </a:cubicBezTo>
                    <a:lnTo>
                      <a:pt x="543822" y="132192"/>
                    </a:lnTo>
                    <a:cubicBezTo>
                      <a:pt x="549752" y="135229"/>
                      <a:pt x="552503" y="141302"/>
                      <a:pt x="551887" y="147044"/>
                    </a:cubicBezTo>
                    <a:cubicBezTo>
                      <a:pt x="551270" y="149844"/>
                      <a:pt x="550369" y="153782"/>
                      <a:pt x="545625" y="156867"/>
                    </a:cubicBezTo>
                    <a:lnTo>
                      <a:pt x="521953" y="171197"/>
                    </a:lnTo>
                    <a:lnTo>
                      <a:pt x="290929" y="302404"/>
                    </a:lnTo>
                    <a:lnTo>
                      <a:pt x="290929" y="564768"/>
                    </a:lnTo>
                    <a:lnTo>
                      <a:pt x="297001" y="561447"/>
                    </a:lnTo>
                    <a:lnTo>
                      <a:pt x="297001" y="561589"/>
                    </a:lnTo>
                    <a:lnTo>
                      <a:pt x="355730" y="527423"/>
                    </a:lnTo>
                    <a:cubicBezTo>
                      <a:pt x="362893" y="523342"/>
                      <a:pt x="372286" y="525762"/>
                      <a:pt x="376413" y="533070"/>
                    </a:cubicBezTo>
                    <a:cubicBezTo>
                      <a:pt x="380635" y="540283"/>
                      <a:pt x="378216" y="549631"/>
                      <a:pt x="370910" y="553854"/>
                    </a:cubicBezTo>
                    <a:lnTo>
                      <a:pt x="285901" y="603062"/>
                    </a:lnTo>
                    <a:cubicBezTo>
                      <a:pt x="283790" y="604130"/>
                      <a:pt x="281323" y="604960"/>
                      <a:pt x="278269" y="604972"/>
                    </a:cubicBezTo>
                    <a:lnTo>
                      <a:pt x="275022" y="604098"/>
                    </a:lnTo>
                    <a:lnTo>
                      <a:pt x="275017" y="604097"/>
                    </a:lnTo>
                    <a:lnTo>
                      <a:pt x="267115" y="601971"/>
                    </a:lnTo>
                    <a:cubicBezTo>
                      <a:pt x="262704" y="600025"/>
                      <a:pt x="7202" y="445568"/>
                      <a:pt x="7202" y="445568"/>
                    </a:cubicBezTo>
                    <a:cubicBezTo>
                      <a:pt x="2790" y="442863"/>
                      <a:pt x="86" y="437975"/>
                      <a:pt x="86" y="432850"/>
                    </a:cubicBezTo>
                    <a:lnTo>
                      <a:pt x="86" y="154209"/>
                    </a:lnTo>
                    <a:cubicBezTo>
                      <a:pt x="86" y="152691"/>
                      <a:pt x="-1432" y="138550"/>
                      <a:pt x="8293" y="132192"/>
                    </a:cubicBezTo>
                    <a:close/>
                  </a:path>
                </a:pathLst>
              </a:custGeom>
              <a:gradFill>
                <a:gsLst>
                  <a:gs pos="100000">
                    <a:schemeClr val="accent2"/>
                  </a:gs>
                  <a:gs pos="0">
                    <a:schemeClr val="accent1"/>
                  </a:gs>
                </a:gsLst>
                <a:lin ang="27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93" name="宇神PPT-10-5"/>
              <p:cNvSpPr/>
              <p:nvPr>
                <p:custDataLst>
                  <p:tags r:id="rId19"/>
                </p:custDataLst>
              </p:nvPr>
            </p:nvSpPr>
            <p:spPr>
              <a:xfrm>
                <a:off x="7655386" y="3862101"/>
                <a:ext cx="821030" cy="821030"/>
              </a:xfrm>
              <a:prstGeom prst="ellipse">
                <a:avLst/>
              </a:prstGeom>
              <a:noFill/>
              <a:ln w="19050">
                <a:gradFill>
                  <a:gsLst>
                    <a:gs pos="0">
                      <a:schemeClr val="accent1"/>
                    </a:gs>
                    <a:gs pos="100000">
                      <a:schemeClr val="accent2"/>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100000">
                        <a:schemeClr val="accent2"/>
                      </a:gs>
                      <a:gs pos="0">
                        <a:schemeClr val="accent1"/>
                      </a:gs>
                    </a:gsLst>
                    <a:lin ang="2700000" scaled="0"/>
                  </a:gradFill>
                </a:endParaRPr>
              </a:p>
            </p:txBody>
          </p:sp>
        </p:grpSp>
      </p:grpSp>
      <p:grpSp>
        <p:nvGrpSpPr>
          <p:cNvPr id="102" name="宇神PPT-11"/>
          <p:cNvGrpSpPr/>
          <p:nvPr>
            <p:custDataLst>
              <p:tags r:id="rId20"/>
            </p:custDataLst>
          </p:nvPr>
        </p:nvGrpSpPr>
        <p:grpSpPr>
          <a:xfrm>
            <a:off x="7787518" y="5222564"/>
            <a:ext cx="3496726" cy="923500"/>
            <a:chOff x="7655386" y="4983132"/>
            <a:chExt cx="3496726" cy="923500"/>
          </a:xfrm>
        </p:grpSpPr>
        <p:grpSp>
          <p:nvGrpSpPr>
            <p:cNvPr id="101" name="组合 100"/>
            <p:cNvGrpSpPr/>
            <p:nvPr/>
          </p:nvGrpSpPr>
          <p:grpSpPr>
            <a:xfrm>
              <a:off x="8732602" y="4983132"/>
              <a:ext cx="2419510" cy="923500"/>
              <a:chOff x="8732602" y="4983132"/>
              <a:chExt cx="2419510" cy="923500"/>
            </a:xfrm>
          </p:grpSpPr>
          <p:sp>
            <p:nvSpPr>
              <p:cNvPr id="83" name="宇神PPT-11-1"/>
              <p:cNvSpPr txBox="1"/>
              <p:nvPr>
                <p:custDataLst>
                  <p:tags r:id="rId21"/>
                </p:custDataLst>
              </p:nvPr>
            </p:nvSpPr>
            <p:spPr>
              <a:xfrm>
                <a:off x="8732602" y="4983132"/>
                <a:ext cx="848309" cy="769441"/>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思源黑体 CN Bold" panose="020B0800000000000000" charset="-122"/>
                  </a:rPr>
                  <a:t>04</a:t>
                </a:r>
                <a:endParaRPr kumimoji="0" lang="zh-CN" altLang="en-US" sz="4400" b="0" i="0" u="none" strike="noStrike" kern="120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84" name="宇神PPT-11-2"/>
              <p:cNvSpPr txBox="1"/>
              <p:nvPr>
                <p:custDataLst>
                  <p:tags r:id="rId22"/>
                </p:custDataLst>
              </p:nvPr>
            </p:nvSpPr>
            <p:spPr>
              <a:xfrm>
                <a:off x="8772664" y="5631042"/>
                <a:ext cx="2379448" cy="27559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tx1">
                        <a:lumMod val="50000"/>
                        <a:lumOff val="50000"/>
                      </a:schemeClr>
                    </a:solidFill>
                    <a:uLnTx/>
                    <a:uFillTx/>
                    <a:latin typeface="思源黑体 CN Light" panose="020B0300000000000000" pitchFamily="34" charset="-122"/>
                    <a:ea typeface="思源黑体 CN Light" panose="020B0300000000000000" pitchFamily="34" charset="-122"/>
                    <a:cs typeface="+mn-ea"/>
                    <a:sym typeface="+mn-lt"/>
                  </a:rPr>
                  <a:t>FAMOUS QUOTES</a:t>
                </a:r>
                <a:endParaRPr kumimoji="0" lang="en-US" altLang="zh-CN" sz="1200" b="0" i="0" u="none" strike="noStrike" kern="1200" cap="none" spc="0" normalizeH="0" baseline="0" noProof="0" dirty="0">
                  <a:ln>
                    <a:noFill/>
                  </a:ln>
                  <a:solidFill>
                    <a:schemeClr val="tx1">
                      <a:lumMod val="50000"/>
                      <a:lumOff val="50000"/>
                    </a:schemeClr>
                  </a:solidFill>
                  <a:uLnTx/>
                  <a:uFillTx/>
                  <a:latin typeface="思源黑体 CN Light" panose="020B0300000000000000" pitchFamily="34" charset="-122"/>
                  <a:ea typeface="思源黑体 CN Light" panose="020B0300000000000000" pitchFamily="34" charset="-122"/>
                  <a:cs typeface="+mn-ea"/>
                  <a:sym typeface="+mn-lt"/>
                </a:endParaRPr>
              </a:p>
            </p:txBody>
          </p:sp>
          <p:sp>
            <p:nvSpPr>
              <p:cNvPr id="85" name="宇神PPT-11-3"/>
              <p:cNvSpPr txBox="1"/>
              <p:nvPr>
                <p:custDataLst>
                  <p:tags r:id="rId23"/>
                </p:custDataLst>
              </p:nvPr>
            </p:nvSpPr>
            <p:spPr>
              <a:xfrm>
                <a:off x="9691527" y="5175326"/>
                <a:ext cx="1402080" cy="46037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mn-ea"/>
                    <a:sym typeface="+mn-lt"/>
                  </a:rPr>
                  <a:t>名人民言</a:t>
                </a:r>
                <a:endParaRPr kumimoji="0" lang="zh-CN" altLang="en-US" sz="2400" b="0" i="0" u="none" strike="noStrike" kern="120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mn-ea"/>
                  <a:sym typeface="+mn-lt"/>
                </a:endParaRPr>
              </a:p>
            </p:txBody>
          </p:sp>
        </p:grpSp>
        <p:grpSp>
          <p:nvGrpSpPr>
            <p:cNvPr id="13" name="组合 12"/>
            <p:cNvGrpSpPr/>
            <p:nvPr/>
          </p:nvGrpSpPr>
          <p:grpSpPr>
            <a:xfrm>
              <a:off x="7655386" y="5035071"/>
              <a:ext cx="821030" cy="821030"/>
              <a:chOff x="7655386" y="5057831"/>
              <a:chExt cx="821030" cy="821030"/>
            </a:xfrm>
          </p:grpSpPr>
          <p:sp>
            <p:nvSpPr>
              <p:cNvPr id="86" name="宇神PPT-11-4"/>
              <p:cNvSpPr/>
              <p:nvPr>
                <p:custDataLst>
                  <p:tags r:id="rId24"/>
                </p:custDataLst>
              </p:nvPr>
            </p:nvSpPr>
            <p:spPr>
              <a:xfrm>
                <a:off x="7862865" y="5236033"/>
                <a:ext cx="406072" cy="464626"/>
              </a:xfrm>
              <a:custGeom>
                <a:avLst/>
                <a:gdLst>
                  <a:gd name="T0" fmla="*/ 8103 w 8408"/>
                  <a:gd name="T1" fmla="*/ 1397 h 9620"/>
                  <a:gd name="T2" fmla="*/ 4300 w 8408"/>
                  <a:gd name="T3" fmla="*/ 40 h 9620"/>
                  <a:gd name="T4" fmla="*/ 4071 w 8408"/>
                  <a:gd name="T5" fmla="*/ 40 h 9620"/>
                  <a:gd name="T6" fmla="*/ 266 w 8408"/>
                  <a:gd name="T7" fmla="*/ 1399 h 9620"/>
                  <a:gd name="T8" fmla="*/ 0 w 8408"/>
                  <a:gd name="T9" fmla="*/ 1797 h 9620"/>
                  <a:gd name="T10" fmla="*/ 0 w 8408"/>
                  <a:gd name="T11" fmla="*/ 4550 h 9620"/>
                  <a:gd name="T12" fmla="*/ 305 w 8408"/>
                  <a:gd name="T13" fmla="*/ 6146 h 9620"/>
                  <a:gd name="T14" fmla="*/ 3120 w 8408"/>
                  <a:gd name="T15" fmla="*/ 8980 h 9620"/>
                  <a:gd name="T16" fmla="*/ 3995 w 8408"/>
                  <a:gd name="T17" fmla="*/ 9539 h 9620"/>
                  <a:gd name="T18" fmla="*/ 4223 w 8408"/>
                  <a:gd name="T19" fmla="*/ 9620 h 9620"/>
                  <a:gd name="T20" fmla="*/ 4413 w 8408"/>
                  <a:gd name="T21" fmla="*/ 9539 h 9620"/>
                  <a:gd name="T22" fmla="*/ 5288 w 8408"/>
                  <a:gd name="T23" fmla="*/ 8980 h 9620"/>
                  <a:gd name="T24" fmla="*/ 8103 w 8408"/>
                  <a:gd name="T25" fmla="*/ 6146 h 9620"/>
                  <a:gd name="T26" fmla="*/ 8408 w 8408"/>
                  <a:gd name="T27" fmla="*/ 4550 h 9620"/>
                  <a:gd name="T28" fmla="*/ 8408 w 8408"/>
                  <a:gd name="T29" fmla="*/ 1795 h 9620"/>
                  <a:gd name="T30" fmla="*/ 8103 w 8408"/>
                  <a:gd name="T31" fmla="*/ 1397 h 9620"/>
                  <a:gd name="T32" fmla="*/ 7848 w 8408"/>
                  <a:gd name="T33" fmla="*/ 4537 h 9620"/>
                  <a:gd name="T34" fmla="*/ 7605 w 8408"/>
                  <a:gd name="T35" fmla="*/ 5948 h 9620"/>
                  <a:gd name="T36" fmla="*/ 4934 w 8408"/>
                  <a:gd name="T37" fmla="*/ 8554 h 9620"/>
                  <a:gd name="T38" fmla="*/ 4206 w 8408"/>
                  <a:gd name="T39" fmla="*/ 9024 h 9620"/>
                  <a:gd name="T40" fmla="*/ 3477 w 8408"/>
                  <a:gd name="T41" fmla="*/ 8554 h 9620"/>
                  <a:gd name="T42" fmla="*/ 806 w 8408"/>
                  <a:gd name="T43" fmla="*/ 5948 h 9620"/>
                  <a:gd name="T44" fmla="*/ 563 w 8408"/>
                  <a:gd name="T45" fmla="*/ 4537 h 9620"/>
                  <a:gd name="T46" fmla="*/ 563 w 8408"/>
                  <a:gd name="T47" fmla="*/ 1887 h 9620"/>
                  <a:gd name="T48" fmla="*/ 4206 w 8408"/>
                  <a:gd name="T49" fmla="*/ 607 h 9620"/>
                  <a:gd name="T50" fmla="*/ 7848 w 8408"/>
                  <a:gd name="T51" fmla="*/ 1887 h 9620"/>
                  <a:gd name="T52" fmla="*/ 7848 w 8408"/>
                  <a:gd name="T53" fmla="*/ 4537 h 9620"/>
                  <a:gd name="T54" fmla="*/ 1123 w 8408"/>
                  <a:gd name="T55" fmla="*/ 4573 h 9620"/>
                  <a:gd name="T56" fmla="*/ 1329 w 8408"/>
                  <a:gd name="T57" fmla="*/ 5781 h 9620"/>
                  <a:gd name="T58" fmla="*/ 3589 w 8408"/>
                  <a:gd name="T59" fmla="*/ 8013 h 9620"/>
                  <a:gd name="T60" fmla="*/ 4205 w 8408"/>
                  <a:gd name="T61" fmla="*/ 8415 h 9620"/>
                  <a:gd name="T62" fmla="*/ 4205 w 8408"/>
                  <a:gd name="T63" fmla="*/ 1208 h 9620"/>
                  <a:gd name="T64" fmla="*/ 1123 w 8408"/>
                  <a:gd name="T65" fmla="*/ 2304 h 9620"/>
                  <a:gd name="T66" fmla="*/ 1123 w 8408"/>
                  <a:gd name="T67" fmla="*/ 4573 h 9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408" h="9620">
                    <a:moveTo>
                      <a:pt x="8103" y="1397"/>
                    </a:moveTo>
                    <a:lnTo>
                      <a:pt x="4300" y="40"/>
                    </a:lnTo>
                    <a:cubicBezTo>
                      <a:pt x="4223" y="0"/>
                      <a:pt x="4148" y="0"/>
                      <a:pt x="4071" y="40"/>
                    </a:cubicBezTo>
                    <a:lnTo>
                      <a:pt x="266" y="1399"/>
                    </a:lnTo>
                    <a:cubicBezTo>
                      <a:pt x="113" y="1477"/>
                      <a:pt x="0" y="1638"/>
                      <a:pt x="0" y="1797"/>
                    </a:cubicBezTo>
                    <a:lnTo>
                      <a:pt x="0" y="4550"/>
                    </a:lnTo>
                    <a:cubicBezTo>
                      <a:pt x="0" y="5108"/>
                      <a:pt x="115" y="5667"/>
                      <a:pt x="305" y="6146"/>
                    </a:cubicBezTo>
                    <a:cubicBezTo>
                      <a:pt x="838" y="7543"/>
                      <a:pt x="2017" y="8261"/>
                      <a:pt x="3120" y="8980"/>
                    </a:cubicBezTo>
                    <a:cubicBezTo>
                      <a:pt x="3425" y="9141"/>
                      <a:pt x="3728" y="9340"/>
                      <a:pt x="3995" y="9539"/>
                    </a:cubicBezTo>
                    <a:cubicBezTo>
                      <a:pt x="4071" y="9580"/>
                      <a:pt x="4147" y="9620"/>
                      <a:pt x="4223" y="9620"/>
                    </a:cubicBezTo>
                    <a:cubicBezTo>
                      <a:pt x="4300" y="9620"/>
                      <a:pt x="4375" y="9580"/>
                      <a:pt x="4413" y="9539"/>
                    </a:cubicBezTo>
                    <a:cubicBezTo>
                      <a:pt x="4718" y="9338"/>
                      <a:pt x="4983" y="9179"/>
                      <a:pt x="5288" y="8980"/>
                    </a:cubicBezTo>
                    <a:cubicBezTo>
                      <a:pt x="6391" y="8261"/>
                      <a:pt x="7570" y="7543"/>
                      <a:pt x="8103" y="6146"/>
                    </a:cubicBezTo>
                    <a:cubicBezTo>
                      <a:pt x="8295" y="5667"/>
                      <a:pt x="8408" y="5150"/>
                      <a:pt x="8408" y="4550"/>
                    </a:cubicBezTo>
                    <a:lnTo>
                      <a:pt x="8408" y="1795"/>
                    </a:lnTo>
                    <a:cubicBezTo>
                      <a:pt x="8408" y="1636"/>
                      <a:pt x="8293" y="1477"/>
                      <a:pt x="8103" y="1397"/>
                    </a:cubicBezTo>
                    <a:close/>
                    <a:moveTo>
                      <a:pt x="7848" y="4537"/>
                    </a:moveTo>
                    <a:cubicBezTo>
                      <a:pt x="7848" y="5049"/>
                      <a:pt x="7766" y="5521"/>
                      <a:pt x="7605" y="5948"/>
                    </a:cubicBezTo>
                    <a:cubicBezTo>
                      <a:pt x="7120" y="7144"/>
                      <a:pt x="6067" y="7827"/>
                      <a:pt x="4934" y="8554"/>
                    </a:cubicBezTo>
                    <a:cubicBezTo>
                      <a:pt x="4691" y="8725"/>
                      <a:pt x="4449" y="8854"/>
                      <a:pt x="4206" y="9024"/>
                    </a:cubicBezTo>
                    <a:cubicBezTo>
                      <a:pt x="3963" y="8854"/>
                      <a:pt x="3720" y="8725"/>
                      <a:pt x="3477" y="8554"/>
                    </a:cubicBezTo>
                    <a:cubicBezTo>
                      <a:pt x="2345" y="7872"/>
                      <a:pt x="1292" y="7187"/>
                      <a:pt x="806" y="5948"/>
                    </a:cubicBezTo>
                    <a:cubicBezTo>
                      <a:pt x="645" y="5519"/>
                      <a:pt x="563" y="5049"/>
                      <a:pt x="563" y="4537"/>
                    </a:cubicBezTo>
                    <a:lnTo>
                      <a:pt x="563" y="1887"/>
                    </a:lnTo>
                    <a:lnTo>
                      <a:pt x="4206" y="607"/>
                    </a:lnTo>
                    <a:lnTo>
                      <a:pt x="7848" y="1887"/>
                    </a:lnTo>
                    <a:lnTo>
                      <a:pt x="7848" y="4537"/>
                    </a:lnTo>
                    <a:close/>
                    <a:moveTo>
                      <a:pt x="1123" y="4573"/>
                    </a:moveTo>
                    <a:cubicBezTo>
                      <a:pt x="1123" y="5012"/>
                      <a:pt x="1192" y="5414"/>
                      <a:pt x="1329" y="5781"/>
                    </a:cubicBezTo>
                    <a:cubicBezTo>
                      <a:pt x="1740" y="6842"/>
                      <a:pt x="2631" y="7428"/>
                      <a:pt x="3589" y="8013"/>
                    </a:cubicBezTo>
                    <a:cubicBezTo>
                      <a:pt x="3795" y="8159"/>
                      <a:pt x="4000" y="8269"/>
                      <a:pt x="4205" y="8415"/>
                    </a:cubicBezTo>
                    <a:lnTo>
                      <a:pt x="4205" y="1208"/>
                    </a:lnTo>
                    <a:lnTo>
                      <a:pt x="1123" y="2304"/>
                    </a:lnTo>
                    <a:lnTo>
                      <a:pt x="1123" y="4573"/>
                    </a:lnTo>
                    <a:close/>
                  </a:path>
                </a:pathLst>
              </a:custGeom>
              <a:solidFill>
                <a:schemeClr val="tx1">
                  <a:lumMod val="50000"/>
                  <a:lumOff val="5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94" name="宇神PPT-11-5"/>
              <p:cNvSpPr/>
              <p:nvPr>
                <p:custDataLst>
                  <p:tags r:id="rId25"/>
                </p:custDataLst>
              </p:nvPr>
            </p:nvSpPr>
            <p:spPr>
              <a:xfrm>
                <a:off x="7655386" y="5057831"/>
                <a:ext cx="821030" cy="821030"/>
              </a:xfrm>
              <a:prstGeom prst="ellipse">
                <a:avLst/>
              </a:prstGeom>
              <a:noFill/>
              <a:ln w="19050" cap="flat" cmpd="sng" algn="ctr">
                <a:solidFill>
                  <a:schemeClr val="tx1">
                    <a:lumMod val="50000"/>
                    <a:lumOff val="5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50000"/>
                      <a:lumOff val="50000"/>
                    </a:schemeClr>
                  </a:solidFill>
                </a:endParaRPr>
              </a:p>
            </p:txBody>
          </p:sp>
        </p:grpSp>
      </p:grpSp>
      <p:grpSp>
        <p:nvGrpSpPr>
          <p:cNvPr id="3" name="宇神PPT-12"/>
          <p:cNvGrpSpPr/>
          <p:nvPr/>
        </p:nvGrpSpPr>
        <p:grpSpPr>
          <a:xfrm>
            <a:off x="412079" y="6315846"/>
            <a:ext cx="1220258" cy="225097"/>
            <a:chOff x="9669291" y="6232264"/>
            <a:chExt cx="1850151" cy="341291"/>
          </a:xfrm>
        </p:grpSpPr>
        <p:sp>
          <p:nvSpPr>
            <p:cNvPr id="4" name="宇神PPT-12-1"/>
            <p:cNvSpPr/>
            <p:nvPr/>
          </p:nvSpPr>
          <p:spPr>
            <a:xfrm>
              <a:off x="9669291" y="6232264"/>
              <a:ext cx="341292" cy="341291"/>
            </a:xfrm>
            <a:prstGeom prst="ellipse">
              <a:avLst/>
            </a:prstGeom>
            <a:solidFill>
              <a:schemeClr val="accent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5" name="宇神PPT-12-2"/>
            <p:cNvSpPr/>
            <p:nvPr/>
          </p:nvSpPr>
          <p:spPr>
            <a:xfrm>
              <a:off x="9762216" y="6299289"/>
              <a:ext cx="155442" cy="207241"/>
            </a:xfrm>
            <a:custGeom>
              <a:avLst/>
              <a:gdLst>
                <a:gd name="T0" fmla="*/ 648 w 7770"/>
                <a:gd name="T1" fmla="*/ 0 h 10360"/>
                <a:gd name="T2" fmla="*/ 7123 w 7770"/>
                <a:gd name="T3" fmla="*/ 0 h 10360"/>
                <a:gd name="T4" fmla="*/ 7770 w 7770"/>
                <a:gd name="T5" fmla="*/ 647 h 10360"/>
                <a:gd name="T6" fmla="*/ 7770 w 7770"/>
                <a:gd name="T7" fmla="*/ 9712 h 10360"/>
                <a:gd name="T8" fmla="*/ 7123 w 7770"/>
                <a:gd name="T9" fmla="*/ 10360 h 10360"/>
                <a:gd name="T10" fmla="*/ 648 w 7770"/>
                <a:gd name="T11" fmla="*/ 10360 h 10360"/>
                <a:gd name="T12" fmla="*/ 0 w 7770"/>
                <a:gd name="T13" fmla="*/ 9712 h 10360"/>
                <a:gd name="T14" fmla="*/ 0 w 7770"/>
                <a:gd name="T15" fmla="*/ 647 h 10360"/>
                <a:gd name="T16" fmla="*/ 648 w 7770"/>
                <a:gd name="T17" fmla="*/ 0 h 10360"/>
                <a:gd name="T18" fmla="*/ 1295 w 7770"/>
                <a:gd name="T19" fmla="*/ 1293 h 10360"/>
                <a:gd name="T20" fmla="*/ 1295 w 7770"/>
                <a:gd name="T21" fmla="*/ 8416 h 10360"/>
                <a:gd name="T22" fmla="*/ 6475 w 7770"/>
                <a:gd name="T23" fmla="*/ 8416 h 10360"/>
                <a:gd name="T24" fmla="*/ 6475 w 7770"/>
                <a:gd name="T25" fmla="*/ 1293 h 10360"/>
                <a:gd name="T26" fmla="*/ 1295 w 7770"/>
                <a:gd name="T27" fmla="*/ 1293 h 10360"/>
                <a:gd name="T28" fmla="*/ 3890 w 7770"/>
                <a:gd name="T29" fmla="*/ 8902 h 10360"/>
                <a:gd name="T30" fmla="*/ 3405 w 7770"/>
                <a:gd name="T31" fmla="*/ 9387 h 10360"/>
                <a:gd name="T32" fmla="*/ 3890 w 7770"/>
                <a:gd name="T33" fmla="*/ 9872 h 10360"/>
                <a:gd name="T34" fmla="*/ 4375 w 7770"/>
                <a:gd name="T35" fmla="*/ 9387 h 10360"/>
                <a:gd name="T36" fmla="*/ 3890 w 7770"/>
                <a:gd name="T37" fmla="*/ 8902 h 10360"/>
                <a:gd name="T38" fmla="*/ 3413 w 7770"/>
                <a:gd name="T39" fmla="*/ 5486 h 10360"/>
                <a:gd name="T40" fmla="*/ 5026 w 7770"/>
                <a:gd name="T41" fmla="*/ 3825 h 10360"/>
                <a:gd name="T42" fmla="*/ 5683 w 7770"/>
                <a:gd name="T43" fmla="*/ 3815 h 10360"/>
                <a:gd name="T44" fmla="*/ 5688 w 7770"/>
                <a:gd name="T45" fmla="*/ 3820 h 10360"/>
                <a:gd name="T46" fmla="*/ 5692 w 7770"/>
                <a:gd name="T47" fmla="*/ 4491 h 10360"/>
                <a:gd name="T48" fmla="*/ 3769 w 7770"/>
                <a:gd name="T49" fmla="*/ 6472 h 10360"/>
                <a:gd name="T50" fmla="*/ 3636 w 7770"/>
                <a:gd name="T51" fmla="*/ 6567 h 10360"/>
                <a:gd name="T52" fmla="*/ 3081 w 7770"/>
                <a:gd name="T53" fmla="*/ 6485 h 10360"/>
                <a:gd name="T54" fmla="*/ 2081 w 7770"/>
                <a:gd name="T55" fmla="*/ 5486 h 10360"/>
                <a:gd name="T56" fmla="*/ 2103 w 7770"/>
                <a:gd name="T57" fmla="*/ 4820 h 10360"/>
                <a:gd name="T58" fmla="*/ 2748 w 7770"/>
                <a:gd name="T59" fmla="*/ 4820 h 10360"/>
                <a:gd name="T60" fmla="*/ 3413 w 7770"/>
                <a:gd name="T61" fmla="*/ 5486 h 10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70" h="10360">
                  <a:moveTo>
                    <a:pt x="648" y="0"/>
                  </a:moveTo>
                  <a:lnTo>
                    <a:pt x="7123" y="0"/>
                  </a:lnTo>
                  <a:cubicBezTo>
                    <a:pt x="7480" y="0"/>
                    <a:pt x="7770" y="290"/>
                    <a:pt x="7770" y="647"/>
                  </a:cubicBezTo>
                  <a:lnTo>
                    <a:pt x="7770" y="9712"/>
                  </a:lnTo>
                  <a:cubicBezTo>
                    <a:pt x="7770" y="10070"/>
                    <a:pt x="7480" y="10360"/>
                    <a:pt x="7123" y="10360"/>
                  </a:cubicBezTo>
                  <a:lnTo>
                    <a:pt x="648" y="10360"/>
                  </a:lnTo>
                  <a:cubicBezTo>
                    <a:pt x="290" y="10360"/>
                    <a:pt x="0" y="10070"/>
                    <a:pt x="0" y="9712"/>
                  </a:cubicBezTo>
                  <a:lnTo>
                    <a:pt x="0" y="647"/>
                  </a:lnTo>
                  <a:cubicBezTo>
                    <a:pt x="0" y="288"/>
                    <a:pt x="290" y="0"/>
                    <a:pt x="648" y="0"/>
                  </a:cubicBezTo>
                  <a:close/>
                  <a:moveTo>
                    <a:pt x="1295" y="1293"/>
                  </a:moveTo>
                  <a:lnTo>
                    <a:pt x="1295" y="8416"/>
                  </a:lnTo>
                  <a:lnTo>
                    <a:pt x="6475" y="8416"/>
                  </a:lnTo>
                  <a:lnTo>
                    <a:pt x="6475" y="1293"/>
                  </a:lnTo>
                  <a:lnTo>
                    <a:pt x="1295" y="1293"/>
                  </a:lnTo>
                  <a:close/>
                  <a:moveTo>
                    <a:pt x="3890" y="8902"/>
                  </a:moveTo>
                  <a:cubicBezTo>
                    <a:pt x="3621" y="8902"/>
                    <a:pt x="3405" y="9120"/>
                    <a:pt x="3405" y="9387"/>
                  </a:cubicBezTo>
                  <a:cubicBezTo>
                    <a:pt x="3405" y="9656"/>
                    <a:pt x="3622" y="9872"/>
                    <a:pt x="3890" y="9872"/>
                  </a:cubicBezTo>
                  <a:cubicBezTo>
                    <a:pt x="4157" y="9872"/>
                    <a:pt x="4375" y="9655"/>
                    <a:pt x="4375" y="9387"/>
                  </a:cubicBezTo>
                  <a:cubicBezTo>
                    <a:pt x="4376" y="9120"/>
                    <a:pt x="4159" y="8902"/>
                    <a:pt x="3890" y="8902"/>
                  </a:cubicBezTo>
                  <a:close/>
                  <a:moveTo>
                    <a:pt x="3413" y="5486"/>
                  </a:moveTo>
                  <a:lnTo>
                    <a:pt x="5026" y="3825"/>
                  </a:lnTo>
                  <a:cubicBezTo>
                    <a:pt x="5205" y="3641"/>
                    <a:pt x="5499" y="3636"/>
                    <a:pt x="5683" y="3815"/>
                  </a:cubicBezTo>
                  <a:lnTo>
                    <a:pt x="5688" y="3820"/>
                  </a:lnTo>
                  <a:cubicBezTo>
                    <a:pt x="5872" y="4005"/>
                    <a:pt x="5874" y="4303"/>
                    <a:pt x="5692" y="4491"/>
                  </a:cubicBezTo>
                  <a:lnTo>
                    <a:pt x="3769" y="6472"/>
                  </a:lnTo>
                  <a:cubicBezTo>
                    <a:pt x="3730" y="6511"/>
                    <a:pt x="3685" y="6543"/>
                    <a:pt x="3636" y="6567"/>
                  </a:cubicBezTo>
                  <a:cubicBezTo>
                    <a:pt x="3453" y="6665"/>
                    <a:pt x="3228" y="6631"/>
                    <a:pt x="3081" y="6485"/>
                  </a:cubicBezTo>
                  <a:lnTo>
                    <a:pt x="2081" y="5486"/>
                  </a:lnTo>
                  <a:cubicBezTo>
                    <a:pt x="1904" y="5296"/>
                    <a:pt x="1913" y="4997"/>
                    <a:pt x="2103" y="4820"/>
                  </a:cubicBezTo>
                  <a:cubicBezTo>
                    <a:pt x="2284" y="4650"/>
                    <a:pt x="2566" y="4650"/>
                    <a:pt x="2748" y="4820"/>
                  </a:cubicBezTo>
                  <a:lnTo>
                    <a:pt x="3413" y="5486"/>
                  </a:lnTo>
                  <a:close/>
                </a:path>
              </a:pathLst>
            </a:custGeom>
            <a:solidFill>
              <a:schemeClr val="accent1">
                <a:lumMod val="781"/>
                <a:lumOff val="99219"/>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7" name="宇神PPT-12-3"/>
            <p:cNvSpPr/>
            <p:nvPr/>
          </p:nvSpPr>
          <p:spPr>
            <a:xfrm>
              <a:off x="10172244" y="6232264"/>
              <a:ext cx="341292" cy="341291"/>
            </a:xfrm>
            <a:prstGeom prst="ellipse">
              <a:avLst/>
            </a:prstGeom>
            <a:solidFill>
              <a:schemeClr val="accent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8" name="宇神PPT-12-4"/>
            <p:cNvSpPr/>
            <p:nvPr/>
          </p:nvSpPr>
          <p:spPr>
            <a:xfrm>
              <a:off x="10239257" y="6299407"/>
              <a:ext cx="207242" cy="207004"/>
            </a:xfrm>
            <a:custGeom>
              <a:avLst/>
              <a:gdLst>
                <a:gd name="T0" fmla="*/ 10906 w 12797"/>
                <a:gd name="T1" fmla="*/ 1875 h 12781"/>
                <a:gd name="T2" fmla="*/ 6391 w 12797"/>
                <a:gd name="T3" fmla="*/ 0 h 12781"/>
                <a:gd name="T4" fmla="*/ 1875 w 12797"/>
                <a:gd name="T5" fmla="*/ 1875 h 12781"/>
                <a:gd name="T6" fmla="*/ 1234 w 12797"/>
                <a:gd name="T7" fmla="*/ 2625 h 12781"/>
                <a:gd name="T8" fmla="*/ 0 w 12797"/>
                <a:gd name="T9" fmla="*/ 6391 h 12781"/>
                <a:gd name="T10" fmla="*/ 1875 w 12797"/>
                <a:gd name="T11" fmla="*/ 10906 h 12781"/>
                <a:gd name="T12" fmla="*/ 6391 w 12797"/>
                <a:gd name="T13" fmla="*/ 12781 h 12781"/>
                <a:gd name="T14" fmla="*/ 10906 w 12797"/>
                <a:gd name="T15" fmla="*/ 10906 h 12781"/>
                <a:gd name="T16" fmla="*/ 12781 w 12797"/>
                <a:gd name="T17" fmla="*/ 6391 h 12781"/>
                <a:gd name="T18" fmla="*/ 11219 w 12797"/>
                <a:gd name="T19" fmla="*/ 9484 h 12781"/>
                <a:gd name="T20" fmla="*/ 9906 w 12797"/>
                <a:gd name="T21" fmla="*/ 6719 h 12781"/>
                <a:gd name="T22" fmla="*/ 11219 w 12797"/>
                <a:gd name="T23" fmla="*/ 9484 h 12781"/>
                <a:gd name="T24" fmla="*/ 2891 w 12797"/>
                <a:gd name="T25" fmla="*/ 6734 h 12781"/>
                <a:gd name="T26" fmla="*/ 1578 w 12797"/>
                <a:gd name="T27" fmla="*/ 9500 h 12781"/>
                <a:gd name="T28" fmla="*/ 1609 w 12797"/>
                <a:gd name="T29" fmla="*/ 3250 h 12781"/>
                <a:gd name="T30" fmla="*/ 2891 w 12797"/>
                <a:gd name="T31" fmla="*/ 6063 h 12781"/>
                <a:gd name="T32" fmla="*/ 1609 w 12797"/>
                <a:gd name="T33" fmla="*/ 3250 h 12781"/>
                <a:gd name="T34" fmla="*/ 3563 w 12797"/>
                <a:gd name="T35" fmla="*/ 6063 h 12781"/>
                <a:gd name="T36" fmla="*/ 6063 w 12797"/>
                <a:gd name="T37" fmla="*/ 4203 h 12781"/>
                <a:gd name="T38" fmla="*/ 6063 w 12797"/>
                <a:gd name="T39" fmla="*/ 6734 h 12781"/>
                <a:gd name="T40" fmla="*/ 3813 w 12797"/>
                <a:gd name="T41" fmla="*/ 8750 h 12781"/>
                <a:gd name="T42" fmla="*/ 6063 w 12797"/>
                <a:gd name="T43" fmla="*/ 6734 h 12781"/>
                <a:gd name="T44" fmla="*/ 9234 w 12797"/>
                <a:gd name="T45" fmla="*/ 6734 h 12781"/>
                <a:gd name="T46" fmla="*/ 6734 w 12797"/>
                <a:gd name="T47" fmla="*/ 8516 h 12781"/>
                <a:gd name="T48" fmla="*/ 6734 w 12797"/>
                <a:gd name="T49" fmla="*/ 6063 h 12781"/>
                <a:gd name="T50" fmla="*/ 8969 w 12797"/>
                <a:gd name="T51" fmla="*/ 3969 h 12781"/>
                <a:gd name="T52" fmla="*/ 6734 w 12797"/>
                <a:gd name="T53" fmla="*/ 6063 h 12781"/>
                <a:gd name="T54" fmla="*/ 6734 w 12797"/>
                <a:gd name="T55" fmla="*/ 719 h 12781"/>
                <a:gd name="T56" fmla="*/ 8344 w 12797"/>
                <a:gd name="T57" fmla="*/ 2266 h 12781"/>
                <a:gd name="T58" fmla="*/ 6734 w 12797"/>
                <a:gd name="T59" fmla="*/ 3531 h 12781"/>
                <a:gd name="T60" fmla="*/ 6063 w 12797"/>
                <a:gd name="T61" fmla="*/ 719 h 12781"/>
                <a:gd name="T62" fmla="*/ 4016 w 12797"/>
                <a:gd name="T63" fmla="*/ 3313 h 12781"/>
                <a:gd name="T64" fmla="*/ 5375 w 12797"/>
                <a:gd name="T65" fmla="*/ 1078 h 12781"/>
                <a:gd name="T66" fmla="*/ 6063 w 12797"/>
                <a:gd name="T67" fmla="*/ 12078 h 12781"/>
                <a:gd name="T68" fmla="*/ 4453 w 12797"/>
                <a:gd name="T69" fmla="*/ 10531 h 12781"/>
                <a:gd name="T70" fmla="*/ 6063 w 12797"/>
                <a:gd name="T71" fmla="*/ 9188 h 12781"/>
                <a:gd name="T72" fmla="*/ 6734 w 12797"/>
                <a:gd name="T73" fmla="*/ 12078 h 12781"/>
                <a:gd name="T74" fmla="*/ 8797 w 12797"/>
                <a:gd name="T75" fmla="*/ 9406 h 12781"/>
                <a:gd name="T76" fmla="*/ 7422 w 12797"/>
                <a:gd name="T77" fmla="*/ 11719 h 12781"/>
                <a:gd name="T78" fmla="*/ 9625 w 12797"/>
                <a:gd name="T79" fmla="*/ 3828 h 12781"/>
                <a:gd name="T80" fmla="*/ 12125 w 12797"/>
                <a:gd name="T81" fmla="*/ 6063 h 12781"/>
                <a:gd name="T82" fmla="*/ 10438 w 12797"/>
                <a:gd name="T83" fmla="*/ 2344 h 12781"/>
                <a:gd name="T84" fmla="*/ 9438 w 12797"/>
                <a:gd name="T85" fmla="*/ 3172 h 12781"/>
                <a:gd name="T86" fmla="*/ 8297 w 12797"/>
                <a:gd name="T87" fmla="*/ 1000 h 12781"/>
                <a:gd name="T88" fmla="*/ 4484 w 12797"/>
                <a:gd name="T89" fmla="*/ 1000 h 12781"/>
                <a:gd name="T90" fmla="*/ 3344 w 12797"/>
                <a:gd name="T91" fmla="*/ 3172 h 12781"/>
                <a:gd name="T92" fmla="*/ 2344 w 12797"/>
                <a:gd name="T93" fmla="*/ 2344 h 12781"/>
                <a:gd name="T94" fmla="*/ 2344 w 12797"/>
                <a:gd name="T95" fmla="*/ 10438 h 12781"/>
                <a:gd name="T96" fmla="*/ 3328 w 12797"/>
                <a:gd name="T97" fmla="*/ 9547 h 12781"/>
                <a:gd name="T98" fmla="*/ 4484 w 12797"/>
                <a:gd name="T99" fmla="*/ 11781 h 12781"/>
                <a:gd name="T100" fmla="*/ 8297 w 12797"/>
                <a:gd name="T101" fmla="*/ 11797 h 12781"/>
                <a:gd name="T102" fmla="*/ 9453 w 12797"/>
                <a:gd name="T103" fmla="*/ 9563 h 12781"/>
                <a:gd name="T104" fmla="*/ 10438 w 12797"/>
                <a:gd name="T105" fmla="*/ 10453 h 127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797" h="12781">
                  <a:moveTo>
                    <a:pt x="12281" y="3906"/>
                  </a:moveTo>
                  <a:cubicBezTo>
                    <a:pt x="11953" y="3141"/>
                    <a:pt x="11500" y="2453"/>
                    <a:pt x="10906" y="1875"/>
                  </a:cubicBezTo>
                  <a:cubicBezTo>
                    <a:pt x="10313" y="1281"/>
                    <a:pt x="9641" y="828"/>
                    <a:pt x="8875" y="500"/>
                  </a:cubicBezTo>
                  <a:cubicBezTo>
                    <a:pt x="8094" y="172"/>
                    <a:pt x="7266" y="0"/>
                    <a:pt x="6391" y="0"/>
                  </a:cubicBezTo>
                  <a:cubicBezTo>
                    <a:pt x="5531" y="0"/>
                    <a:pt x="4688" y="172"/>
                    <a:pt x="3906" y="500"/>
                  </a:cubicBezTo>
                  <a:cubicBezTo>
                    <a:pt x="3141" y="828"/>
                    <a:pt x="2453" y="1281"/>
                    <a:pt x="1875" y="1875"/>
                  </a:cubicBezTo>
                  <a:cubicBezTo>
                    <a:pt x="1641" y="2109"/>
                    <a:pt x="1438" y="2344"/>
                    <a:pt x="1250" y="2594"/>
                  </a:cubicBezTo>
                  <a:cubicBezTo>
                    <a:pt x="1250" y="2594"/>
                    <a:pt x="1234" y="2609"/>
                    <a:pt x="1234" y="2625"/>
                  </a:cubicBezTo>
                  <a:cubicBezTo>
                    <a:pt x="938" y="3016"/>
                    <a:pt x="703" y="3453"/>
                    <a:pt x="500" y="3906"/>
                  </a:cubicBezTo>
                  <a:cubicBezTo>
                    <a:pt x="172" y="4688"/>
                    <a:pt x="0" y="5531"/>
                    <a:pt x="0" y="6391"/>
                  </a:cubicBezTo>
                  <a:cubicBezTo>
                    <a:pt x="0" y="7250"/>
                    <a:pt x="172" y="8094"/>
                    <a:pt x="500" y="8875"/>
                  </a:cubicBezTo>
                  <a:cubicBezTo>
                    <a:pt x="828" y="9641"/>
                    <a:pt x="1281" y="10328"/>
                    <a:pt x="1875" y="10906"/>
                  </a:cubicBezTo>
                  <a:cubicBezTo>
                    <a:pt x="2469" y="11484"/>
                    <a:pt x="3141" y="11953"/>
                    <a:pt x="3906" y="12281"/>
                  </a:cubicBezTo>
                  <a:cubicBezTo>
                    <a:pt x="4688" y="12609"/>
                    <a:pt x="5531" y="12781"/>
                    <a:pt x="6391" y="12781"/>
                  </a:cubicBezTo>
                  <a:cubicBezTo>
                    <a:pt x="7250" y="12781"/>
                    <a:pt x="8094" y="12609"/>
                    <a:pt x="8875" y="12281"/>
                  </a:cubicBezTo>
                  <a:cubicBezTo>
                    <a:pt x="9641" y="11953"/>
                    <a:pt x="10328" y="11500"/>
                    <a:pt x="10906" y="10906"/>
                  </a:cubicBezTo>
                  <a:cubicBezTo>
                    <a:pt x="11500" y="10313"/>
                    <a:pt x="11953" y="9641"/>
                    <a:pt x="12281" y="8875"/>
                  </a:cubicBezTo>
                  <a:cubicBezTo>
                    <a:pt x="12609" y="8094"/>
                    <a:pt x="12781" y="7250"/>
                    <a:pt x="12781" y="6391"/>
                  </a:cubicBezTo>
                  <a:cubicBezTo>
                    <a:pt x="12797" y="5531"/>
                    <a:pt x="12625" y="4688"/>
                    <a:pt x="12281" y="3906"/>
                  </a:cubicBezTo>
                  <a:close/>
                  <a:moveTo>
                    <a:pt x="11219" y="9484"/>
                  </a:moveTo>
                  <a:cubicBezTo>
                    <a:pt x="10766" y="9250"/>
                    <a:pt x="10234" y="9047"/>
                    <a:pt x="9641" y="8891"/>
                  </a:cubicBezTo>
                  <a:cubicBezTo>
                    <a:pt x="9797" y="8203"/>
                    <a:pt x="9891" y="7469"/>
                    <a:pt x="9906" y="6719"/>
                  </a:cubicBezTo>
                  <a:lnTo>
                    <a:pt x="12109" y="6719"/>
                  </a:lnTo>
                  <a:cubicBezTo>
                    <a:pt x="12047" y="7719"/>
                    <a:pt x="11734" y="8672"/>
                    <a:pt x="11219" y="9484"/>
                  </a:cubicBezTo>
                  <a:close/>
                  <a:moveTo>
                    <a:pt x="688" y="6734"/>
                  </a:moveTo>
                  <a:lnTo>
                    <a:pt x="2891" y="6734"/>
                  </a:lnTo>
                  <a:cubicBezTo>
                    <a:pt x="2906" y="7484"/>
                    <a:pt x="3000" y="8219"/>
                    <a:pt x="3156" y="8906"/>
                  </a:cubicBezTo>
                  <a:cubicBezTo>
                    <a:pt x="2563" y="9063"/>
                    <a:pt x="2031" y="9266"/>
                    <a:pt x="1578" y="9500"/>
                  </a:cubicBezTo>
                  <a:cubicBezTo>
                    <a:pt x="1047" y="8672"/>
                    <a:pt x="734" y="7719"/>
                    <a:pt x="688" y="6734"/>
                  </a:cubicBezTo>
                  <a:close/>
                  <a:moveTo>
                    <a:pt x="1609" y="3250"/>
                  </a:moveTo>
                  <a:cubicBezTo>
                    <a:pt x="2063" y="3484"/>
                    <a:pt x="2578" y="3672"/>
                    <a:pt x="3172" y="3828"/>
                  </a:cubicBezTo>
                  <a:cubicBezTo>
                    <a:pt x="3000" y="4531"/>
                    <a:pt x="2906" y="5281"/>
                    <a:pt x="2891" y="6063"/>
                  </a:cubicBezTo>
                  <a:lnTo>
                    <a:pt x="688" y="6063"/>
                  </a:lnTo>
                  <a:cubicBezTo>
                    <a:pt x="734" y="5047"/>
                    <a:pt x="1063" y="4078"/>
                    <a:pt x="1609" y="3250"/>
                  </a:cubicBezTo>
                  <a:close/>
                  <a:moveTo>
                    <a:pt x="6063" y="6063"/>
                  </a:moveTo>
                  <a:lnTo>
                    <a:pt x="3563" y="6063"/>
                  </a:lnTo>
                  <a:cubicBezTo>
                    <a:pt x="3578" y="5328"/>
                    <a:pt x="3672" y="4625"/>
                    <a:pt x="3828" y="3969"/>
                  </a:cubicBezTo>
                  <a:cubicBezTo>
                    <a:pt x="4531" y="4109"/>
                    <a:pt x="5281" y="4188"/>
                    <a:pt x="6063" y="4203"/>
                  </a:cubicBezTo>
                  <a:lnTo>
                    <a:pt x="6063" y="6063"/>
                  </a:lnTo>
                  <a:close/>
                  <a:moveTo>
                    <a:pt x="6063" y="6734"/>
                  </a:moveTo>
                  <a:lnTo>
                    <a:pt x="6063" y="8516"/>
                  </a:lnTo>
                  <a:cubicBezTo>
                    <a:pt x="5281" y="8531"/>
                    <a:pt x="4531" y="8609"/>
                    <a:pt x="3813" y="8750"/>
                  </a:cubicBezTo>
                  <a:cubicBezTo>
                    <a:pt x="3672" y="8125"/>
                    <a:pt x="3578" y="7438"/>
                    <a:pt x="3563" y="6734"/>
                  </a:cubicBezTo>
                  <a:lnTo>
                    <a:pt x="6063" y="6734"/>
                  </a:lnTo>
                  <a:close/>
                  <a:moveTo>
                    <a:pt x="6734" y="6734"/>
                  </a:moveTo>
                  <a:lnTo>
                    <a:pt x="9234" y="6734"/>
                  </a:lnTo>
                  <a:cubicBezTo>
                    <a:pt x="9219" y="7438"/>
                    <a:pt x="9125" y="8125"/>
                    <a:pt x="8984" y="8750"/>
                  </a:cubicBezTo>
                  <a:cubicBezTo>
                    <a:pt x="8281" y="8609"/>
                    <a:pt x="7516" y="8531"/>
                    <a:pt x="6734" y="8516"/>
                  </a:cubicBezTo>
                  <a:lnTo>
                    <a:pt x="6734" y="6734"/>
                  </a:lnTo>
                  <a:close/>
                  <a:moveTo>
                    <a:pt x="6734" y="6063"/>
                  </a:moveTo>
                  <a:lnTo>
                    <a:pt x="6734" y="4203"/>
                  </a:lnTo>
                  <a:cubicBezTo>
                    <a:pt x="7516" y="4188"/>
                    <a:pt x="8266" y="4109"/>
                    <a:pt x="8969" y="3969"/>
                  </a:cubicBezTo>
                  <a:cubicBezTo>
                    <a:pt x="9125" y="4625"/>
                    <a:pt x="9219" y="5328"/>
                    <a:pt x="9234" y="6063"/>
                  </a:cubicBezTo>
                  <a:lnTo>
                    <a:pt x="6734" y="6063"/>
                  </a:lnTo>
                  <a:close/>
                  <a:moveTo>
                    <a:pt x="6734" y="3531"/>
                  </a:moveTo>
                  <a:lnTo>
                    <a:pt x="6734" y="719"/>
                  </a:lnTo>
                  <a:cubicBezTo>
                    <a:pt x="6969" y="781"/>
                    <a:pt x="7203" y="891"/>
                    <a:pt x="7422" y="1078"/>
                  </a:cubicBezTo>
                  <a:cubicBezTo>
                    <a:pt x="7766" y="1359"/>
                    <a:pt x="8078" y="1750"/>
                    <a:pt x="8344" y="2266"/>
                  </a:cubicBezTo>
                  <a:cubicBezTo>
                    <a:pt x="8516" y="2594"/>
                    <a:pt x="8656" y="2938"/>
                    <a:pt x="8781" y="3313"/>
                  </a:cubicBezTo>
                  <a:cubicBezTo>
                    <a:pt x="8141" y="3438"/>
                    <a:pt x="7453" y="3516"/>
                    <a:pt x="6734" y="3531"/>
                  </a:cubicBezTo>
                  <a:close/>
                  <a:moveTo>
                    <a:pt x="5375" y="1078"/>
                  </a:moveTo>
                  <a:cubicBezTo>
                    <a:pt x="5594" y="891"/>
                    <a:pt x="5828" y="781"/>
                    <a:pt x="6063" y="719"/>
                  </a:cubicBezTo>
                  <a:lnTo>
                    <a:pt x="6063" y="3531"/>
                  </a:lnTo>
                  <a:cubicBezTo>
                    <a:pt x="5344" y="3516"/>
                    <a:pt x="4656" y="3438"/>
                    <a:pt x="4016" y="3313"/>
                  </a:cubicBezTo>
                  <a:cubicBezTo>
                    <a:pt x="4141" y="2938"/>
                    <a:pt x="4281" y="2578"/>
                    <a:pt x="4453" y="2266"/>
                  </a:cubicBezTo>
                  <a:cubicBezTo>
                    <a:pt x="4719" y="1750"/>
                    <a:pt x="5031" y="1344"/>
                    <a:pt x="5375" y="1078"/>
                  </a:cubicBezTo>
                  <a:close/>
                  <a:moveTo>
                    <a:pt x="6063" y="9188"/>
                  </a:moveTo>
                  <a:lnTo>
                    <a:pt x="6063" y="12078"/>
                  </a:lnTo>
                  <a:cubicBezTo>
                    <a:pt x="5828" y="12016"/>
                    <a:pt x="5594" y="11906"/>
                    <a:pt x="5375" y="11719"/>
                  </a:cubicBezTo>
                  <a:cubicBezTo>
                    <a:pt x="5031" y="11438"/>
                    <a:pt x="4719" y="11047"/>
                    <a:pt x="4453" y="10531"/>
                  </a:cubicBezTo>
                  <a:cubicBezTo>
                    <a:pt x="4281" y="10188"/>
                    <a:pt x="4125" y="9813"/>
                    <a:pt x="4000" y="9406"/>
                  </a:cubicBezTo>
                  <a:cubicBezTo>
                    <a:pt x="4641" y="9281"/>
                    <a:pt x="5344" y="9203"/>
                    <a:pt x="6063" y="9188"/>
                  </a:cubicBezTo>
                  <a:close/>
                  <a:moveTo>
                    <a:pt x="7422" y="11719"/>
                  </a:moveTo>
                  <a:cubicBezTo>
                    <a:pt x="7203" y="11906"/>
                    <a:pt x="6969" y="12016"/>
                    <a:pt x="6734" y="12078"/>
                  </a:cubicBezTo>
                  <a:lnTo>
                    <a:pt x="6734" y="9188"/>
                  </a:lnTo>
                  <a:cubicBezTo>
                    <a:pt x="7453" y="9203"/>
                    <a:pt x="8156" y="9281"/>
                    <a:pt x="8797" y="9406"/>
                  </a:cubicBezTo>
                  <a:cubicBezTo>
                    <a:pt x="8672" y="9813"/>
                    <a:pt x="8516" y="10188"/>
                    <a:pt x="8344" y="10531"/>
                  </a:cubicBezTo>
                  <a:cubicBezTo>
                    <a:pt x="8078" y="11047"/>
                    <a:pt x="7766" y="11438"/>
                    <a:pt x="7422" y="11719"/>
                  </a:cubicBezTo>
                  <a:close/>
                  <a:moveTo>
                    <a:pt x="9906" y="6063"/>
                  </a:moveTo>
                  <a:cubicBezTo>
                    <a:pt x="9891" y="5281"/>
                    <a:pt x="9781" y="4531"/>
                    <a:pt x="9625" y="3828"/>
                  </a:cubicBezTo>
                  <a:cubicBezTo>
                    <a:pt x="10203" y="3672"/>
                    <a:pt x="10734" y="3484"/>
                    <a:pt x="11188" y="3250"/>
                  </a:cubicBezTo>
                  <a:cubicBezTo>
                    <a:pt x="11734" y="4078"/>
                    <a:pt x="12063" y="5047"/>
                    <a:pt x="12125" y="6063"/>
                  </a:cubicBezTo>
                  <a:lnTo>
                    <a:pt x="9906" y="6063"/>
                  </a:lnTo>
                  <a:close/>
                  <a:moveTo>
                    <a:pt x="10438" y="2344"/>
                  </a:moveTo>
                  <a:cubicBezTo>
                    <a:pt x="10547" y="2453"/>
                    <a:pt x="10656" y="2578"/>
                    <a:pt x="10766" y="2703"/>
                  </a:cubicBezTo>
                  <a:cubicBezTo>
                    <a:pt x="10375" y="2891"/>
                    <a:pt x="9938" y="3047"/>
                    <a:pt x="9438" y="3172"/>
                  </a:cubicBezTo>
                  <a:cubicBezTo>
                    <a:pt x="9297" y="2734"/>
                    <a:pt x="9125" y="2328"/>
                    <a:pt x="8938" y="1953"/>
                  </a:cubicBezTo>
                  <a:cubicBezTo>
                    <a:pt x="8750" y="1578"/>
                    <a:pt x="8531" y="1266"/>
                    <a:pt x="8297" y="1000"/>
                  </a:cubicBezTo>
                  <a:cubicBezTo>
                    <a:pt x="9094" y="1281"/>
                    <a:pt x="9828" y="1734"/>
                    <a:pt x="10438" y="2344"/>
                  </a:cubicBezTo>
                  <a:close/>
                  <a:moveTo>
                    <a:pt x="4484" y="1000"/>
                  </a:moveTo>
                  <a:cubicBezTo>
                    <a:pt x="4250" y="1266"/>
                    <a:pt x="4031" y="1594"/>
                    <a:pt x="3844" y="1953"/>
                  </a:cubicBezTo>
                  <a:cubicBezTo>
                    <a:pt x="3656" y="2328"/>
                    <a:pt x="3484" y="2734"/>
                    <a:pt x="3344" y="3172"/>
                  </a:cubicBezTo>
                  <a:cubicBezTo>
                    <a:pt x="2844" y="3047"/>
                    <a:pt x="2406" y="2891"/>
                    <a:pt x="2016" y="2703"/>
                  </a:cubicBezTo>
                  <a:cubicBezTo>
                    <a:pt x="2125" y="2578"/>
                    <a:pt x="2219" y="2469"/>
                    <a:pt x="2344" y="2344"/>
                  </a:cubicBezTo>
                  <a:cubicBezTo>
                    <a:pt x="2969" y="1734"/>
                    <a:pt x="3688" y="1281"/>
                    <a:pt x="4484" y="1000"/>
                  </a:cubicBezTo>
                  <a:close/>
                  <a:moveTo>
                    <a:pt x="2344" y="10438"/>
                  </a:moveTo>
                  <a:cubicBezTo>
                    <a:pt x="2219" y="10313"/>
                    <a:pt x="2094" y="10172"/>
                    <a:pt x="1984" y="10031"/>
                  </a:cubicBezTo>
                  <a:cubicBezTo>
                    <a:pt x="2375" y="9844"/>
                    <a:pt x="2828" y="9672"/>
                    <a:pt x="3328" y="9547"/>
                  </a:cubicBezTo>
                  <a:cubicBezTo>
                    <a:pt x="3469" y="10016"/>
                    <a:pt x="3641" y="10438"/>
                    <a:pt x="3844" y="10828"/>
                  </a:cubicBezTo>
                  <a:cubicBezTo>
                    <a:pt x="4031" y="11203"/>
                    <a:pt x="4250" y="11516"/>
                    <a:pt x="4484" y="11781"/>
                  </a:cubicBezTo>
                  <a:cubicBezTo>
                    <a:pt x="3688" y="11516"/>
                    <a:pt x="2969" y="11063"/>
                    <a:pt x="2344" y="10438"/>
                  </a:cubicBezTo>
                  <a:close/>
                  <a:moveTo>
                    <a:pt x="8297" y="11797"/>
                  </a:moveTo>
                  <a:cubicBezTo>
                    <a:pt x="8531" y="11531"/>
                    <a:pt x="8750" y="11203"/>
                    <a:pt x="8938" y="10844"/>
                  </a:cubicBezTo>
                  <a:cubicBezTo>
                    <a:pt x="9141" y="10453"/>
                    <a:pt x="9313" y="10016"/>
                    <a:pt x="9453" y="9563"/>
                  </a:cubicBezTo>
                  <a:cubicBezTo>
                    <a:pt x="9953" y="9688"/>
                    <a:pt x="10406" y="9859"/>
                    <a:pt x="10797" y="10047"/>
                  </a:cubicBezTo>
                  <a:cubicBezTo>
                    <a:pt x="10688" y="10188"/>
                    <a:pt x="10563" y="10313"/>
                    <a:pt x="10438" y="10453"/>
                  </a:cubicBezTo>
                  <a:cubicBezTo>
                    <a:pt x="9828" y="11063"/>
                    <a:pt x="9094" y="11516"/>
                    <a:pt x="8297" y="11797"/>
                  </a:cubicBezTo>
                  <a:close/>
                </a:path>
              </a:pathLst>
            </a:custGeom>
            <a:solidFill>
              <a:schemeClr val="accent1">
                <a:lumMod val="781"/>
                <a:lumOff val="99219"/>
              </a:schemeClr>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9" name="宇神PPT-12-5"/>
            <p:cNvSpPr/>
            <p:nvPr/>
          </p:nvSpPr>
          <p:spPr>
            <a:xfrm>
              <a:off x="10675198" y="6232264"/>
              <a:ext cx="341292" cy="341291"/>
            </a:xfrm>
            <a:prstGeom prst="ellipse">
              <a:avLst/>
            </a:prstGeom>
            <a:solidFill>
              <a:schemeClr val="accent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18" name="宇神PPT-12-6"/>
            <p:cNvSpPr/>
            <p:nvPr/>
          </p:nvSpPr>
          <p:spPr>
            <a:xfrm>
              <a:off x="10742223" y="6317467"/>
              <a:ext cx="207242" cy="170884"/>
            </a:xfrm>
            <a:custGeom>
              <a:avLst/>
              <a:gdLst>
                <a:gd name="connsiteX0" fmla="*/ 435416 w 609586"/>
                <a:gd name="connsiteY0" fmla="*/ 80352 h 502648"/>
                <a:gd name="connsiteX1" fmla="*/ 551577 w 609586"/>
                <a:gd name="connsiteY1" fmla="*/ 190215 h 502648"/>
                <a:gd name="connsiteX2" fmla="*/ 551577 w 609586"/>
                <a:gd name="connsiteY2" fmla="*/ 217693 h 502648"/>
                <a:gd name="connsiteX3" fmla="*/ 496140 w 609586"/>
                <a:gd name="connsiteY3" fmla="*/ 310936 h 502648"/>
                <a:gd name="connsiteX4" fmla="*/ 609586 w 609586"/>
                <a:gd name="connsiteY4" fmla="*/ 437323 h 502648"/>
                <a:gd name="connsiteX5" fmla="*/ 580534 w 609586"/>
                <a:gd name="connsiteY5" fmla="*/ 464753 h 502648"/>
                <a:gd name="connsiteX6" fmla="*/ 504951 w 609586"/>
                <a:gd name="connsiteY6" fmla="*/ 464753 h 502648"/>
                <a:gd name="connsiteX7" fmla="*/ 373787 w 609586"/>
                <a:gd name="connsiteY7" fmla="*/ 301459 h 502648"/>
                <a:gd name="connsiteX8" fmla="*/ 426510 w 609586"/>
                <a:gd name="connsiteY8" fmla="*/ 179500 h 502648"/>
                <a:gd name="connsiteX9" fmla="*/ 426510 w 609586"/>
                <a:gd name="connsiteY9" fmla="*/ 143641 h 502648"/>
                <a:gd name="connsiteX10" fmla="*/ 412126 w 609586"/>
                <a:gd name="connsiteY10" fmla="*/ 82543 h 502648"/>
                <a:gd name="connsiteX11" fmla="*/ 435416 w 609586"/>
                <a:gd name="connsiteY11" fmla="*/ 80352 h 502648"/>
                <a:gd name="connsiteX12" fmla="*/ 227788 w 609586"/>
                <a:gd name="connsiteY12" fmla="*/ 0 h 502648"/>
                <a:gd name="connsiteX13" fmla="*/ 379662 w 609586"/>
                <a:gd name="connsiteY13" fmla="*/ 143662 h 502648"/>
                <a:gd name="connsiteX14" fmla="*/ 379662 w 609586"/>
                <a:gd name="connsiteY14" fmla="*/ 179565 h 502648"/>
                <a:gd name="connsiteX15" fmla="*/ 307225 w 609586"/>
                <a:gd name="connsiteY15" fmla="*/ 301465 h 502648"/>
                <a:gd name="connsiteX16" fmla="*/ 455528 w 609586"/>
                <a:gd name="connsiteY16" fmla="*/ 466745 h 502648"/>
                <a:gd name="connsiteX17" fmla="*/ 417524 w 609586"/>
                <a:gd name="connsiteY17" fmla="*/ 502648 h 502648"/>
                <a:gd name="connsiteX18" fmla="*/ 38004 w 609586"/>
                <a:gd name="connsiteY18" fmla="*/ 502648 h 502648"/>
                <a:gd name="connsiteX19" fmla="*/ 0 w 609586"/>
                <a:gd name="connsiteY19" fmla="*/ 466745 h 502648"/>
                <a:gd name="connsiteX20" fmla="*/ 148350 w 609586"/>
                <a:gd name="connsiteY20" fmla="*/ 301465 h 502648"/>
                <a:gd name="connsiteX21" fmla="*/ 75913 w 609586"/>
                <a:gd name="connsiteY21" fmla="*/ 179565 h 502648"/>
                <a:gd name="connsiteX22" fmla="*/ 75913 w 609586"/>
                <a:gd name="connsiteY22" fmla="*/ 143662 h 502648"/>
                <a:gd name="connsiteX23" fmla="*/ 227788 w 609586"/>
                <a:gd name="connsiteY23" fmla="*/ 0 h 502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9586" h="502648">
                  <a:moveTo>
                    <a:pt x="435416" y="80352"/>
                  </a:moveTo>
                  <a:cubicBezTo>
                    <a:pt x="499521" y="80352"/>
                    <a:pt x="551577" y="129545"/>
                    <a:pt x="551577" y="190215"/>
                  </a:cubicBezTo>
                  <a:lnTo>
                    <a:pt x="551577" y="217693"/>
                  </a:lnTo>
                  <a:cubicBezTo>
                    <a:pt x="551577" y="257219"/>
                    <a:pt x="529288" y="291601"/>
                    <a:pt x="496140" y="310936"/>
                  </a:cubicBezTo>
                  <a:cubicBezTo>
                    <a:pt x="553434" y="331175"/>
                    <a:pt x="609586" y="382416"/>
                    <a:pt x="609586" y="437323"/>
                  </a:cubicBezTo>
                  <a:cubicBezTo>
                    <a:pt x="609586" y="452467"/>
                    <a:pt x="596584" y="464753"/>
                    <a:pt x="580534" y="464753"/>
                  </a:cubicBezTo>
                  <a:lnTo>
                    <a:pt x="504951" y="464753"/>
                  </a:lnTo>
                  <a:cubicBezTo>
                    <a:pt x="503855" y="393607"/>
                    <a:pt x="444465" y="318793"/>
                    <a:pt x="373787" y="301459"/>
                  </a:cubicBezTo>
                  <a:cubicBezTo>
                    <a:pt x="411936" y="270457"/>
                    <a:pt x="426510" y="231217"/>
                    <a:pt x="426510" y="179500"/>
                  </a:cubicBezTo>
                  <a:lnTo>
                    <a:pt x="426510" y="143641"/>
                  </a:lnTo>
                  <a:cubicBezTo>
                    <a:pt x="426510" y="121783"/>
                    <a:pt x="421318" y="101068"/>
                    <a:pt x="412126" y="82543"/>
                  </a:cubicBezTo>
                  <a:cubicBezTo>
                    <a:pt x="419651" y="81114"/>
                    <a:pt x="427415" y="80352"/>
                    <a:pt x="435416" y="80352"/>
                  </a:cubicBezTo>
                  <a:close/>
                  <a:moveTo>
                    <a:pt x="227788" y="0"/>
                  </a:moveTo>
                  <a:cubicBezTo>
                    <a:pt x="311607" y="0"/>
                    <a:pt x="379662" y="64378"/>
                    <a:pt x="379662" y="143662"/>
                  </a:cubicBezTo>
                  <a:lnTo>
                    <a:pt x="379662" y="179565"/>
                  </a:lnTo>
                  <a:cubicBezTo>
                    <a:pt x="379662" y="231230"/>
                    <a:pt x="350516" y="276180"/>
                    <a:pt x="307225" y="301465"/>
                  </a:cubicBezTo>
                  <a:cubicBezTo>
                    <a:pt x="382186" y="327940"/>
                    <a:pt x="455528" y="394986"/>
                    <a:pt x="455528" y="466745"/>
                  </a:cubicBezTo>
                  <a:cubicBezTo>
                    <a:pt x="455528" y="486554"/>
                    <a:pt x="438574" y="502648"/>
                    <a:pt x="417524" y="502648"/>
                  </a:cubicBezTo>
                  <a:lnTo>
                    <a:pt x="38004" y="502648"/>
                  </a:lnTo>
                  <a:cubicBezTo>
                    <a:pt x="16954" y="502648"/>
                    <a:pt x="0" y="486554"/>
                    <a:pt x="0" y="466745"/>
                  </a:cubicBezTo>
                  <a:cubicBezTo>
                    <a:pt x="0" y="394986"/>
                    <a:pt x="73389" y="327940"/>
                    <a:pt x="148350" y="301465"/>
                  </a:cubicBezTo>
                  <a:cubicBezTo>
                    <a:pt x="105012" y="276180"/>
                    <a:pt x="75913" y="231230"/>
                    <a:pt x="75913" y="179565"/>
                  </a:cubicBezTo>
                  <a:lnTo>
                    <a:pt x="75913" y="143662"/>
                  </a:lnTo>
                  <a:cubicBezTo>
                    <a:pt x="75913" y="64378"/>
                    <a:pt x="143969" y="0"/>
                    <a:pt x="227788" y="0"/>
                  </a:cubicBezTo>
                  <a:close/>
                </a:path>
              </a:pathLst>
            </a:custGeom>
            <a:solidFill>
              <a:schemeClr val="accent1">
                <a:lumMod val="781"/>
                <a:lumOff val="99219"/>
              </a:schemeClr>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19" name="宇神PPT-12-7"/>
            <p:cNvSpPr/>
            <p:nvPr/>
          </p:nvSpPr>
          <p:spPr>
            <a:xfrm>
              <a:off x="11178150" y="6232264"/>
              <a:ext cx="341292" cy="341291"/>
            </a:xfrm>
            <a:prstGeom prst="ellipse">
              <a:avLst/>
            </a:prstGeom>
            <a:solidFill>
              <a:schemeClr val="accent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20" name="宇神PPT-12-8"/>
            <p:cNvSpPr/>
            <p:nvPr/>
          </p:nvSpPr>
          <p:spPr>
            <a:xfrm>
              <a:off x="11267124" y="6299289"/>
              <a:ext cx="163342" cy="207241"/>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chemeClr val="accent1">
                <a:lumMod val="781"/>
                <a:lumOff val="99219"/>
              </a:schemeClr>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grpSp>
      <p:pic>
        <p:nvPicPr>
          <p:cNvPr id="6" name="宇神PPT-13" descr="图片包含 游戏机, 建筑, 灯光&#10;&#10;描述已自动生成"/>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flipH="1">
            <a:off x="635001" y="2630694"/>
            <a:ext cx="4176461" cy="2633455"/>
          </a:xfrm>
          <a:prstGeom prst="rect">
            <a:avLst/>
          </a:prstGeom>
          <a:effectLst>
            <a:reflection blurRad="6350" stA="77000" endPos="43000" dir="5400000" sy="-100000" algn="bl" rotWithShape="0"/>
          </a:effectLst>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anim calcmode="lin" valueType="num">
                                      <p:cBhvr>
                                        <p:cTn id="8" dur="500" fill="hold"/>
                                        <p:tgtEl>
                                          <p:spTgt spid="105"/>
                                        </p:tgtEl>
                                        <p:attrNameLst>
                                          <p:attrName>ppt_x</p:attrName>
                                        </p:attrNameLst>
                                      </p:cBhvr>
                                      <p:tavLst>
                                        <p:tav tm="0">
                                          <p:val>
                                            <p:strVal val="#ppt_x"/>
                                          </p:val>
                                        </p:tav>
                                        <p:tav tm="100000">
                                          <p:val>
                                            <p:strVal val="#ppt_x"/>
                                          </p:val>
                                        </p:tav>
                                      </p:tavLst>
                                    </p:anim>
                                    <p:anim calcmode="lin" valueType="num">
                                      <p:cBhvr>
                                        <p:cTn id="9" dur="500" fill="hold"/>
                                        <p:tgtEl>
                                          <p:spTgt spid="105"/>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104"/>
                                        </p:tgtEl>
                                        <p:attrNameLst>
                                          <p:attrName>style.visibility</p:attrName>
                                        </p:attrNameLst>
                                      </p:cBhvr>
                                      <p:to>
                                        <p:strVal val="visible"/>
                                      </p:to>
                                    </p:set>
                                    <p:animEffect transition="in" filter="fade">
                                      <p:cBhvr>
                                        <p:cTn id="13" dur="500"/>
                                        <p:tgtEl>
                                          <p:spTgt spid="104"/>
                                        </p:tgtEl>
                                      </p:cBhvr>
                                    </p:animEffect>
                                    <p:anim calcmode="lin" valueType="num">
                                      <p:cBhvr>
                                        <p:cTn id="14" dur="500" fill="hold"/>
                                        <p:tgtEl>
                                          <p:spTgt spid="104"/>
                                        </p:tgtEl>
                                        <p:attrNameLst>
                                          <p:attrName>ppt_x</p:attrName>
                                        </p:attrNameLst>
                                      </p:cBhvr>
                                      <p:tavLst>
                                        <p:tav tm="0">
                                          <p:val>
                                            <p:strVal val="#ppt_x"/>
                                          </p:val>
                                        </p:tav>
                                        <p:tav tm="100000">
                                          <p:val>
                                            <p:strVal val="#ppt_x"/>
                                          </p:val>
                                        </p:tav>
                                      </p:tavLst>
                                    </p:anim>
                                    <p:anim calcmode="lin" valueType="num">
                                      <p:cBhvr>
                                        <p:cTn id="15" dur="500" fill="hold"/>
                                        <p:tgtEl>
                                          <p:spTgt spid="104"/>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103"/>
                                        </p:tgtEl>
                                        <p:attrNameLst>
                                          <p:attrName>style.visibility</p:attrName>
                                        </p:attrNameLst>
                                      </p:cBhvr>
                                      <p:to>
                                        <p:strVal val="visible"/>
                                      </p:to>
                                    </p:set>
                                    <p:animEffect transition="in" filter="fade">
                                      <p:cBhvr>
                                        <p:cTn id="19" dur="500"/>
                                        <p:tgtEl>
                                          <p:spTgt spid="103"/>
                                        </p:tgtEl>
                                      </p:cBhvr>
                                    </p:animEffect>
                                    <p:anim calcmode="lin" valueType="num">
                                      <p:cBhvr>
                                        <p:cTn id="20" dur="500" fill="hold"/>
                                        <p:tgtEl>
                                          <p:spTgt spid="103"/>
                                        </p:tgtEl>
                                        <p:attrNameLst>
                                          <p:attrName>ppt_x</p:attrName>
                                        </p:attrNameLst>
                                      </p:cBhvr>
                                      <p:tavLst>
                                        <p:tav tm="0">
                                          <p:val>
                                            <p:strVal val="#ppt_x"/>
                                          </p:val>
                                        </p:tav>
                                        <p:tav tm="100000">
                                          <p:val>
                                            <p:strVal val="#ppt_x"/>
                                          </p:val>
                                        </p:tav>
                                      </p:tavLst>
                                    </p:anim>
                                    <p:anim calcmode="lin" valueType="num">
                                      <p:cBhvr>
                                        <p:cTn id="21" dur="500" fill="hold"/>
                                        <p:tgtEl>
                                          <p:spTgt spid="103"/>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0"/>
                                  </p:stCondLst>
                                  <p:childTnLst>
                                    <p:set>
                                      <p:cBhvr>
                                        <p:cTn id="24" dur="1" fill="hold">
                                          <p:stCondLst>
                                            <p:cond delay="0"/>
                                          </p:stCondLst>
                                        </p:cTn>
                                        <p:tgtEl>
                                          <p:spTgt spid="102"/>
                                        </p:tgtEl>
                                        <p:attrNameLst>
                                          <p:attrName>style.visibility</p:attrName>
                                        </p:attrNameLst>
                                      </p:cBhvr>
                                      <p:to>
                                        <p:strVal val="visible"/>
                                      </p:to>
                                    </p:set>
                                    <p:animEffect transition="in" filter="fade">
                                      <p:cBhvr>
                                        <p:cTn id="25" dur="500"/>
                                        <p:tgtEl>
                                          <p:spTgt spid="102"/>
                                        </p:tgtEl>
                                      </p:cBhvr>
                                    </p:animEffect>
                                    <p:anim calcmode="lin" valueType="num">
                                      <p:cBhvr>
                                        <p:cTn id="26" dur="500" fill="hold"/>
                                        <p:tgtEl>
                                          <p:spTgt spid="102"/>
                                        </p:tgtEl>
                                        <p:attrNameLst>
                                          <p:attrName>ppt_x</p:attrName>
                                        </p:attrNameLst>
                                      </p:cBhvr>
                                      <p:tavLst>
                                        <p:tav tm="0">
                                          <p:val>
                                            <p:strVal val="#ppt_x"/>
                                          </p:val>
                                        </p:tav>
                                        <p:tav tm="100000">
                                          <p:val>
                                            <p:strVal val="#ppt_x"/>
                                          </p:val>
                                        </p:tav>
                                      </p:tavLst>
                                    </p:anim>
                                    <p:anim calcmode="lin" valueType="num">
                                      <p:cBhvr>
                                        <p:cTn id="27" dur="500" fill="hold"/>
                                        <p:tgtEl>
                                          <p:spTgt spid="10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宇神PPT-1" descr="背景图案&#10;&#10;描述已自动生成"/>
          <p:cNvPicPr>
            <a:picLocks noChangeAspect="1"/>
          </p:cNvPicPr>
          <p:nvPr/>
        </p:nvPicPr>
        <p:blipFill>
          <a:blip r:embed="rId1">
            <a:extLst>
              <a:ext uri="{28A0092B-C50C-407E-A947-70E740481C1C}">
                <a14:useLocalDpi xmlns:a14="http://schemas.microsoft.com/office/drawing/2010/main" val="0"/>
              </a:ext>
            </a:extLst>
          </a:blip>
          <a:srcRect b="8108"/>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2" name="宇神PPT-2" hidden="1"/>
          <p:cNvSpPr txBox="1"/>
          <p:nvPr/>
        </p:nvSpPr>
        <p:spPr>
          <a:xfrm>
            <a:off x="10580913" y="-603126"/>
            <a:ext cx="1727200" cy="369332"/>
          </a:xfrm>
          <a:prstGeom prst="rect">
            <a:avLst/>
          </a:prstGeom>
          <a:noFill/>
        </p:spPr>
        <p:txBody>
          <a:bodyPr wrap="square" rtlCol="0">
            <a:spAutoFit/>
          </a:bodyPr>
          <a:lstStyle/>
          <a:p>
            <a:pPr algn="ctr"/>
            <a:r>
              <a:rPr lang="en-US" altLang="zh-CN" dirty="0">
                <a:ln>
                  <a:noFill/>
                </a:ln>
                <a:noFill/>
                <a:cs typeface="思源黑体 CN Bold" panose="020B0800000000000000" charset="-122"/>
              </a:rPr>
              <a:t>By  </a:t>
            </a:r>
            <a:r>
              <a:rPr lang="en-US" altLang="zh-CN" dirty="0" err="1">
                <a:ln>
                  <a:noFill/>
                </a:ln>
                <a:noFill/>
                <a:cs typeface="思源黑体 CN Bold" panose="020B0800000000000000" charset="-122"/>
              </a:rPr>
              <a:t>Yushen</a:t>
            </a:r>
            <a:endParaRPr lang="zh-CN" altLang="en-US" dirty="0">
              <a:ln>
                <a:noFill/>
              </a:ln>
              <a:noFill/>
              <a:cs typeface="思源黑体 CN Bold" panose="020B0800000000000000" charset="-122"/>
            </a:endParaRPr>
          </a:p>
        </p:txBody>
      </p:sp>
      <p:sp>
        <p:nvSpPr>
          <p:cNvPr id="49" name="宇神PPT-3"/>
          <p:cNvSpPr/>
          <p:nvPr/>
        </p:nvSpPr>
        <p:spPr>
          <a:xfrm>
            <a:off x="0" y="0"/>
            <a:ext cx="11231153" cy="6858000"/>
          </a:xfrm>
          <a:custGeom>
            <a:avLst/>
            <a:gdLst>
              <a:gd name="connsiteX0" fmla="*/ 0 w 11231153"/>
              <a:gd name="connsiteY0" fmla="*/ 0 h 6858000"/>
              <a:gd name="connsiteX1" fmla="*/ 11231153 w 11231153"/>
              <a:gd name="connsiteY1" fmla="*/ 0 h 6858000"/>
              <a:gd name="connsiteX2" fmla="*/ 11226154 w 11231153"/>
              <a:gd name="connsiteY2" fmla="*/ 9075 h 6858000"/>
              <a:gd name="connsiteX3" fmla="*/ 11050730 w 11231153"/>
              <a:gd name="connsiteY3" fmla="*/ 332112 h 6858000"/>
              <a:gd name="connsiteX4" fmla="*/ 9334009 w 11231153"/>
              <a:gd name="connsiteY4" fmla="*/ 2230509 h 6858000"/>
              <a:gd name="connsiteX5" fmla="*/ 7538299 w 11231153"/>
              <a:gd name="connsiteY5" fmla="*/ 2883495 h 6858000"/>
              <a:gd name="connsiteX6" fmla="*/ 6337647 w 11231153"/>
              <a:gd name="connsiteY6" fmla="*/ 4616013 h 6858000"/>
              <a:gd name="connsiteX7" fmla="*/ 5605671 w 11231153"/>
              <a:gd name="connsiteY7" fmla="*/ 6738217 h 6858000"/>
              <a:gd name="connsiteX8" fmla="*/ 5550832 w 11231153"/>
              <a:gd name="connsiteY8" fmla="*/ 6858000 h 6858000"/>
              <a:gd name="connsiteX9" fmla="*/ 0 w 11231153"/>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231153" h="6858000">
                <a:moveTo>
                  <a:pt x="0" y="0"/>
                </a:moveTo>
                <a:lnTo>
                  <a:pt x="11231153" y="0"/>
                </a:lnTo>
                <a:lnTo>
                  <a:pt x="11226154" y="9075"/>
                </a:lnTo>
                <a:cubicBezTo>
                  <a:pt x="11167899" y="117193"/>
                  <a:pt x="11109973" y="225475"/>
                  <a:pt x="11050730" y="332112"/>
                </a:cubicBezTo>
                <a:cubicBezTo>
                  <a:pt x="10613651" y="1124646"/>
                  <a:pt x="10065985" y="1875054"/>
                  <a:pt x="9334009" y="2230509"/>
                </a:cubicBezTo>
                <a:cubicBezTo>
                  <a:pt x="8752114" y="2512241"/>
                  <a:pt x="8091231" y="2525406"/>
                  <a:pt x="7538299" y="2883495"/>
                </a:cubicBezTo>
                <a:cubicBezTo>
                  <a:pt x="6980102" y="3246850"/>
                  <a:pt x="6603582" y="3918268"/>
                  <a:pt x="6337647" y="4616013"/>
                </a:cubicBezTo>
                <a:cubicBezTo>
                  <a:pt x="6071715" y="5311127"/>
                  <a:pt x="5895303" y="6056269"/>
                  <a:pt x="5605671" y="6738217"/>
                </a:cubicBezTo>
                <a:lnTo>
                  <a:pt x="5550832" y="6858000"/>
                </a:lnTo>
                <a:lnTo>
                  <a:pt x="0" y="6858000"/>
                </a:lnTo>
                <a:close/>
              </a:path>
            </a:pathLst>
          </a:custGeom>
          <a:solidFill>
            <a:schemeClr val="accent1">
              <a:lumMod val="781"/>
              <a:lumOff val="99219"/>
              <a:alpha val="37000"/>
            </a:schemeClr>
          </a:solidFill>
          <a:ln w="18992" cap="flat">
            <a:noFill/>
            <a:prstDash val="solid"/>
            <a:miter/>
          </a:ln>
        </p:spPr>
        <p:txBody>
          <a:bodyPr rtlCol="0" anchor="ctr"/>
          <a:lstStyle/>
          <a:p>
            <a:endParaRPr lang="zh-CN" altLang="en-US"/>
          </a:p>
        </p:txBody>
      </p:sp>
      <p:sp>
        <p:nvSpPr>
          <p:cNvPr id="51" name="宇神PPT-4"/>
          <p:cNvSpPr/>
          <p:nvPr/>
        </p:nvSpPr>
        <p:spPr>
          <a:xfrm>
            <a:off x="0" y="0"/>
            <a:ext cx="10895187" cy="6858000"/>
          </a:xfrm>
          <a:custGeom>
            <a:avLst/>
            <a:gdLst>
              <a:gd name="connsiteX0" fmla="*/ 0 w 10895187"/>
              <a:gd name="connsiteY0" fmla="*/ 0 h 6858000"/>
              <a:gd name="connsiteX1" fmla="*/ 10895187 w 10895187"/>
              <a:gd name="connsiteY1" fmla="*/ 0 h 6858000"/>
              <a:gd name="connsiteX2" fmla="*/ 10643067 w 10895187"/>
              <a:gd name="connsiteY2" fmla="*/ 226213 h 6858000"/>
              <a:gd name="connsiteX3" fmla="*/ 10079151 w 10895187"/>
              <a:gd name="connsiteY3" fmla="*/ 605942 h 6858000"/>
              <a:gd name="connsiteX4" fmla="*/ 7875325 w 10895187"/>
              <a:gd name="connsiteY4" fmla="*/ 1506430 h 6858000"/>
              <a:gd name="connsiteX5" fmla="*/ 6445601 w 10895187"/>
              <a:gd name="connsiteY5" fmla="*/ 3715523 h 6858000"/>
              <a:gd name="connsiteX6" fmla="*/ 5610938 w 10895187"/>
              <a:gd name="connsiteY6" fmla="*/ 6385391 h 6858000"/>
              <a:gd name="connsiteX7" fmla="*/ 5417166 w 10895187"/>
              <a:gd name="connsiteY7" fmla="*/ 6837157 h 6858000"/>
              <a:gd name="connsiteX8" fmla="*/ 5406856 w 10895187"/>
              <a:gd name="connsiteY8" fmla="*/ 6858000 h 6858000"/>
              <a:gd name="connsiteX9" fmla="*/ 0 w 10895187"/>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95187" h="6858000">
                <a:moveTo>
                  <a:pt x="0" y="0"/>
                </a:moveTo>
                <a:lnTo>
                  <a:pt x="10895187" y="0"/>
                </a:lnTo>
                <a:lnTo>
                  <a:pt x="10643067" y="226213"/>
                </a:lnTo>
                <a:cubicBezTo>
                  <a:pt x="10466203" y="371604"/>
                  <a:pt x="10278601" y="499305"/>
                  <a:pt x="10079151" y="605942"/>
                </a:cubicBezTo>
                <a:cubicBezTo>
                  <a:pt x="9368239" y="985095"/>
                  <a:pt x="8546741" y="1035121"/>
                  <a:pt x="7875325" y="1506430"/>
                </a:cubicBezTo>
                <a:cubicBezTo>
                  <a:pt x="7196008" y="1983004"/>
                  <a:pt x="6751030" y="2838731"/>
                  <a:pt x="6445601" y="3715523"/>
                </a:cubicBezTo>
                <a:cubicBezTo>
                  <a:pt x="6140172" y="4592313"/>
                  <a:pt x="5945330" y="5524397"/>
                  <a:pt x="5610938" y="6385391"/>
                </a:cubicBezTo>
                <a:cubicBezTo>
                  <a:pt x="5551696" y="6536789"/>
                  <a:pt x="5487187" y="6688351"/>
                  <a:pt x="5417166" y="6837157"/>
                </a:cubicBezTo>
                <a:lnTo>
                  <a:pt x="5406856" y="6858000"/>
                </a:lnTo>
                <a:lnTo>
                  <a:pt x="0" y="6858000"/>
                </a:lnTo>
                <a:close/>
              </a:path>
            </a:pathLst>
          </a:custGeom>
          <a:solidFill>
            <a:schemeClr val="accent1">
              <a:lumMod val="781"/>
              <a:lumOff val="99219"/>
              <a:alpha val="60000"/>
            </a:schemeClr>
          </a:solidFill>
          <a:ln w="18992" cap="flat">
            <a:noFill/>
            <a:prstDash val="solid"/>
            <a:miter/>
          </a:ln>
        </p:spPr>
        <p:txBody>
          <a:bodyPr rtlCol="0" anchor="ctr"/>
          <a:lstStyle/>
          <a:p>
            <a:endParaRPr lang="zh-CN" altLang="en-US"/>
          </a:p>
        </p:txBody>
      </p:sp>
      <p:sp>
        <p:nvSpPr>
          <p:cNvPr id="53" name="宇神PPT-5"/>
          <p:cNvSpPr/>
          <p:nvPr/>
        </p:nvSpPr>
        <p:spPr>
          <a:xfrm>
            <a:off x="0" y="0"/>
            <a:ext cx="10502009" cy="6858000"/>
          </a:xfrm>
          <a:custGeom>
            <a:avLst/>
            <a:gdLst>
              <a:gd name="connsiteX0" fmla="*/ 0 w 10502009"/>
              <a:gd name="connsiteY0" fmla="*/ 0 h 6858000"/>
              <a:gd name="connsiteX1" fmla="*/ 10502009 w 10502009"/>
              <a:gd name="connsiteY1" fmla="*/ 0 h 6858000"/>
              <a:gd name="connsiteX2" fmla="*/ 10385526 w 10502009"/>
              <a:gd name="connsiteY2" fmla="*/ 102093 h 6858000"/>
              <a:gd name="connsiteX3" fmla="*/ 9850079 w 10502009"/>
              <a:gd name="connsiteY3" fmla="*/ 466394 h 6858000"/>
              <a:gd name="connsiteX4" fmla="*/ 7454043 w 10502009"/>
              <a:gd name="connsiteY4" fmla="*/ 1503799 h 6858000"/>
              <a:gd name="connsiteX5" fmla="*/ 5924266 w 10502009"/>
              <a:gd name="connsiteY5" fmla="*/ 3955128 h 6858000"/>
              <a:gd name="connsiteX6" fmla="*/ 5178312 w 10502009"/>
              <a:gd name="connsiteY6" fmla="*/ 6539182 h 6858000"/>
              <a:gd name="connsiteX7" fmla="*/ 5066996 w 10502009"/>
              <a:gd name="connsiteY7" fmla="*/ 6858000 h 6858000"/>
              <a:gd name="connsiteX8" fmla="*/ 0 w 10502009"/>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02009" h="6858000">
                <a:moveTo>
                  <a:pt x="0" y="0"/>
                </a:moveTo>
                <a:lnTo>
                  <a:pt x="10502009" y="0"/>
                </a:lnTo>
                <a:lnTo>
                  <a:pt x="10385526" y="102093"/>
                </a:lnTo>
                <a:cubicBezTo>
                  <a:pt x="10216561" y="238968"/>
                  <a:pt x="10038339" y="361074"/>
                  <a:pt x="9850079" y="466394"/>
                </a:cubicBezTo>
                <a:cubicBezTo>
                  <a:pt x="9078608" y="898206"/>
                  <a:pt x="8183386" y="971932"/>
                  <a:pt x="7454043" y="1503799"/>
                </a:cubicBezTo>
                <a:cubicBezTo>
                  <a:pt x="6716802" y="2043565"/>
                  <a:pt x="6245493" y="2988815"/>
                  <a:pt x="5924266" y="3955128"/>
                </a:cubicBezTo>
                <a:cubicBezTo>
                  <a:pt x="5643193" y="4802956"/>
                  <a:pt x="5456867" y="5693118"/>
                  <a:pt x="5178312" y="6539182"/>
                </a:cubicBezTo>
                <a:lnTo>
                  <a:pt x="5066996" y="6858000"/>
                </a:lnTo>
                <a:lnTo>
                  <a:pt x="0" y="6858000"/>
                </a:lnTo>
                <a:close/>
              </a:path>
            </a:pathLst>
          </a:custGeom>
          <a:solidFill>
            <a:schemeClr val="accent1">
              <a:lumMod val="781"/>
              <a:lumOff val="99219"/>
            </a:schemeClr>
          </a:solidFill>
          <a:ln w="18992" cap="flat">
            <a:noFill/>
            <a:prstDash val="solid"/>
            <a:miter/>
          </a:ln>
        </p:spPr>
        <p:txBody>
          <a:bodyPr rtlCol="0" anchor="ctr"/>
          <a:lstStyle/>
          <a:p>
            <a:endParaRPr lang="zh-CN" altLang="en-US" dirty="0"/>
          </a:p>
        </p:txBody>
      </p:sp>
      <p:pic>
        <p:nvPicPr>
          <p:cNvPr id="6" name="宇神PPT-6" descr="图片包含 游戏机, 建筑, 灯光&#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0538" y="2630694"/>
            <a:ext cx="4176461" cy="2633455"/>
          </a:xfrm>
          <a:prstGeom prst="rect">
            <a:avLst/>
          </a:prstGeom>
          <a:effectLst>
            <a:reflection blurRad="6350" stA="77000" endPos="43000" dir="5400000" sy="-100000" algn="bl" rotWithShape="0"/>
          </a:effectLst>
        </p:spPr>
      </p:pic>
      <p:sp>
        <p:nvSpPr>
          <p:cNvPr id="59" name="宇神PPT-9"/>
          <p:cNvSpPr txBox="1"/>
          <p:nvPr/>
        </p:nvSpPr>
        <p:spPr>
          <a:xfrm>
            <a:off x="7397655" y="6184966"/>
            <a:ext cx="4416067" cy="442493"/>
          </a:xfrm>
          <a:prstGeom prst="rect">
            <a:avLst/>
          </a:prstGeom>
          <a:noFill/>
        </p:spPr>
        <p:txBody>
          <a:bodyPr wrap="square">
            <a:spAutoFit/>
          </a:bodyPr>
          <a:lstStyle/>
          <a:p>
            <a:pPr marL="0" marR="0" lvl="0" indent="0" algn="r" defTabSz="914400" rtl="0" eaLnBrk="1" fontAlgn="auto" latinLnBrk="0" hangingPunct="1">
              <a:lnSpc>
                <a:spcPct val="150000"/>
              </a:lnSpc>
              <a:spcBef>
                <a:spcPts val="0"/>
              </a:spcBef>
              <a:spcAft>
                <a:spcPts val="0"/>
              </a:spcAft>
              <a:buClrTx/>
              <a:buSzTx/>
              <a:buFontTx/>
              <a:buNone/>
              <a:defRPr/>
            </a:pPr>
            <a:r>
              <a:rPr kumimoji="0" lang="en-US" altLang="zh-CN" sz="800" b="0" i="0" u="none" strike="noStrike" kern="1200" cap="none" spc="0" normalizeH="0" baseline="0" noProof="0" dirty="0">
                <a:ln>
                  <a:noFill/>
                </a:ln>
                <a:solidFill>
                  <a:schemeClr val="accent1">
                    <a:lumMod val="781"/>
                    <a:lumOff val="99219"/>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PPT TEMPLATE OF LITERATURE NOVEL READING SHARING MEETING</a:t>
            </a:r>
            <a:r>
              <a:rPr kumimoji="0" lang="zh-CN" altLang="en-US" sz="800" b="0" i="0" u="none" strike="noStrike" kern="1200" cap="none" spc="0" normalizeH="0" baseline="0" noProof="0" dirty="0">
                <a:ln>
                  <a:noFill/>
                </a:ln>
                <a:solidFill>
                  <a:schemeClr val="accent1">
                    <a:lumMod val="781"/>
                    <a:lumOff val="99219"/>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a:t>
            </a:r>
            <a:r>
              <a:rPr kumimoji="0" lang="en-US" altLang="zh-CN" sz="800" b="0" i="0" u="none" strike="noStrike" kern="1200" cap="none" spc="0" normalizeH="0" baseline="0" noProof="0" dirty="0">
                <a:ln>
                  <a:noFill/>
                </a:ln>
                <a:solidFill>
                  <a:schemeClr val="accent1">
                    <a:lumMod val="781"/>
                    <a:lumOff val="99219"/>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PPT TEMPLATE OF LITERATURE NOVEL READING SHARING MEETING</a:t>
            </a:r>
            <a:endParaRPr kumimoji="0" lang="zh-CN" altLang="en-US" sz="800" b="0" i="0" u="none" strike="noStrike" kern="1200" cap="none" spc="0" normalizeH="0" baseline="0" noProof="0" dirty="0">
              <a:ln>
                <a:noFill/>
              </a:ln>
              <a:solidFill>
                <a:schemeClr val="accent1">
                  <a:lumMod val="781"/>
                  <a:lumOff val="99219"/>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grpSp>
        <p:nvGrpSpPr>
          <p:cNvPr id="61" name="宇神PPT-10"/>
          <p:cNvGrpSpPr/>
          <p:nvPr/>
        </p:nvGrpSpPr>
        <p:grpSpPr>
          <a:xfrm>
            <a:off x="4951480" y="1968872"/>
            <a:ext cx="821030" cy="821030"/>
            <a:chOff x="7655386" y="1368425"/>
            <a:chExt cx="821030" cy="821030"/>
          </a:xfrm>
        </p:grpSpPr>
        <p:sp>
          <p:nvSpPr>
            <p:cNvPr id="62" name="宇神PPT-10-1"/>
            <p:cNvSpPr/>
            <p:nvPr/>
          </p:nvSpPr>
          <p:spPr>
            <a:xfrm>
              <a:off x="7833588" y="1578886"/>
              <a:ext cx="464626" cy="400108"/>
            </a:xfrm>
            <a:custGeom>
              <a:avLst/>
              <a:gdLst>
                <a:gd name="connsiteX0" fmla="*/ 292030 w 457214"/>
                <a:gd name="connsiteY0" fmla="*/ 101570 h 393726"/>
                <a:gd name="connsiteX1" fmla="*/ 292030 w 457214"/>
                <a:gd name="connsiteY1" fmla="*/ 368232 h 393726"/>
                <a:gd name="connsiteX2" fmla="*/ 393643 w 457214"/>
                <a:gd name="connsiteY2" fmla="*/ 368232 h 393726"/>
                <a:gd name="connsiteX3" fmla="*/ 393643 w 457214"/>
                <a:gd name="connsiteY3" fmla="*/ 114284 h 393726"/>
                <a:gd name="connsiteX4" fmla="*/ 380929 w 457214"/>
                <a:gd name="connsiteY4" fmla="*/ 101570 h 393726"/>
                <a:gd name="connsiteX5" fmla="*/ 101581 w 457214"/>
                <a:gd name="connsiteY5" fmla="*/ 88883 h 393726"/>
                <a:gd name="connsiteX6" fmla="*/ 228557 w 457214"/>
                <a:gd name="connsiteY6" fmla="*/ 88883 h 393726"/>
                <a:gd name="connsiteX7" fmla="*/ 228557 w 457214"/>
                <a:gd name="connsiteY7" fmla="*/ 114278 h 393726"/>
                <a:gd name="connsiteX8" fmla="*/ 101581 w 457214"/>
                <a:gd name="connsiteY8" fmla="*/ 114278 h 393726"/>
                <a:gd name="connsiteX9" fmla="*/ 76186 w 457214"/>
                <a:gd name="connsiteY9" fmla="*/ 25381 h 393726"/>
                <a:gd name="connsiteX10" fmla="*/ 63472 w 457214"/>
                <a:gd name="connsiteY10" fmla="*/ 38095 h 393726"/>
                <a:gd name="connsiteX11" fmla="*/ 63472 w 457214"/>
                <a:gd name="connsiteY11" fmla="*/ 368232 h 393726"/>
                <a:gd name="connsiteX12" fmla="*/ 266650 w 457214"/>
                <a:gd name="connsiteY12" fmla="*/ 368232 h 393726"/>
                <a:gd name="connsiteX13" fmla="*/ 266650 w 457214"/>
                <a:gd name="connsiteY13" fmla="*/ 38095 h 393726"/>
                <a:gd name="connsiteX14" fmla="*/ 253937 w 457214"/>
                <a:gd name="connsiteY14" fmla="*/ 25381 h 393726"/>
                <a:gd name="connsiteX15" fmla="*/ 76186 w 457214"/>
                <a:gd name="connsiteY15" fmla="*/ 0 h 393726"/>
                <a:gd name="connsiteX16" fmla="*/ 253937 w 457214"/>
                <a:gd name="connsiteY16" fmla="*/ 0 h 393726"/>
                <a:gd name="connsiteX17" fmla="*/ 292030 w 457214"/>
                <a:gd name="connsiteY17" fmla="*/ 38095 h 393726"/>
                <a:gd name="connsiteX18" fmla="*/ 292030 w 457214"/>
                <a:gd name="connsiteY18" fmla="*/ 76189 h 393726"/>
                <a:gd name="connsiteX19" fmla="*/ 380929 w 457214"/>
                <a:gd name="connsiteY19" fmla="*/ 76189 h 393726"/>
                <a:gd name="connsiteX20" fmla="*/ 419022 w 457214"/>
                <a:gd name="connsiteY20" fmla="*/ 114284 h 393726"/>
                <a:gd name="connsiteX21" fmla="*/ 419022 w 457214"/>
                <a:gd name="connsiteY21" fmla="*/ 368232 h 393726"/>
                <a:gd name="connsiteX22" fmla="*/ 457214 w 457214"/>
                <a:gd name="connsiteY22" fmla="*/ 368232 h 393726"/>
                <a:gd name="connsiteX23" fmla="*/ 457214 w 457214"/>
                <a:gd name="connsiteY23" fmla="*/ 393726 h 393726"/>
                <a:gd name="connsiteX24" fmla="*/ 0 w 457214"/>
                <a:gd name="connsiteY24" fmla="*/ 393726 h 393726"/>
                <a:gd name="connsiteX25" fmla="*/ 0 w 457214"/>
                <a:gd name="connsiteY25" fmla="*/ 368232 h 393726"/>
                <a:gd name="connsiteX26" fmla="*/ 38093 w 457214"/>
                <a:gd name="connsiteY26" fmla="*/ 368232 h 393726"/>
                <a:gd name="connsiteX27" fmla="*/ 38093 w 457214"/>
                <a:gd name="connsiteY27" fmla="*/ 38095 h 393726"/>
                <a:gd name="connsiteX28" fmla="*/ 76186 w 457214"/>
                <a:gd name="connsiteY28" fmla="*/ 0 h 393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57214" h="393726">
                  <a:moveTo>
                    <a:pt x="292030" y="101570"/>
                  </a:moveTo>
                  <a:lnTo>
                    <a:pt x="292030" y="368232"/>
                  </a:lnTo>
                  <a:lnTo>
                    <a:pt x="393643" y="368232"/>
                  </a:lnTo>
                  <a:lnTo>
                    <a:pt x="393643" y="114284"/>
                  </a:lnTo>
                  <a:cubicBezTo>
                    <a:pt x="393643" y="107284"/>
                    <a:pt x="387929" y="101570"/>
                    <a:pt x="380929" y="101570"/>
                  </a:cubicBezTo>
                  <a:close/>
                  <a:moveTo>
                    <a:pt x="101581" y="88883"/>
                  </a:moveTo>
                  <a:lnTo>
                    <a:pt x="228557" y="88883"/>
                  </a:lnTo>
                  <a:lnTo>
                    <a:pt x="228557" y="114278"/>
                  </a:lnTo>
                  <a:lnTo>
                    <a:pt x="101581" y="114278"/>
                  </a:lnTo>
                  <a:close/>
                  <a:moveTo>
                    <a:pt x="76186" y="25381"/>
                  </a:moveTo>
                  <a:cubicBezTo>
                    <a:pt x="69186" y="25381"/>
                    <a:pt x="63472" y="31095"/>
                    <a:pt x="63472" y="38095"/>
                  </a:cubicBezTo>
                  <a:lnTo>
                    <a:pt x="63472" y="368232"/>
                  </a:lnTo>
                  <a:lnTo>
                    <a:pt x="266650" y="368232"/>
                  </a:lnTo>
                  <a:lnTo>
                    <a:pt x="266650" y="38095"/>
                  </a:lnTo>
                  <a:cubicBezTo>
                    <a:pt x="266650" y="31095"/>
                    <a:pt x="260984" y="25381"/>
                    <a:pt x="253937" y="25381"/>
                  </a:cubicBezTo>
                  <a:close/>
                  <a:moveTo>
                    <a:pt x="76186" y="0"/>
                  </a:moveTo>
                  <a:lnTo>
                    <a:pt x="253937" y="0"/>
                  </a:lnTo>
                  <a:cubicBezTo>
                    <a:pt x="274983" y="0"/>
                    <a:pt x="292030" y="17047"/>
                    <a:pt x="292030" y="38095"/>
                  </a:cubicBezTo>
                  <a:lnTo>
                    <a:pt x="292030" y="76189"/>
                  </a:lnTo>
                  <a:lnTo>
                    <a:pt x="380929" y="76189"/>
                  </a:lnTo>
                  <a:cubicBezTo>
                    <a:pt x="401975" y="76189"/>
                    <a:pt x="419022" y="93237"/>
                    <a:pt x="419022" y="114284"/>
                  </a:cubicBezTo>
                  <a:lnTo>
                    <a:pt x="419022" y="368232"/>
                  </a:lnTo>
                  <a:lnTo>
                    <a:pt x="457214" y="368232"/>
                  </a:lnTo>
                  <a:lnTo>
                    <a:pt x="457214" y="393726"/>
                  </a:lnTo>
                  <a:lnTo>
                    <a:pt x="0" y="393726"/>
                  </a:lnTo>
                  <a:lnTo>
                    <a:pt x="0" y="368232"/>
                  </a:lnTo>
                  <a:lnTo>
                    <a:pt x="38093" y="368232"/>
                  </a:lnTo>
                  <a:lnTo>
                    <a:pt x="38093" y="38095"/>
                  </a:lnTo>
                  <a:cubicBezTo>
                    <a:pt x="38093" y="17047"/>
                    <a:pt x="55140" y="0"/>
                    <a:pt x="76186" y="0"/>
                  </a:cubicBezTo>
                  <a:close/>
                </a:path>
              </a:pathLst>
            </a:custGeom>
            <a:gradFill>
              <a:gsLst>
                <a:gs pos="100000">
                  <a:srgbClr val="8C127D"/>
                </a:gs>
                <a:gs pos="0">
                  <a:srgbClr val="E56758"/>
                </a:gs>
              </a:gsLst>
              <a:lin ang="27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63" name="宇神PPT-10-2"/>
            <p:cNvSpPr/>
            <p:nvPr/>
          </p:nvSpPr>
          <p:spPr>
            <a:xfrm>
              <a:off x="7655386" y="1368425"/>
              <a:ext cx="821030" cy="821030"/>
            </a:xfrm>
            <a:prstGeom prst="ellipse">
              <a:avLst/>
            </a:prstGeom>
            <a:noFill/>
            <a:ln w="19050">
              <a:gradFill>
                <a:gsLst>
                  <a:gs pos="0">
                    <a:schemeClr val="accent1"/>
                  </a:gs>
                  <a:gs pos="100000">
                    <a:schemeClr val="accent2"/>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5" name="宇神PPT-11"/>
          <p:cNvGrpSpPr/>
          <p:nvPr/>
        </p:nvGrpSpPr>
        <p:grpSpPr>
          <a:xfrm>
            <a:off x="743799" y="2449701"/>
            <a:ext cx="4477424" cy="1557157"/>
            <a:chOff x="787997" y="2924378"/>
            <a:chExt cx="4477424" cy="1557157"/>
          </a:xfrm>
        </p:grpSpPr>
        <p:grpSp>
          <p:nvGrpSpPr>
            <p:cNvPr id="47" name="组合 46"/>
            <p:cNvGrpSpPr/>
            <p:nvPr/>
          </p:nvGrpSpPr>
          <p:grpSpPr>
            <a:xfrm>
              <a:off x="787997" y="2924378"/>
              <a:ext cx="4477424" cy="1418112"/>
              <a:chOff x="8738261" y="1359842"/>
              <a:chExt cx="2336273" cy="739957"/>
            </a:xfrm>
          </p:grpSpPr>
          <p:sp>
            <p:nvSpPr>
              <p:cNvPr id="54" name="宇神PPT-11-1"/>
              <p:cNvSpPr txBox="1"/>
              <p:nvPr/>
            </p:nvSpPr>
            <p:spPr>
              <a:xfrm>
                <a:off x="8738261" y="1359842"/>
                <a:ext cx="663457" cy="626319"/>
              </a:xfrm>
              <a:prstGeom prst="rect">
                <a:avLst/>
              </a:prstGeom>
              <a:noFill/>
            </p:spPr>
            <p:txBody>
              <a:bodyPr wrap="none" rtlCol="0">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72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rPr>
                  <a:t>01</a:t>
                </a:r>
                <a:endParaRPr kumimoji="0" lang="zh-CN" altLang="en-US" sz="72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55" name="宇神PPT-11-2"/>
              <p:cNvSpPr txBox="1"/>
              <p:nvPr/>
            </p:nvSpPr>
            <p:spPr>
              <a:xfrm>
                <a:off x="8770831" y="1923145"/>
                <a:ext cx="2303703" cy="176654"/>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Light" panose="020B0300000000000000" pitchFamily="34" charset="-122"/>
                    <a:ea typeface="思源黑体 CN Light" panose="020B0300000000000000" pitchFamily="34" charset="-122"/>
                    <a:cs typeface="+mn-ea"/>
                    <a:sym typeface="+mn-lt"/>
                  </a:rPr>
                  <a:t>AUTHOR PROFILE</a:t>
                </a:r>
                <a:endParaRPr kumimoji="0" lang="en-US" altLang="zh-CN" sz="16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Light" panose="020B0300000000000000" pitchFamily="34" charset="-122"/>
                  <a:ea typeface="思源黑体 CN Light" panose="020B0300000000000000" pitchFamily="34" charset="-122"/>
                  <a:cs typeface="+mn-ea"/>
                  <a:sym typeface="+mn-lt"/>
                </a:endParaRPr>
              </a:p>
            </p:txBody>
          </p:sp>
          <p:sp>
            <p:nvSpPr>
              <p:cNvPr id="56" name="宇神PPT-11-3"/>
              <p:cNvSpPr txBox="1"/>
              <p:nvPr/>
            </p:nvSpPr>
            <p:spPr>
              <a:xfrm>
                <a:off x="9499363" y="1515794"/>
                <a:ext cx="1274051" cy="401487"/>
              </a:xfrm>
              <a:prstGeom prst="rect">
                <a:avLst/>
              </a:prstGeom>
              <a:noFill/>
            </p:spPr>
            <p:txBody>
              <a:bodyPr wrap="none" rtlCol="0">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4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mn-ea"/>
                    <a:sym typeface="+mn-lt"/>
                  </a:rPr>
                  <a:t>作家简介</a:t>
                </a:r>
                <a:endParaRPr kumimoji="0" lang="zh-CN" altLang="en-US" sz="4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mn-ea"/>
                  <a:sym typeface="+mn-lt"/>
                </a:endParaRPr>
              </a:p>
            </p:txBody>
          </p:sp>
        </p:grpSp>
        <p:sp>
          <p:nvSpPr>
            <p:cNvPr id="67" name="宇神PPT-11-4"/>
            <p:cNvSpPr/>
            <p:nvPr/>
          </p:nvSpPr>
          <p:spPr>
            <a:xfrm>
              <a:off x="924682" y="4435816"/>
              <a:ext cx="4248000" cy="45719"/>
            </a:xfrm>
            <a:custGeom>
              <a:avLst/>
              <a:gdLst>
                <a:gd name="connsiteX0" fmla="*/ 0 w 4686857"/>
                <a:gd name="connsiteY0" fmla="*/ 0 h 20571"/>
                <a:gd name="connsiteX1" fmla="*/ 4686857 w 4686857"/>
                <a:gd name="connsiteY1" fmla="*/ 0 h 20571"/>
                <a:gd name="connsiteX2" fmla="*/ 4686857 w 4686857"/>
                <a:gd name="connsiteY2" fmla="*/ 20571 h 20571"/>
                <a:gd name="connsiteX3" fmla="*/ 0 w 4686857"/>
                <a:gd name="connsiteY3" fmla="*/ 20571 h 20571"/>
              </a:gdLst>
              <a:ahLst/>
              <a:cxnLst>
                <a:cxn ang="0">
                  <a:pos x="connsiteX0" y="connsiteY0"/>
                </a:cxn>
                <a:cxn ang="0">
                  <a:pos x="connsiteX1" y="connsiteY1"/>
                </a:cxn>
                <a:cxn ang="0">
                  <a:pos x="connsiteX2" y="connsiteY2"/>
                </a:cxn>
                <a:cxn ang="0">
                  <a:pos x="connsiteX3" y="connsiteY3"/>
                </a:cxn>
              </a:cxnLst>
              <a:rect l="l" t="t" r="r" b="b"/>
              <a:pathLst>
                <a:path w="4686857" h="20571">
                  <a:moveTo>
                    <a:pt x="0" y="0"/>
                  </a:moveTo>
                  <a:lnTo>
                    <a:pt x="4686857" y="0"/>
                  </a:lnTo>
                  <a:lnTo>
                    <a:pt x="4686857" y="20571"/>
                  </a:lnTo>
                  <a:lnTo>
                    <a:pt x="0" y="20571"/>
                  </a:lnTo>
                  <a:close/>
                </a:path>
              </a:pathLst>
            </a:custGeom>
            <a:gradFill>
              <a:gsLst>
                <a:gs pos="100000">
                  <a:schemeClr val="accent2"/>
                </a:gs>
                <a:gs pos="0">
                  <a:schemeClr val="accent1"/>
                </a:gs>
              </a:gsLst>
              <a:lin ang="2700000" scaled="0"/>
            </a:gra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100000">
                      <a:schemeClr val="accent2"/>
                    </a:gs>
                    <a:gs pos="0">
                      <a:schemeClr val="accent1"/>
                    </a:gs>
                  </a:gsLst>
                  <a:lin ang="2700000" scaled="0"/>
                </a:gra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grpSp>
      <p:grpSp>
        <p:nvGrpSpPr>
          <p:cNvPr id="3" name="宇神PPT-12"/>
          <p:cNvGrpSpPr/>
          <p:nvPr/>
        </p:nvGrpSpPr>
        <p:grpSpPr>
          <a:xfrm>
            <a:off x="412079" y="6315846"/>
            <a:ext cx="1220258" cy="225097"/>
            <a:chOff x="9669291" y="6232264"/>
            <a:chExt cx="1850151" cy="341291"/>
          </a:xfrm>
        </p:grpSpPr>
        <p:sp>
          <p:nvSpPr>
            <p:cNvPr id="4" name="宇神PPT-12-1"/>
            <p:cNvSpPr/>
            <p:nvPr/>
          </p:nvSpPr>
          <p:spPr>
            <a:xfrm>
              <a:off x="9669291" y="6232264"/>
              <a:ext cx="341292" cy="341291"/>
            </a:xfrm>
            <a:prstGeom prst="ellipse">
              <a:avLst/>
            </a:prstGeom>
            <a:solidFill>
              <a:schemeClr val="accent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7" name="宇神PPT-12-2"/>
            <p:cNvSpPr/>
            <p:nvPr/>
          </p:nvSpPr>
          <p:spPr>
            <a:xfrm>
              <a:off x="9762216" y="6299289"/>
              <a:ext cx="155442" cy="207241"/>
            </a:xfrm>
            <a:custGeom>
              <a:avLst/>
              <a:gdLst>
                <a:gd name="T0" fmla="*/ 648 w 7770"/>
                <a:gd name="T1" fmla="*/ 0 h 10360"/>
                <a:gd name="T2" fmla="*/ 7123 w 7770"/>
                <a:gd name="T3" fmla="*/ 0 h 10360"/>
                <a:gd name="T4" fmla="*/ 7770 w 7770"/>
                <a:gd name="T5" fmla="*/ 647 h 10360"/>
                <a:gd name="T6" fmla="*/ 7770 w 7770"/>
                <a:gd name="T7" fmla="*/ 9712 h 10360"/>
                <a:gd name="T8" fmla="*/ 7123 w 7770"/>
                <a:gd name="T9" fmla="*/ 10360 h 10360"/>
                <a:gd name="T10" fmla="*/ 648 w 7770"/>
                <a:gd name="T11" fmla="*/ 10360 h 10360"/>
                <a:gd name="T12" fmla="*/ 0 w 7770"/>
                <a:gd name="T13" fmla="*/ 9712 h 10360"/>
                <a:gd name="T14" fmla="*/ 0 w 7770"/>
                <a:gd name="T15" fmla="*/ 647 h 10360"/>
                <a:gd name="T16" fmla="*/ 648 w 7770"/>
                <a:gd name="T17" fmla="*/ 0 h 10360"/>
                <a:gd name="T18" fmla="*/ 1295 w 7770"/>
                <a:gd name="T19" fmla="*/ 1293 h 10360"/>
                <a:gd name="T20" fmla="*/ 1295 w 7770"/>
                <a:gd name="T21" fmla="*/ 8416 h 10360"/>
                <a:gd name="T22" fmla="*/ 6475 w 7770"/>
                <a:gd name="T23" fmla="*/ 8416 h 10360"/>
                <a:gd name="T24" fmla="*/ 6475 w 7770"/>
                <a:gd name="T25" fmla="*/ 1293 h 10360"/>
                <a:gd name="T26" fmla="*/ 1295 w 7770"/>
                <a:gd name="T27" fmla="*/ 1293 h 10360"/>
                <a:gd name="T28" fmla="*/ 3890 w 7770"/>
                <a:gd name="T29" fmla="*/ 8902 h 10360"/>
                <a:gd name="T30" fmla="*/ 3405 w 7770"/>
                <a:gd name="T31" fmla="*/ 9387 h 10360"/>
                <a:gd name="T32" fmla="*/ 3890 w 7770"/>
                <a:gd name="T33" fmla="*/ 9872 h 10360"/>
                <a:gd name="T34" fmla="*/ 4375 w 7770"/>
                <a:gd name="T35" fmla="*/ 9387 h 10360"/>
                <a:gd name="T36" fmla="*/ 3890 w 7770"/>
                <a:gd name="T37" fmla="*/ 8902 h 10360"/>
                <a:gd name="T38" fmla="*/ 3413 w 7770"/>
                <a:gd name="T39" fmla="*/ 5486 h 10360"/>
                <a:gd name="T40" fmla="*/ 5026 w 7770"/>
                <a:gd name="T41" fmla="*/ 3825 h 10360"/>
                <a:gd name="T42" fmla="*/ 5683 w 7770"/>
                <a:gd name="T43" fmla="*/ 3815 h 10360"/>
                <a:gd name="T44" fmla="*/ 5688 w 7770"/>
                <a:gd name="T45" fmla="*/ 3820 h 10360"/>
                <a:gd name="T46" fmla="*/ 5692 w 7770"/>
                <a:gd name="T47" fmla="*/ 4491 h 10360"/>
                <a:gd name="T48" fmla="*/ 3769 w 7770"/>
                <a:gd name="T49" fmla="*/ 6472 h 10360"/>
                <a:gd name="T50" fmla="*/ 3636 w 7770"/>
                <a:gd name="T51" fmla="*/ 6567 h 10360"/>
                <a:gd name="T52" fmla="*/ 3081 w 7770"/>
                <a:gd name="T53" fmla="*/ 6485 h 10360"/>
                <a:gd name="T54" fmla="*/ 2081 w 7770"/>
                <a:gd name="T55" fmla="*/ 5486 h 10360"/>
                <a:gd name="T56" fmla="*/ 2103 w 7770"/>
                <a:gd name="T57" fmla="*/ 4820 h 10360"/>
                <a:gd name="T58" fmla="*/ 2748 w 7770"/>
                <a:gd name="T59" fmla="*/ 4820 h 10360"/>
                <a:gd name="T60" fmla="*/ 3413 w 7770"/>
                <a:gd name="T61" fmla="*/ 5486 h 10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70" h="10360">
                  <a:moveTo>
                    <a:pt x="648" y="0"/>
                  </a:moveTo>
                  <a:lnTo>
                    <a:pt x="7123" y="0"/>
                  </a:lnTo>
                  <a:cubicBezTo>
                    <a:pt x="7480" y="0"/>
                    <a:pt x="7770" y="290"/>
                    <a:pt x="7770" y="647"/>
                  </a:cubicBezTo>
                  <a:lnTo>
                    <a:pt x="7770" y="9712"/>
                  </a:lnTo>
                  <a:cubicBezTo>
                    <a:pt x="7770" y="10070"/>
                    <a:pt x="7480" y="10360"/>
                    <a:pt x="7123" y="10360"/>
                  </a:cubicBezTo>
                  <a:lnTo>
                    <a:pt x="648" y="10360"/>
                  </a:lnTo>
                  <a:cubicBezTo>
                    <a:pt x="290" y="10360"/>
                    <a:pt x="0" y="10070"/>
                    <a:pt x="0" y="9712"/>
                  </a:cubicBezTo>
                  <a:lnTo>
                    <a:pt x="0" y="647"/>
                  </a:lnTo>
                  <a:cubicBezTo>
                    <a:pt x="0" y="288"/>
                    <a:pt x="290" y="0"/>
                    <a:pt x="648" y="0"/>
                  </a:cubicBezTo>
                  <a:close/>
                  <a:moveTo>
                    <a:pt x="1295" y="1293"/>
                  </a:moveTo>
                  <a:lnTo>
                    <a:pt x="1295" y="8416"/>
                  </a:lnTo>
                  <a:lnTo>
                    <a:pt x="6475" y="8416"/>
                  </a:lnTo>
                  <a:lnTo>
                    <a:pt x="6475" y="1293"/>
                  </a:lnTo>
                  <a:lnTo>
                    <a:pt x="1295" y="1293"/>
                  </a:lnTo>
                  <a:close/>
                  <a:moveTo>
                    <a:pt x="3890" y="8902"/>
                  </a:moveTo>
                  <a:cubicBezTo>
                    <a:pt x="3621" y="8902"/>
                    <a:pt x="3405" y="9120"/>
                    <a:pt x="3405" y="9387"/>
                  </a:cubicBezTo>
                  <a:cubicBezTo>
                    <a:pt x="3405" y="9656"/>
                    <a:pt x="3622" y="9872"/>
                    <a:pt x="3890" y="9872"/>
                  </a:cubicBezTo>
                  <a:cubicBezTo>
                    <a:pt x="4157" y="9872"/>
                    <a:pt x="4375" y="9655"/>
                    <a:pt x="4375" y="9387"/>
                  </a:cubicBezTo>
                  <a:cubicBezTo>
                    <a:pt x="4376" y="9120"/>
                    <a:pt x="4159" y="8902"/>
                    <a:pt x="3890" y="8902"/>
                  </a:cubicBezTo>
                  <a:close/>
                  <a:moveTo>
                    <a:pt x="3413" y="5486"/>
                  </a:moveTo>
                  <a:lnTo>
                    <a:pt x="5026" y="3825"/>
                  </a:lnTo>
                  <a:cubicBezTo>
                    <a:pt x="5205" y="3641"/>
                    <a:pt x="5499" y="3636"/>
                    <a:pt x="5683" y="3815"/>
                  </a:cubicBezTo>
                  <a:lnTo>
                    <a:pt x="5688" y="3820"/>
                  </a:lnTo>
                  <a:cubicBezTo>
                    <a:pt x="5872" y="4005"/>
                    <a:pt x="5874" y="4303"/>
                    <a:pt x="5692" y="4491"/>
                  </a:cubicBezTo>
                  <a:lnTo>
                    <a:pt x="3769" y="6472"/>
                  </a:lnTo>
                  <a:cubicBezTo>
                    <a:pt x="3730" y="6511"/>
                    <a:pt x="3685" y="6543"/>
                    <a:pt x="3636" y="6567"/>
                  </a:cubicBezTo>
                  <a:cubicBezTo>
                    <a:pt x="3453" y="6665"/>
                    <a:pt x="3228" y="6631"/>
                    <a:pt x="3081" y="6485"/>
                  </a:cubicBezTo>
                  <a:lnTo>
                    <a:pt x="2081" y="5486"/>
                  </a:lnTo>
                  <a:cubicBezTo>
                    <a:pt x="1904" y="5296"/>
                    <a:pt x="1913" y="4997"/>
                    <a:pt x="2103" y="4820"/>
                  </a:cubicBezTo>
                  <a:cubicBezTo>
                    <a:pt x="2284" y="4650"/>
                    <a:pt x="2566" y="4650"/>
                    <a:pt x="2748" y="4820"/>
                  </a:cubicBezTo>
                  <a:lnTo>
                    <a:pt x="3413" y="5486"/>
                  </a:lnTo>
                  <a:close/>
                </a:path>
              </a:pathLst>
            </a:custGeom>
            <a:solidFill>
              <a:schemeClr val="accent1">
                <a:lumMod val="781"/>
                <a:lumOff val="99219"/>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8" name="宇神PPT-12-3"/>
            <p:cNvSpPr/>
            <p:nvPr/>
          </p:nvSpPr>
          <p:spPr>
            <a:xfrm>
              <a:off x="10172244" y="6232264"/>
              <a:ext cx="341292" cy="341291"/>
            </a:xfrm>
            <a:prstGeom prst="ellipse">
              <a:avLst/>
            </a:prstGeom>
            <a:solidFill>
              <a:schemeClr val="accent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9" name="宇神PPT-12-4"/>
            <p:cNvSpPr/>
            <p:nvPr/>
          </p:nvSpPr>
          <p:spPr>
            <a:xfrm>
              <a:off x="10239257" y="6299407"/>
              <a:ext cx="207242" cy="207004"/>
            </a:xfrm>
            <a:custGeom>
              <a:avLst/>
              <a:gdLst>
                <a:gd name="T0" fmla="*/ 10906 w 12797"/>
                <a:gd name="T1" fmla="*/ 1875 h 12781"/>
                <a:gd name="T2" fmla="*/ 6391 w 12797"/>
                <a:gd name="T3" fmla="*/ 0 h 12781"/>
                <a:gd name="T4" fmla="*/ 1875 w 12797"/>
                <a:gd name="T5" fmla="*/ 1875 h 12781"/>
                <a:gd name="T6" fmla="*/ 1234 w 12797"/>
                <a:gd name="T7" fmla="*/ 2625 h 12781"/>
                <a:gd name="T8" fmla="*/ 0 w 12797"/>
                <a:gd name="T9" fmla="*/ 6391 h 12781"/>
                <a:gd name="T10" fmla="*/ 1875 w 12797"/>
                <a:gd name="T11" fmla="*/ 10906 h 12781"/>
                <a:gd name="T12" fmla="*/ 6391 w 12797"/>
                <a:gd name="T13" fmla="*/ 12781 h 12781"/>
                <a:gd name="T14" fmla="*/ 10906 w 12797"/>
                <a:gd name="T15" fmla="*/ 10906 h 12781"/>
                <a:gd name="T16" fmla="*/ 12781 w 12797"/>
                <a:gd name="T17" fmla="*/ 6391 h 12781"/>
                <a:gd name="T18" fmla="*/ 11219 w 12797"/>
                <a:gd name="T19" fmla="*/ 9484 h 12781"/>
                <a:gd name="T20" fmla="*/ 9906 w 12797"/>
                <a:gd name="T21" fmla="*/ 6719 h 12781"/>
                <a:gd name="T22" fmla="*/ 11219 w 12797"/>
                <a:gd name="T23" fmla="*/ 9484 h 12781"/>
                <a:gd name="T24" fmla="*/ 2891 w 12797"/>
                <a:gd name="T25" fmla="*/ 6734 h 12781"/>
                <a:gd name="T26" fmla="*/ 1578 w 12797"/>
                <a:gd name="T27" fmla="*/ 9500 h 12781"/>
                <a:gd name="T28" fmla="*/ 1609 w 12797"/>
                <a:gd name="T29" fmla="*/ 3250 h 12781"/>
                <a:gd name="T30" fmla="*/ 2891 w 12797"/>
                <a:gd name="T31" fmla="*/ 6063 h 12781"/>
                <a:gd name="T32" fmla="*/ 1609 w 12797"/>
                <a:gd name="T33" fmla="*/ 3250 h 12781"/>
                <a:gd name="T34" fmla="*/ 3563 w 12797"/>
                <a:gd name="T35" fmla="*/ 6063 h 12781"/>
                <a:gd name="T36" fmla="*/ 6063 w 12797"/>
                <a:gd name="T37" fmla="*/ 4203 h 12781"/>
                <a:gd name="T38" fmla="*/ 6063 w 12797"/>
                <a:gd name="T39" fmla="*/ 6734 h 12781"/>
                <a:gd name="T40" fmla="*/ 3813 w 12797"/>
                <a:gd name="T41" fmla="*/ 8750 h 12781"/>
                <a:gd name="T42" fmla="*/ 6063 w 12797"/>
                <a:gd name="T43" fmla="*/ 6734 h 12781"/>
                <a:gd name="T44" fmla="*/ 9234 w 12797"/>
                <a:gd name="T45" fmla="*/ 6734 h 12781"/>
                <a:gd name="T46" fmla="*/ 6734 w 12797"/>
                <a:gd name="T47" fmla="*/ 8516 h 12781"/>
                <a:gd name="T48" fmla="*/ 6734 w 12797"/>
                <a:gd name="T49" fmla="*/ 6063 h 12781"/>
                <a:gd name="T50" fmla="*/ 8969 w 12797"/>
                <a:gd name="T51" fmla="*/ 3969 h 12781"/>
                <a:gd name="T52" fmla="*/ 6734 w 12797"/>
                <a:gd name="T53" fmla="*/ 6063 h 12781"/>
                <a:gd name="T54" fmla="*/ 6734 w 12797"/>
                <a:gd name="T55" fmla="*/ 719 h 12781"/>
                <a:gd name="T56" fmla="*/ 8344 w 12797"/>
                <a:gd name="T57" fmla="*/ 2266 h 12781"/>
                <a:gd name="T58" fmla="*/ 6734 w 12797"/>
                <a:gd name="T59" fmla="*/ 3531 h 12781"/>
                <a:gd name="T60" fmla="*/ 6063 w 12797"/>
                <a:gd name="T61" fmla="*/ 719 h 12781"/>
                <a:gd name="T62" fmla="*/ 4016 w 12797"/>
                <a:gd name="T63" fmla="*/ 3313 h 12781"/>
                <a:gd name="T64" fmla="*/ 5375 w 12797"/>
                <a:gd name="T65" fmla="*/ 1078 h 12781"/>
                <a:gd name="T66" fmla="*/ 6063 w 12797"/>
                <a:gd name="T67" fmla="*/ 12078 h 12781"/>
                <a:gd name="T68" fmla="*/ 4453 w 12797"/>
                <a:gd name="T69" fmla="*/ 10531 h 12781"/>
                <a:gd name="T70" fmla="*/ 6063 w 12797"/>
                <a:gd name="T71" fmla="*/ 9188 h 12781"/>
                <a:gd name="T72" fmla="*/ 6734 w 12797"/>
                <a:gd name="T73" fmla="*/ 12078 h 12781"/>
                <a:gd name="T74" fmla="*/ 8797 w 12797"/>
                <a:gd name="T75" fmla="*/ 9406 h 12781"/>
                <a:gd name="T76" fmla="*/ 7422 w 12797"/>
                <a:gd name="T77" fmla="*/ 11719 h 12781"/>
                <a:gd name="T78" fmla="*/ 9625 w 12797"/>
                <a:gd name="T79" fmla="*/ 3828 h 12781"/>
                <a:gd name="T80" fmla="*/ 12125 w 12797"/>
                <a:gd name="T81" fmla="*/ 6063 h 12781"/>
                <a:gd name="T82" fmla="*/ 10438 w 12797"/>
                <a:gd name="T83" fmla="*/ 2344 h 12781"/>
                <a:gd name="T84" fmla="*/ 9438 w 12797"/>
                <a:gd name="T85" fmla="*/ 3172 h 12781"/>
                <a:gd name="T86" fmla="*/ 8297 w 12797"/>
                <a:gd name="T87" fmla="*/ 1000 h 12781"/>
                <a:gd name="T88" fmla="*/ 4484 w 12797"/>
                <a:gd name="T89" fmla="*/ 1000 h 12781"/>
                <a:gd name="T90" fmla="*/ 3344 w 12797"/>
                <a:gd name="T91" fmla="*/ 3172 h 12781"/>
                <a:gd name="T92" fmla="*/ 2344 w 12797"/>
                <a:gd name="T93" fmla="*/ 2344 h 12781"/>
                <a:gd name="T94" fmla="*/ 2344 w 12797"/>
                <a:gd name="T95" fmla="*/ 10438 h 12781"/>
                <a:gd name="T96" fmla="*/ 3328 w 12797"/>
                <a:gd name="T97" fmla="*/ 9547 h 12781"/>
                <a:gd name="T98" fmla="*/ 4484 w 12797"/>
                <a:gd name="T99" fmla="*/ 11781 h 12781"/>
                <a:gd name="T100" fmla="*/ 8297 w 12797"/>
                <a:gd name="T101" fmla="*/ 11797 h 12781"/>
                <a:gd name="T102" fmla="*/ 9453 w 12797"/>
                <a:gd name="T103" fmla="*/ 9563 h 12781"/>
                <a:gd name="T104" fmla="*/ 10438 w 12797"/>
                <a:gd name="T105" fmla="*/ 10453 h 127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797" h="12781">
                  <a:moveTo>
                    <a:pt x="12281" y="3906"/>
                  </a:moveTo>
                  <a:cubicBezTo>
                    <a:pt x="11953" y="3141"/>
                    <a:pt x="11500" y="2453"/>
                    <a:pt x="10906" y="1875"/>
                  </a:cubicBezTo>
                  <a:cubicBezTo>
                    <a:pt x="10313" y="1281"/>
                    <a:pt x="9641" y="828"/>
                    <a:pt x="8875" y="500"/>
                  </a:cubicBezTo>
                  <a:cubicBezTo>
                    <a:pt x="8094" y="172"/>
                    <a:pt x="7266" y="0"/>
                    <a:pt x="6391" y="0"/>
                  </a:cubicBezTo>
                  <a:cubicBezTo>
                    <a:pt x="5531" y="0"/>
                    <a:pt x="4688" y="172"/>
                    <a:pt x="3906" y="500"/>
                  </a:cubicBezTo>
                  <a:cubicBezTo>
                    <a:pt x="3141" y="828"/>
                    <a:pt x="2453" y="1281"/>
                    <a:pt x="1875" y="1875"/>
                  </a:cubicBezTo>
                  <a:cubicBezTo>
                    <a:pt x="1641" y="2109"/>
                    <a:pt x="1438" y="2344"/>
                    <a:pt x="1250" y="2594"/>
                  </a:cubicBezTo>
                  <a:cubicBezTo>
                    <a:pt x="1250" y="2594"/>
                    <a:pt x="1234" y="2609"/>
                    <a:pt x="1234" y="2625"/>
                  </a:cubicBezTo>
                  <a:cubicBezTo>
                    <a:pt x="938" y="3016"/>
                    <a:pt x="703" y="3453"/>
                    <a:pt x="500" y="3906"/>
                  </a:cubicBezTo>
                  <a:cubicBezTo>
                    <a:pt x="172" y="4688"/>
                    <a:pt x="0" y="5531"/>
                    <a:pt x="0" y="6391"/>
                  </a:cubicBezTo>
                  <a:cubicBezTo>
                    <a:pt x="0" y="7250"/>
                    <a:pt x="172" y="8094"/>
                    <a:pt x="500" y="8875"/>
                  </a:cubicBezTo>
                  <a:cubicBezTo>
                    <a:pt x="828" y="9641"/>
                    <a:pt x="1281" y="10328"/>
                    <a:pt x="1875" y="10906"/>
                  </a:cubicBezTo>
                  <a:cubicBezTo>
                    <a:pt x="2469" y="11484"/>
                    <a:pt x="3141" y="11953"/>
                    <a:pt x="3906" y="12281"/>
                  </a:cubicBezTo>
                  <a:cubicBezTo>
                    <a:pt x="4688" y="12609"/>
                    <a:pt x="5531" y="12781"/>
                    <a:pt x="6391" y="12781"/>
                  </a:cubicBezTo>
                  <a:cubicBezTo>
                    <a:pt x="7250" y="12781"/>
                    <a:pt x="8094" y="12609"/>
                    <a:pt x="8875" y="12281"/>
                  </a:cubicBezTo>
                  <a:cubicBezTo>
                    <a:pt x="9641" y="11953"/>
                    <a:pt x="10328" y="11500"/>
                    <a:pt x="10906" y="10906"/>
                  </a:cubicBezTo>
                  <a:cubicBezTo>
                    <a:pt x="11500" y="10313"/>
                    <a:pt x="11953" y="9641"/>
                    <a:pt x="12281" y="8875"/>
                  </a:cubicBezTo>
                  <a:cubicBezTo>
                    <a:pt x="12609" y="8094"/>
                    <a:pt x="12781" y="7250"/>
                    <a:pt x="12781" y="6391"/>
                  </a:cubicBezTo>
                  <a:cubicBezTo>
                    <a:pt x="12797" y="5531"/>
                    <a:pt x="12625" y="4688"/>
                    <a:pt x="12281" y="3906"/>
                  </a:cubicBezTo>
                  <a:close/>
                  <a:moveTo>
                    <a:pt x="11219" y="9484"/>
                  </a:moveTo>
                  <a:cubicBezTo>
                    <a:pt x="10766" y="9250"/>
                    <a:pt x="10234" y="9047"/>
                    <a:pt x="9641" y="8891"/>
                  </a:cubicBezTo>
                  <a:cubicBezTo>
                    <a:pt x="9797" y="8203"/>
                    <a:pt x="9891" y="7469"/>
                    <a:pt x="9906" y="6719"/>
                  </a:cubicBezTo>
                  <a:lnTo>
                    <a:pt x="12109" y="6719"/>
                  </a:lnTo>
                  <a:cubicBezTo>
                    <a:pt x="12047" y="7719"/>
                    <a:pt x="11734" y="8672"/>
                    <a:pt x="11219" y="9484"/>
                  </a:cubicBezTo>
                  <a:close/>
                  <a:moveTo>
                    <a:pt x="688" y="6734"/>
                  </a:moveTo>
                  <a:lnTo>
                    <a:pt x="2891" y="6734"/>
                  </a:lnTo>
                  <a:cubicBezTo>
                    <a:pt x="2906" y="7484"/>
                    <a:pt x="3000" y="8219"/>
                    <a:pt x="3156" y="8906"/>
                  </a:cubicBezTo>
                  <a:cubicBezTo>
                    <a:pt x="2563" y="9063"/>
                    <a:pt x="2031" y="9266"/>
                    <a:pt x="1578" y="9500"/>
                  </a:cubicBezTo>
                  <a:cubicBezTo>
                    <a:pt x="1047" y="8672"/>
                    <a:pt x="734" y="7719"/>
                    <a:pt x="688" y="6734"/>
                  </a:cubicBezTo>
                  <a:close/>
                  <a:moveTo>
                    <a:pt x="1609" y="3250"/>
                  </a:moveTo>
                  <a:cubicBezTo>
                    <a:pt x="2063" y="3484"/>
                    <a:pt x="2578" y="3672"/>
                    <a:pt x="3172" y="3828"/>
                  </a:cubicBezTo>
                  <a:cubicBezTo>
                    <a:pt x="3000" y="4531"/>
                    <a:pt x="2906" y="5281"/>
                    <a:pt x="2891" y="6063"/>
                  </a:cubicBezTo>
                  <a:lnTo>
                    <a:pt x="688" y="6063"/>
                  </a:lnTo>
                  <a:cubicBezTo>
                    <a:pt x="734" y="5047"/>
                    <a:pt x="1063" y="4078"/>
                    <a:pt x="1609" y="3250"/>
                  </a:cubicBezTo>
                  <a:close/>
                  <a:moveTo>
                    <a:pt x="6063" y="6063"/>
                  </a:moveTo>
                  <a:lnTo>
                    <a:pt x="3563" y="6063"/>
                  </a:lnTo>
                  <a:cubicBezTo>
                    <a:pt x="3578" y="5328"/>
                    <a:pt x="3672" y="4625"/>
                    <a:pt x="3828" y="3969"/>
                  </a:cubicBezTo>
                  <a:cubicBezTo>
                    <a:pt x="4531" y="4109"/>
                    <a:pt x="5281" y="4188"/>
                    <a:pt x="6063" y="4203"/>
                  </a:cubicBezTo>
                  <a:lnTo>
                    <a:pt x="6063" y="6063"/>
                  </a:lnTo>
                  <a:close/>
                  <a:moveTo>
                    <a:pt x="6063" y="6734"/>
                  </a:moveTo>
                  <a:lnTo>
                    <a:pt x="6063" y="8516"/>
                  </a:lnTo>
                  <a:cubicBezTo>
                    <a:pt x="5281" y="8531"/>
                    <a:pt x="4531" y="8609"/>
                    <a:pt x="3813" y="8750"/>
                  </a:cubicBezTo>
                  <a:cubicBezTo>
                    <a:pt x="3672" y="8125"/>
                    <a:pt x="3578" y="7438"/>
                    <a:pt x="3563" y="6734"/>
                  </a:cubicBezTo>
                  <a:lnTo>
                    <a:pt x="6063" y="6734"/>
                  </a:lnTo>
                  <a:close/>
                  <a:moveTo>
                    <a:pt x="6734" y="6734"/>
                  </a:moveTo>
                  <a:lnTo>
                    <a:pt x="9234" y="6734"/>
                  </a:lnTo>
                  <a:cubicBezTo>
                    <a:pt x="9219" y="7438"/>
                    <a:pt x="9125" y="8125"/>
                    <a:pt x="8984" y="8750"/>
                  </a:cubicBezTo>
                  <a:cubicBezTo>
                    <a:pt x="8281" y="8609"/>
                    <a:pt x="7516" y="8531"/>
                    <a:pt x="6734" y="8516"/>
                  </a:cubicBezTo>
                  <a:lnTo>
                    <a:pt x="6734" y="6734"/>
                  </a:lnTo>
                  <a:close/>
                  <a:moveTo>
                    <a:pt x="6734" y="6063"/>
                  </a:moveTo>
                  <a:lnTo>
                    <a:pt x="6734" y="4203"/>
                  </a:lnTo>
                  <a:cubicBezTo>
                    <a:pt x="7516" y="4188"/>
                    <a:pt x="8266" y="4109"/>
                    <a:pt x="8969" y="3969"/>
                  </a:cubicBezTo>
                  <a:cubicBezTo>
                    <a:pt x="9125" y="4625"/>
                    <a:pt x="9219" y="5328"/>
                    <a:pt x="9234" y="6063"/>
                  </a:cubicBezTo>
                  <a:lnTo>
                    <a:pt x="6734" y="6063"/>
                  </a:lnTo>
                  <a:close/>
                  <a:moveTo>
                    <a:pt x="6734" y="3531"/>
                  </a:moveTo>
                  <a:lnTo>
                    <a:pt x="6734" y="719"/>
                  </a:lnTo>
                  <a:cubicBezTo>
                    <a:pt x="6969" y="781"/>
                    <a:pt x="7203" y="891"/>
                    <a:pt x="7422" y="1078"/>
                  </a:cubicBezTo>
                  <a:cubicBezTo>
                    <a:pt x="7766" y="1359"/>
                    <a:pt x="8078" y="1750"/>
                    <a:pt x="8344" y="2266"/>
                  </a:cubicBezTo>
                  <a:cubicBezTo>
                    <a:pt x="8516" y="2594"/>
                    <a:pt x="8656" y="2938"/>
                    <a:pt x="8781" y="3313"/>
                  </a:cubicBezTo>
                  <a:cubicBezTo>
                    <a:pt x="8141" y="3438"/>
                    <a:pt x="7453" y="3516"/>
                    <a:pt x="6734" y="3531"/>
                  </a:cubicBezTo>
                  <a:close/>
                  <a:moveTo>
                    <a:pt x="5375" y="1078"/>
                  </a:moveTo>
                  <a:cubicBezTo>
                    <a:pt x="5594" y="891"/>
                    <a:pt x="5828" y="781"/>
                    <a:pt x="6063" y="719"/>
                  </a:cubicBezTo>
                  <a:lnTo>
                    <a:pt x="6063" y="3531"/>
                  </a:lnTo>
                  <a:cubicBezTo>
                    <a:pt x="5344" y="3516"/>
                    <a:pt x="4656" y="3438"/>
                    <a:pt x="4016" y="3313"/>
                  </a:cubicBezTo>
                  <a:cubicBezTo>
                    <a:pt x="4141" y="2938"/>
                    <a:pt x="4281" y="2578"/>
                    <a:pt x="4453" y="2266"/>
                  </a:cubicBezTo>
                  <a:cubicBezTo>
                    <a:pt x="4719" y="1750"/>
                    <a:pt x="5031" y="1344"/>
                    <a:pt x="5375" y="1078"/>
                  </a:cubicBezTo>
                  <a:close/>
                  <a:moveTo>
                    <a:pt x="6063" y="9188"/>
                  </a:moveTo>
                  <a:lnTo>
                    <a:pt x="6063" y="12078"/>
                  </a:lnTo>
                  <a:cubicBezTo>
                    <a:pt x="5828" y="12016"/>
                    <a:pt x="5594" y="11906"/>
                    <a:pt x="5375" y="11719"/>
                  </a:cubicBezTo>
                  <a:cubicBezTo>
                    <a:pt x="5031" y="11438"/>
                    <a:pt x="4719" y="11047"/>
                    <a:pt x="4453" y="10531"/>
                  </a:cubicBezTo>
                  <a:cubicBezTo>
                    <a:pt x="4281" y="10188"/>
                    <a:pt x="4125" y="9813"/>
                    <a:pt x="4000" y="9406"/>
                  </a:cubicBezTo>
                  <a:cubicBezTo>
                    <a:pt x="4641" y="9281"/>
                    <a:pt x="5344" y="9203"/>
                    <a:pt x="6063" y="9188"/>
                  </a:cubicBezTo>
                  <a:close/>
                  <a:moveTo>
                    <a:pt x="7422" y="11719"/>
                  </a:moveTo>
                  <a:cubicBezTo>
                    <a:pt x="7203" y="11906"/>
                    <a:pt x="6969" y="12016"/>
                    <a:pt x="6734" y="12078"/>
                  </a:cubicBezTo>
                  <a:lnTo>
                    <a:pt x="6734" y="9188"/>
                  </a:lnTo>
                  <a:cubicBezTo>
                    <a:pt x="7453" y="9203"/>
                    <a:pt x="8156" y="9281"/>
                    <a:pt x="8797" y="9406"/>
                  </a:cubicBezTo>
                  <a:cubicBezTo>
                    <a:pt x="8672" y="9813"/>
                    <a:pt x="8516" y="10188"/>
                    <a:pt x="8344" y="10531"/>
                  </a:cubicBezTo>
                  <a:cubicBezTo>
                    <a:pt x="8078" y="11047"/>
                    <a:pt x="7766" y="11438"/>
                    <a:pt x="7422" y="11719"/>
                  </a:cubicBezTo>
                  <a:close/>
                  <a:moveTo>
                    <a:pt x="9906" y="6063"/>
                  </a:moveTo>
                  <a:cubicBezTo>
                    <a:pt x="9891" y="5281"/>
                    <a:pt x="9781" y="4531"/>
                    <a:pt x="9625" y="3828"/>
                  </a:cubicBezTo>
                  <a:cubicBezTo>
                    <a:pt x="10203" y="3672"/>
                    <a:pt x="10734" y="3484"/>
                    <a:pt x="11188" y="3250"/>
                  </a:cubicBezTo>
                  <a:cubicBezTo>
                    <a:pt x="11734" y="4078"/>
                    <a:pt x="12063" y="5047"/>
                    <a:pt x="12125" y="6063"/>
                  </a:cubicBezTo>
                  <a:lnTo>
                    <a:pt x="9906" y="6063"/>
                  </a:lnTo>
                  <a:close/>
                  <a:moveTo>
                    <a:pt x="10438" y="2344"/>
                  </a:moveTo>
                  <a:cubicBezTo>
                    <a:pt x="10547" y="2453"/>
                    <a:pt x="10656" y="2578"/>
                    <a:pt x="10766" y="2703"/>
                  </a:cubicBezTo>
                  <a:cubicBezTo>
                    <a:pt x="10375" y="2891"/>
                    <a:pt x="9938" y="3047"/>
                    <a:pt x="9438" y="3172"/>
                  </a:cubicBezTo>
                  <a:cubicBezTo>
                    <a:pt x="9297" y="2734"/>
                    <a:pt x="9125" y="2328"/>
                    <a:pt x="8938" y="1953"/>
                  </a:cubicBezTo>
                  <a:cubicBezTo>
                    <a:pt x="8750" y="1578"/>
                    <a:pt x="8531" y="1266"/>
                    <a:pt x="8297" y="1000"/>
                  </a:cubicBezTo>
                  <a:cubicBezTo>
                    <a:pt x="9094" y="1281"/>
                    <a:pt x="9828" y="1734"/>
                    <a:pt x="10438" y="2344"/>
                  </a:cubicBezTo>
                  <a:close/>
                  <a:moveTo>
                    <a:pt x="4484" y="1000"/>
                  </a:moveTo>
                  <a:cubicBezTo>
                    <a:pt x="4250" y="1266"/>
                    <a:pt x="4031" y="1594"/>
                    <a:pt x="3844" y="1953"/>
                  </a:cubicBezTo>
                  <a:cubicBezTo>
                    <a:pt x="3656" y="2328"/>
                    <a:pt x="3484" y="2734"/>
                    <a:pt x="3344" y="3172"/>
                  </a:cubicBezTo>
                  <a:cubicBezTo>
                    <a:pt x="2844" y="3047"/>
                    <a:pt x="2406" y="2891"/>
                    <a:pt x="2016" y="2703"/>
                  </a:cubicBezTo>
                  <a:cubicBezTo>
                    <a:pt x="2125" y="2578"/>
                    <a:pt x="2219" y="2469"/>
                    <a:pt x="2344" y="2344"/>
                  </a:cubicBezTo>
                  <a:cubicBezTo>
                    <a:pt x="2969" y="1734"/>
                    <a:pt x="3688" y="1281"/>
                    <a:pt x="4484" y="1000"/>
                  </a:cubicBezTo>
                  <a:close/>
                  <a:moveTo>
                    <a:pt x="2344" y="10438"/>
                  </a:moveTo>
                  <a:cubicBezTo>
                    <a:pt x="2219" y="10313"/>
                    <a:pt x="2094" y="10172"/>
                    <a:pt x="1984" y="10031"/>
                  </a:cubicBezTo>
                  <a:cubicBezTo>
                    <a:pt x="2375" y="9844"/>
                    <a:pt x="2828" y="9672"/>
                    <a:pt x="3328" y="9547"/>
                  </a:cubicBezTo>
                  <a:cubicBezTo>
                    <a:pt x="3469" y="10016"/>
                    <a:pt x="3641" y="10438"/>
                    <a:pt x="3844" y="10828"/>
                  </a:cubicBezTo>
                  <a:cubicBezTo>
                    <a:pt x="4031" y="11203"/>
                    <a:pt x="4250" y="11516"/>
                    <a:pt x="4484" y="11781"/>
                  </a:cubicBezTo>
                  <a:cubicBezTo>
                    <a:pt x="3688" y="11516"/>
                    <a:pt x="2969" y="11063"/>
                    <a:pt x="2344" y="10438"/>
                  </a:cubicBezTo>
                  <a:close/>
                  <a:moveTo>
                    <a:pt x="8297" y="11797"/>
                  </a:moveTo>
                  <a:cubicBezTo>
                    <a:pt x="8531" y="11531"/>
                    <a:pt x="8750" y="11203"/>
                    <a:pt x="8938" y="10844"/>
                  </a:cubicBezTo>
                  <a:cubicBezTo>
                    <a:pt x="9141" y="10453"/>
                    <a:pt x="9313" y="10016"/>
                    <a:pt x="9453" y="9563"/>
                  </a:cubicBezTo>
                  <a:cubicBezTo>
                    <a:pt x="9953" y="9688"/>
                    <a:pt x="10406" y="9859"/>
                    <a:pt x="10797" y="10047"/>
                  </a:cubicBezTo>
                  <a:cubicBezTo>
                    <a:pt x="10688" y="10188"/>
                    <a:pt x="10563" y="10313"/>
                    <a:pt x="10438" y="10453"/>
                  </a:cubicBezTo>
                  <a:cubicBezTo>
                    <a:pt x="9828" y="11063"/>
                    <a:pt x="9094" y="11516"/>
                    <a:pt x="8297" y="11797"/>
                  </a:cubicBezTo>
                  <a:close/>
                </a:path>
              </a:pathLst>
            </a:custGeom>
            <a:solidFill>
              <a:schemeClr val="accent1">
                <a:lumMod val="781"/>
                <a:lumOff val="99219"/>
              </a:schemeClr>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10" name="宇神PPT-12-5"/>
            <p:cNvSpPr/>
            <p:nvPr/>
          </p:nvSpPr>
          <p:spPr>
            <a:xfrm>
              <a:off x="10675198" y="6232264"/>
              <a:ext cx="341292" cy="341291"/>
            </a:xfrm>
            <a:prstGeom prst="ellipse">
              <a:avLst/>
            </a:prstGeom>
            <a:solidFill>
              <a:schemeClr val="accent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12" name="宇神PPT-12-6"/>
            <p:cNvSpPr/>
            <p:nvPr/>
          </p:nvSpPr>
          <p:spPr>
            <a:xfrm>
              <a:off x="10742223" y="6317467"/>
              <a:ext cx="207242" cy="170884"/>
            </a:xfrm>
            <a:custGeom>
              <a:avLst/>
              <a:gdLst>
                <a:gd name="connsiteX0" fmla="*/ 435416 w 609586"/>
                <a:gd name="connsiteY0" fmla="*/ 80352 h 502648"/>
                <a:gd name="connsiteX1" fmla="*/ 551577 w 609586"/>
                <a:gd name="connsiteY1" fmla="*/ 190215 h 502648"/>
                <a:gd name="connsiteX2" fmla="*/ 551577 w 609586"/>
                <a:gd name="connsiteY2" fmla="*/ 217693 h 502648"/>
                <a:gd name="connsiteX3" fmla="*/ 496140 w 609586"/>
                <a:gd name="connsiteY3" fmla="*/ 310936 h 502648"/>
                <a:gd name="connsiteX4" fmla="*/ 609586 w 609586"/>
                <a:gd name="connsiteY4" fmla="*/ 437323 h 502648"/>
                <a:gd name="connsiteX5" fmla="*/ 580534 w 609586"/>
                <a:gd name="connsiteY5" fmla="*/ 464753 h 502648"/>
                <a:gd name="connsiteX6" fmla="*/ 504951 w 609586"/>
                <a:gd name="connsiteY6" fmla="*/ 464753 h 502648"/>
                <a:gd name="connsiteX7" fmla="*/ 373787 w 609586"/>
                <a:gd name="connsiteY7" fmla="*/ 301459 h 502648"/>
                <a:gd name="connsiteX8" fmla="*/ 426510 w 609586"/>
                <a:gd name="connsiteY8" fmla="*/ 179500 h 502648"/>
                <a:gd name="connsiteX9" fmla="*/ 426510 w 609586"/>
                <a:gd name="connsiteY9" fmla="*/ 143641 h 502648"/>
                <a:gd name="connsiteX10" fmla="*/ 412126 w 609586"/>
                <a:gd name="connsiteY10" fmla="*/ 82543 h 502648"/>
                <a:gd name="connsiteX11" fmla="*/ 435416 w 609586"/>
                <a:gd name="connsiteY11" fmla="*/ 80352 h 502648"/>
                <a:gd name="connsiteX12" fmla="*/ 227788 w 609586"/>
                <a:gd name="connsiteY12" fmla="*/ 0 h 502648"/>
                <a:gd name="connsiteX13" fmla="*/ 379662 w 609586"/>
                <a:gd name="connsiteY13" fmla="*/ 143662 h 502648"/>
                <a:gd name="connsiteX14" fmla="*/ 379662 w 609586"/>
                <a:gd name="connsiteY14" fmla="*/ 179565 h 502648"/>
                <a:gd name="connsiteX15" fmla="*/ 307225 w 609586"/>
                <a:gd name="connsiteY15" fmla="*/ 301465 h 502648"/>
                <a:gd name="connsiteX16" fmla="*/ 455528 w 609586"/>
                <a:gd name="connsiteY16" fmla="*/ 466745 h 502648"/>
                <a:gd name="connsiteX17" fmla="*/ 417524 w 609586"/>
                <a:gd name="connsiteY17" fmla="*/ 502648 h 502648"/>
                <a:gd name="connsiteX18" fmla="*/ 38004 w 609586"/>
                <a:gd name="connsiteY18" fmla="*/ 502648 h 502648"/>
                <a:gd name="connsiteX19" fmla="*/ 0 w 609586"/>
                <a:gd name="connsiteY19" fmla="*/ 466745 h 502648"/>
                <a:gd name="connsiteX20" fmla="*/ 148350 w 609586"/>
                <a:gd name="connsiteY20" fmla="*/ 301465 h 502648"/>
                <a:gd name="connsiteX21" fmla="*/ 75913 w 609586"/>
                <a:gd name="connsiteY21" fmla="*/ 179565 h 502648"/>
                <a:gd name="connsiteX22" fmla="*/ 75913 w 609586"/>
                <a:gd name="connsiteY22" fmla="*/ 143662 h 502648"/>
                <a:gd name="connsiteX23" fmla="*/ 227788 w 609586"/>
                <a:gd name="connsiteY23" fmla="*/ 0 h 502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9586" h="502648">
                  <a:moveTo>
                    <a:pt x="435416" y="80352"/>
                  </a:moveTo>
                  <a:cubicBezTo>
                    <a:pt x="499521" y="80352"/>
                    <a:pt x="551577" y="129545"/>
                    <a:pt x="551577" y="190215"/>
                  </a:cubicBezTo>
                  <a:lnTo>
                    <a:pt x="551577" y="217693"/>
                  </a:lnTo>
                  <a:cubicBezTo>
                    <a:pt x="551577" y="257219"/>
                    <a:pt x="529288" y="291601"/>
                    <a:pt x="496140" y="310936"/>
                  </a:cubicBezTo>
                  <a:cubicBezTo>
                    <a:pt x="553434" y="331175"/>
                    <a:pt x="609586" y="382416"/>
                    <a:pt x="609586" y="437323"/>
                  </a:cubicBezTo>
                  <a:cubicBezTo>
                    <a:pt x="609586" y="452467"/>
                    <a:pt x="596584" y="464753"/>
                    <a:pt x="580534" y="464753"/>
                  </a:cubicBezTo>
                  <a:lnTo>
                    <a:pt x="504951" y="464753"/>
                  </a:lnTo>
                  <a:cubicBezTo>
                    <a:pt x="503855" y="393607"/>
                    <a:pt x="444465" y="318793"/>
                    <a:pt x="373787" y="301459"/>
                  </a:cubicBezTo>
                  <a:cubicBezTo>
                    <a:pt x="411936" y="270457"/>
                    <a:pt x="426510" y="231217"/>
                    <a:pt x="426510" y="179500"/>
                  </a:cubicBezTo>
                  <a:lnTo>
                    <a:pt x="426510" y="143641"/>
                  </a:lnTo>
                  <a:cubicBezTo>
                    <a:pt x="426510" y="121783"/>
                    <a:pt x="421318" y="101068"/>
                    <a:pt x="412126" y="82543"/>
                  </a:cubicBezTo>
                  <a:cubicBezTo>
                    <a:pt x="419651" y="81114"/>
                    <a:pt x="427415" y="80352"/>
                    <a:pt x="435416" y="80352"/>
                  </a:cubicBezTo>
                  <a:close/>
                  <a:moveTo>
                    <a:pt x="227788" y="0"/>
                  </a:moveTo>
                  <a:cubicBezTo>
                    <a:pt x="311607" y="0"/>
                    <a:pt x="379662" y="64378"/>
                    <a:pt x="379662" y="143662"/>
                  </a:cubicBezTo>
                  <a:lnTo>
                    <a:pt x="379662" y="179565"/>
                  </a:lnTo>
                  <a:cubicBezTo>
                    <a:pt x="379662" y="231230"/>
                    <a:pt x="350516" y="276180"/>
                    <a:pt x="307225" y="301465"/>
                  </a:cubicBezTo>
                  <a:cubicBezTo>
                    <a:pt x="382186" y="327940"/>
                    <a:pt x="455528" y="394986"/>
                    <a:pt x="455528" y="466745"/>
                  </a:cubicBezTo>
                  <a:cubicBezTo>
                    <a:pt x="455528" y="486554"/>
                    <a:pt x="438574" y="502648"/>
                    <a:pt x="417524" y="502648"/>
                  </a:cubicBezTo>
                  <a:lnTo>
                    <a:pt x="38004" y="502648"/>
                  </a:lnTo>
                  <a:cubicBezTo>
                    <a:pt x="16954" y="502648"/>
                    <a:pt x="0" y="486554"/>
                    <a:pt x="0" y="466745"/>
                  </a:cubicBezTo>
                  <a:cubicBezTo>
                    <a:pt x="0" y="394986"/>
                    <a:pt x="73389" y="327940"/>
                    <a:pt x="148350" y="301465"/>
                  </a:cubicBezTo>
                  <a:cubicBezTo>
                    <a:pt x="105012" y="276180"/>
                    <a:pt x="75913" y="231230"/>
                    <a:pt x="75913" y="179565"/>
                  </a:cubicBezTo>
                  <a:lnTo>
                    <a:pt x="75913" y="143662"/>
                  </a:lnTo>
                  <a:cubicBezTo>
                    <a:pt x="75913" y="64378"/>
                    <a:pt x="143969" y="0"/>
                    <a:pt x="227788" y="0"/>
                  </a:cubicBezTo>
                  <a:close/>
                </a:path>
              </a:pathLst>
            </a:custGeom>
            <a:solidFill>
              <a:schemeClr val="accent1">
                <a:lumMod val="781"/>
                <a:lumOff val="99219"/>
              </a:schemeClr>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13" name="宇神PPT-12-7"/>
            <p:cNvSpPr/>
            <p:nvPr/>
          </p:nvSpPr>
          <p:spPr>
            <a:xfrm>
              <a:off x="11178150" y="6232264"/>
              <a:ext cx="341292" cy="341291"/>
            </a:xfrm>
            <a:prstGeom prst="ellipse">
              <a:avLst/>
            </a:prstGeom>
            <a:solidFill>
              <a:schemeClr val="accent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14" name="宇神PPT-12-8"/>
            <p:cNvSpPr/>
            <p:nvPr/>
          </p:nvSpPr>
          <p:spPr>
            <a:xfrm>
              <a:off x="11267124" y="6299289"/>
              <a:ext cx="163342" cy="207241"/>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chemeClr val="accent1">
                <a:lumMod val="781"/>
                <a:lumOff val="99219"/>
              </a:schemeClr>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grpSp>
      <p:pic>
        <p:nvPicPr>
          <p:cNvPr id="15" name="图片 14" descr="QQ图片20240527000216"/>
          <p:cNvPicPr>
            <a:picLocks noChangeAspect="1"/>
          </p:cNvPicPr>
          <p:nvPr/>
        </p:nvPicPr>
        <p:blipFill>
          <a:blip r:embed="rId3"/>
          <a:stretch>
            <a:fillRect/>
          </a:stretch>
        </p:blipFill>
        <p:spPr>
          <a:xfrm>
            <a:off x="472440" y="193675"/>
            <a:ext cx="1203325" cy="1170305"/>
          </a:xfrm>
          <a:prstGeom prst="rect">
            <a:avLst/>
          </a:prstGeom>
        </p:spPr>
      </p:pic>
      <p:sp>
        <p:nvSpPr>
          <p:cNvPr id="16" name="宇神PPT-12"/>
          <p:cNvSpPr/>
          <p:nvPr/>
        </p:nvSpPr>
        <p:spPr>
          <a:xfrm>
            <a:off x="2335264" y="348429"/>
            <a:ext cx="6679196" cy="275590"/>
          </a:xfrm>
          <a:prstGeom prst="rect">
            <a:avLst/>
          </a:prstGeom>
        </p:spPr>
        <p:txBody>
          <a:bodyPr wrap="square">
            <a:spAutoFit/>
          </a:bodyPr>
          <a:p>
            <a:pPr marL="0" marR="0" lvl="0" indent="0" algn="dist" defTabSz="9144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作家简介  </a:t>
            </a:r>
            <a:r>
              <a:rPr kumimoji="0" lang="en-US" altLang="zh-CN"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  </a:t>
            </a: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创作特色</a:t>
            </a: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  </a:t>
            </a:r>
            <a:r>
              <a:rPr kumimoji="0" lang="en-US" altLang="zh-CN"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  </a:t>
            </a: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人物评价</a:t>
            </a: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  </a:t>
            </a:r>
            <a:r>
              <a:rPr kumimoji="0" lang="en-US" altLang="zh-CN"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  </a:t>
            </a: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名人名言</a:t>
            </a:r>
            <a:endPar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61"/>
                                        </p:tgtEl>
                                        <p:attrNameLst>
                                          <p:attrName>style.visibility</p:attrName>
                                        </p:attrNameLst>
                                      </p:cBhvr>
                                      <p:to>
                                        <p:strVal val="visible"/>
                                      </p:to>
                                    </p:set>
                                    <p:animEffect transition="in" filter="fade">
                                      <p:cBhvr>
                                        <p:cTn id="13" dur="500"/>
                                        <p:tgtEl>
                                          <p:spTgt spid="61"/>
                                        </p:tgtEl>
                                      </p:cBhvr>
                                    </p:animEffect>
                                    <p:anim calcmode="lin" valueType="num">
                                      <p:cBhvr>
                                        <p:cTn id="14" dur="500" fill="hold"/>
                                        <p:tgtEl>
                                          <p:spTgt spid="61"/>
                                        </p:tgtEl>
                                        <p:attrNameLst>
                                          <p:attrName>ppt_x</p:attrName>
                                        </p:attrNameLst>
                                      </p:cBhvr>
                                      <p:tavLst>
                                        <p:tav tm="0">
                                          <p:val>
                                            <p:strVal val="#ppt_x"/>
                                          </p:val>
                                        </p:tav>
                                        <p:tav tm="100000">
                                          <p:val>
                                            <p:strVal val="#ppt_x"/>
                                          </p:val>
                                        </p:tav>
                                      </p:tavLst>
                                    </p:anim>
                                    <p:anim calcmode="lin" valueType="num">
                                      <p:cBhvr>
                                        <p:cTn id="15" dur="500" fill="hold"/>
                                        <p:tgtEl>
                                          <p:spTgt spid="6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宇神PPT-1"/>
          <p:cNvGrpSpPr/>
          <p:nvPr/>
        </p:nvGrpSpPr>
        <p:grpSpPr>
          <a:xfrm>
            <a:off x="472301" y="173243"/>
            <a:ext cx="3459398" cy="915132"/>
            <a:chOff x="7655386" y="1280673"/>
            <a:chExt cx="3459398" cy="915132"/>
          </a:xfrm>
        </p:grpSpPr>
        <p:grpSp>
          <p:nvGrpSpPr>
            <p:cNvPr id="51" name="组合 50"/>
            <p:cNvGrpSpPr/>
            <p:nvPr/>
          </p:nvGrpSpPr>
          <p:grpSpPr>
            <a:xfrm>
              <a:off x="8732602" y="1280673"/>
              <a:ext cx="2382182" cy="915132"/>
              <a:chOff x="8732602" y="1280673"/>
              <a:chExt cx="2382182" cy="915132"/>
            </a:xfrm>
          </p:grpSpPr>
          <p:sp>
            <p:nvSpPr>
              <p:cNvPr id="55" name="宇神PPT-1-1"/>
              <p:cNvSpPr txBox="1"/>
              <p:nvPr/>
            </p:nvSpPr>
            <p:spPr>
              <a:xfrm>
                <a:off x="8732602" y="1280673"/>
                <a:ext cx="848309" cy="769441"/>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rPr>
                  <a:t>01</a:t>
                </a:r>
                <a:endParaRPr kumimoji="0" lang="zh-CN" altLang="en-US" sz="4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56" name="宇神PPT-1-2"/>
              <p:cNvSpPr txBox="1"/>
              <p:nvPr/>
            </p:nvSpPr>
            <p:spPr>
              <a:xfrm>
                <a:off x="8811081" y="1918806"/>
                <a:ext cx="2303703" cy="276999"/>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Light" panose="020B0300000000000000" pitchFamily="34" charset="-122"/>
                    <a:ea typeface="思源黑体 CN Light" panose="020B0300000000000000" pitchFamily="34" charset="-122"/>
                    <a:cs typeface="+mn-ea"/>
                    <a:sym typeface="+mn-lt"/>
                  </a:rPr>
                  <a:t>AUTHOR PROFILE</a:t>
                </a:r>
                <a:endParaRPr kumimoji="0" lang="en-US" altLang="zh-CN" sz="12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Light" panose="020B0300000000000000" pitchFamily="34" charset="-122"/>
                  <a:ea typeface="思源黑体 CN Light" panose="020B0300000000000000" pitchFamily="34" charset="-122"/>
                  <a:cs typeface="+mn-ea"/>
                  <a:sym typeface="+mn-lt"/>
                </a:endParaRPr>
              </a:p>
            </p:txBody>
          </p:sp>
          <p:sp>
            <p:nvSpPr>
              <p:cNvPr id="57" name="宇神PPT-1-3"/>
              <p:cNvSpPr txBox="1"/>
              <p:nvPr/>
            </p:nvSpPr>
            <p:spPr>
              <a:xfrm>
                <a:off x="9677835" y="1463090"/>
                <a:ext cx="1415772" cy="46166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mn-ea"/>
                    <a:sym typeface="+mn-lt"/>
                  </a:rPr>
                  <a:t>作家简介</a:t>
                </a:r>
                <a:endParaRPr kumimoji="0" lang="zh-CN" altLang="en-US" sz="2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mn-ea"/>
                  <a:sym typeface="+mn-lt"/>
                </a:endParaRPr>
              </a:p>
            </p:txBody>
          </p:sp>
        </p:grpSp>
        <p:grpSp>
          <p:nvGrpSpPr>
            <p:cNvPr id="52" name="组合 51"/>
            <p:cNvGrpSpPr/>
            <p:nvPr/>
          </p:nvGrpSpPr>
          <p:grpSpPr>
            <a:xfrm>
              <a:off x="7655386" y="1327724"/>
              <a:ext cx="821030" cy="821030"/>
              <a:chOff x="7655386" y="1368425"/>
              <a:chExt cx="821030" cy="821030"/>
            </a:xfrm>
          </p:grpSpPr>
          <p:sp>
            <p:nvSpPr>
              <p:cNvPr id="53" name="宇神PPT-1-4"/>
              <p:cNvSpPr/>
              <p:nvPr/>
            </p:nvSpPr>
            <p:spPr>
              <a:xfrm>
                <a:off x="7833588" y="1578886"/>
                <a:ext cx="464626" cy="400108"/>
              </a:xfrm>
              <a:custGeom>
                <a:avLst/>
                <a:gdLst>
                  <a:gd name="connsiteX0" fmla="*/ 292030 w 457214"/>
                  <a:gd name="connsiteY0" fmla="*/ 101570 h 393726"/>
                  <a:gd name="connsiteX1" fmla="*/ 292030 w 457214"/>
                  <a:gd name="connsiteY1" fmla="*/ 368232 h 393726"/>
                  <a:gd name="connsiteX2" fmla="*/ 393643 w 457214"/>
                  <a:gd name="connsiteY2" fmla="*/ 368232 h 393726"/>
                  <a:gd name="connsiteX3" fmla="*/ 393643 w 457214"/>
                  <a:gd name="connsiteY3" fmla="*/ 114284 h 393726"/>
                  <a:gd name="connsiteX4" fmla="*/ 380929 w 457214"/>
                  <a:gd name="connsiteY4" fmla="*/ 101570 h 393726"/>
                  <a:gd name="connsiteX5" fmla="*/ 101581 w 457214"/>
                  <a:gd name="connsiteY5" fmla="*/ 88883 h 393726"/>
                  <a:gd name="connsiteX6" fmla="*/ 228557 w 457214"/>
                  <a:gd name="connsiteY6" fmla="*/ 88883 h 393726"/>
                  <a:gd name="connsiteX7" fmla="*/ 228557 w 457214"/>
                  <a:gd name="connsiteY7" fmla="*/ 114278 h 393726"/>
                  <a:gd name="connsiteX8" fmla="*/ 101581 w 457214"/>
                  <a:gd name="connsiteY8" fmla="*/ 114278 h 393726"/>
                  <a:gd name="connsiteX9" fmla="*/ 76186 w 457214"/>
                  <a:gd name="connsiteY9" fmla="*/ 25381 h 393726"/>
                  <a:gd name="connsiteX10" fmla="*/ 63472 w 457214"/>
                  <a:gd name="connsiteY10" fmla="*/ 38095 h 393726"/>
                  <a:gd name="connsiteX11" fmla="*/ 63472 w 457214"/>
                  <a:gd name="connsiteY11" fmla="*/ 368232 h 393726"/>
                  <a:gd name="connsiteX12" fmla="*/ 266650 w 457214"/>
                  <a:gd name="connsiteY12" fmla="*/ 368232 h 393726"/>
                  <a:gd name="connsiteX13" fmla="*/ 266650 w 457214"/>
                  <a:gd name="connsiteY13" fmla="*/ 38095 h 393726"/>
                  <a:gd name="connsiteX14" fmla="*/ 253937 w 457214"/>
                  <a:gd name="connsiteY14" fmla="*/ 25381 h 393726"/>
                  <a:gd name="connsiteX15" fmla="*/ 76186 w 457214"/>
                  <a:gd name="connsiteY15" fmla="*/ 0 h 393726"/>
                  <a:gd name="connsiteX16" fmla="*/ 253937 w 457214"/>
                  <a:gd name="connsiteY16" fmla="*/ 0 h 393726"/>
                  <a:gd name="connsiteX17" fmla="*/ 292030 w 457214"/>
                  <a:gd name="connsiteY17" fmla="*/ 38095 h 393726"/>
                  <a:gd name="connsiteX18" fmla="*/ 292030 w 457214"/>
                  <a:gd name="connsiteY18" fmla="*/ 76189 h 393726"/>
                  <a:gd name="connsiteX19" fmla="*/ 380929 w 457214"/>
                  <a:gd name="connsiteY19" fmla="*/ 76189 h 393726"/>
                  <a:gd name="connsiteX20" fmla="*/ 419022 w 457214"/>
                  <a:gd name="connsiteY20" fmla="*/ 114284 h 393726"/>
                  <a:gd name="connsiteX21" fmla="*/ 419022 w 457214"/>
                  <a:gd name="connsiteY21" fmla="*/ 368232 h 393726"/>
                  <a:gd name="connsiteX22" fmla="*/ 457214 w 457214"/>
                  <a:gd name="connsiteY22" fmla="*/ 368232 h 393726"/>
                  <a:gd name="connsiteX23" fmla="*/ 457214 w 457214"/>
                  <a:gd name="connsiteY23" fmla="*/ 393726 h 393726"/>
                  <a:gd name="connsiteX24" fmla="*/ 0 w 457214"/>
                  <a:gd name="connsiteY24" fmla="*/ 393726 h 393726"/>
                  <a:gd name="connsiteX25" fmla="*/ 0 w 457214"/>
                  <a:gd name="connsiteY25" fmla="*/ 368232 h 393726"/>
                  <a:gd name="connsiteX26" fmla="*/ 38093 w 457214"/>
                  <a:gd name="connsiteY26" fmla="*/ 368232 h 393726"/>
                  <a:gd name="connsiteX27" fmla="*/ 38093 w 457214"/>
                  <a:gd name="connsiteY27" fmla="*/ 38095 h 393726"/>
                  <a:gd name="connsiteX28" fmla="*/ 76186 w 457214"/>
                  <a:gd name="connsiteY28" fmla="*/ 0 h 393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57214" h="393726">
                    <a:moveTo>
                      <a:pt x="292030" y="101570"/>
                    </a:moveTo>
                    <a:lnTo>
                      <a:pt x="292030" y="368232"/>
                    </a:lnTo>
                    <a:lnTo>
                      <a:pt x="393643" y="368232"/>
                    </a:lnTo>
                    <a:lnTo>
                      <a:pt x="393643" y="114284"/>
                    </a:lnTo>
                    <a:cubicBezTo>
                      <a:pt x="393643" y="107284"/>
                      <a:pt x="387929" y="101570"/>
                      <a:pt x="380929" y="101570"/>
                    </a:cubicBezTo>
                    <a:close/>
                    <a:moveTo>
                      <a:pt x="101581" y="88883"/>
                    </a:moveTo>
                    <a:lnTo>
                      <a:pt x="228557" y="88883"/>
                    </a:lnTo>
                    <a:lnTo>
                      <a:pt x="228557" y="114278"/>
                    </a:lnTo>
                    <a:lnTo>
                      <a:pt x="101581" y="114278"/>
                    </a:lnTo>
                    <a:close/>
                    <a:moveTo>
                      <a:pt x="76186" y="25381"/>
                    </a:moveTo>
                    <a:cubicBezTo>
                      <a:pt x="69186" y="25381"/>
                      <a:pt x="63472" y="31095"/>
                      <a:pt x="63472" y="38095"/>
                    </a:cubicBezTo>
                    <a:lnTo>
                      <a:pt x="63472" y="368232"/>
                    </a:lnTo>
                    <a:lnTo>
                      <a:pt x="266650" y="368232"/>
                    </a:lnTo>
                    <a:lnTo>
                      <a:pt x="266650" y="38095"/>
                    </a:lnTo>
                    <a:cubicBezTo>
                      <a:pt x="266650" y="31095"/>
                      <a:pt x="260984" y="25381"/>
                      <a:pt x="253937" y="25381"/>
                    </a:cubicBezTo>
                    <a:close/>
                    <a:moveTo>
                      <a:pt x="76186" y="0"/>
                    </a:moveTo>
                    <a:lnTo>
                      <a:pt x="253937" y="0"/>
                    </a:lnTo>
                    <a:cubicBezTo>
                      <a:pt x="274983" y="0"/>
                      <a:pt x="292030" y="17047"/>
                      <a:pt x="292030" y="38095"/>
                    </a:cubicBezTo>
                    <a:lnTo>
                      <a:pt x="292030" y="76189"/>
                    </a:lnTo>
                    <a:lnTo>
                      <a:pt x="380929" y="76189"/>
                    </a:lnTo>
                    <a:cubicBezTo>
                      <a:pt x="401975" y="76189"/>
                      <a:pt x="419022" y="93237"/>
                      <a:pt x="419022" y="114284"/>
                    </a:cubicBezTo>
                    <a:lnTo>
                      <a:pt x="419022" y="368232"/>
                    </a:lnTo>
                    <a:lnTo>
                      <a:pt x="457214" y="368232"/>
                    </a:lnTo>
                    <a:lnTo>
                      <a:pt x="457214" y="393726"/>
                    </a:lnTo>
                    <a:lnTo>
                      <a:pt x="0" y="393726"/>
                    </a:lnTo>
                    <a:lnTo>
                      <a:pt x="0" y="368232"/>
                    </a:lnTo>
                    <a:lnTo>
                      <a:pt x="38093" y="368232"/>
                    </a:lnTo>
                    <a:lnTo>
                      <a:pt x="38093" y="38095"/>
                    </a:lnTo>
                    <a:cubicBezTo>
                      <a:pt x="38093" y="17047"/>
                      <a:pt x="55140" y="0"/>
                      <a:pt x="76186" y="0"/>
                    </a:cubicBezTo>
                    <a:close/>
                  </a:path>
                </a:pathLst>
              </a:custGeom>
              <a:gradFill>
                <a:gsLst>
                  <a:gs pos="100000">
                    <a:schemeClr val="accent2"/>
                  </a:gs>
                  <a:gs pos="0">
                    <a:schemeClr val="accent1"/>
                  </a:gs>
                </a:gsLst>
                <a:lin ang="27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54" name="宇神PPT-1-5"/>
              <p:cNvSpPr/>
              <p:nvPr/>
            </p:nvSpPr>
            <p:spPr>
              <a:xfrm>
                <a:off x="7655386" y="1368425"/>
                <a:ext cx="821030" cy="821030"/>
              </a:xfrm>
              <a:prstGeom prst="ellipse">
                <a:avLst/>
              </a:prstGeom>
              <a:noFill/>
              <a:ln w="19050">
                <a:gradFill>
                  <a:gsLst>
                    <a:gs pos="0">
                      <a:schemeClr val="accent1"/>
                    </a:gs>
                    <a:gs pos="100000">
                      <a:schemeClr val="accent2"/>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100000">
                        <a:schemeClr val="accent2"/>
                      </a:gs>
                      <a:gs pos="0">
                        <a:schemeClr val="accent1"/>
                      </a:gs>
                    </a:gsLst>
                    <a:lin ang="2700000" scaled="0"/>
                  </a:gradFill>
                </a:endParaRPr>
              </a:p>
            </p:txBody>
          </p:sp>
        </p:grpSp>
      </p:grpSp>
      <p:sp>
        <p:nvSpPr>
          <p:cNvPr id="2" name="宇神PPT-2" hidden="1"/>
          <p:cNvSpPr txBox="1"/>
          <p:nvPr/>
        </p:nvSpPr>
        <p:spPr>
          <a:xfrm>
            <a:off x="10580913" y="-603126"/>
            <a:ext cx="1727200" cy="369332"/>
          </a:xfrm>
          <a:prstGeom prst="rect">
            <a:avLst/>
          </a:prstGeom>
          <a:noFill/>
        </p:spPr>
        <p:txBody>
          <a:bodyPr wrap="square" rtlCol="0">
            <a:spAutoFit/>
          </a:bodyPr>
          <a:lstStyle/>
          <a:p>
            <a:pPr algn="ctr"/>
            <a:r>
              <a:rPr lang="en-US" altLang="zh-CN" dirty="0">
                <a:ln>
                  <a:noFill/>
                </a:ln>
                <a:noFill/>
                <a:cs typeface="思源黑体 CN Bold" panose="020B0800000000000000" charset="-122"/>
              </a:rPr>
              <a:t>By  </a:t>
            </a:r>
            <a:r>
              <a:rPr lang="en-US" altLang="zh-CN" dirty="0" err="1">
                <a:ln>
                  <a:noFill/>
                </a:ln>
                <a:noFill/>
                <a:cs typeface="思源黑体 CN Bold" panose="020B0800000000000000" charset="-122"/>
              </a:rPr>
              <a:t>Yushen</a:t>
            </a:r>
            <a:endParaRPr lang="zh-CN" altLang="en-US" dirty="0">
              <a:ln>
                <a:noFill/>
              </a:ln>
              <a:noFill/>
              <a:cs typeface="思源黑体 CN Bold" panose="020B0800000000000000" charset="-122"/>
            </a:endParaRPr>
          </a:p>
        </p:txBody>
      </p:sp>
      <p:sp>
        <p:nvSpPr>
          <p:cNvPr id="11" name="宇神PPT-3"/>
          <p:cNvSpPr/>
          <p:nvPr/>
        </p:nvSpPr>
        <p:spPr>
          <a:xfrm>
            <a:off x="4056000" y="580009"/>
            <a:ext cx="8136000" cy="45719"/>
          </a:xfrm>
          <a:custGeom>
            <a:avLst/>
            <a:gdLst>
              <a:gd name="connsiteX0" fmla="*/ 0 w 4686857"/>
              <a:gd name="connsiteY0" fmla="*/ 0 h 20571"/>
              <a:gd name="connsiteX1" fmla="*/ 4686857 w 4686857"/>
              <a:gd name="connsiteY1" fmla="*/ 0 h 20571"/>
              <a:gd name="connsiteX2" fmla="*/ 4686857 w 4686857"/>
              <a:gd name="connsiteY2" fmla="*/ 20571 h 20571"/>
              <a:gd name="connsiteX3" fmla="*/ 0 w 4686857"/>
              <a:gd name="connsiteY3" fmla="*/ 20571 h 20571"/>
            </a:gdLst>
            <a:ahLst/>
            <a:cxnLst>
              <a:cxn ang="0">
                <a:pos x="connsiteX0" y="connsiteY0"/>
              </a:cxn>
              <a:cxn ang="0">
                <a:pos x="connsiteX1" y="connsiteY1"/>
              </a:cxn>
              <a:cxn ang="0">
                <a:pos x="connsiteX2" y="connsiteY2"/>
              </a:cxn>
              <a:cxn ang="0">
                <a:pos x="connsiteX3" y="connsiteY3"/>
              </a:cxn>
            </a:cxnLst>
            <a:rect l="l" t="t" r="r" b="b"/>
            <a:pathLst>
              <a:path w="4686857" h="20571">
                <a:moveTo>
                  <a:pt x="0" y="0"/>
                </a:moveTo>
                <a:lnTo>
                  <a:pt x="4686857" y="0"/>
                </a:lnTo>
                <a:lnTo>
                  <a:pt x="4686857" y="20571"/>
                </a:lnTo>
                <a:lnTo>
                  <a:pt x="0" y="20571"/>
                </a:lnTo>
                <a:close/>
              </a:path>
            </a:pathLst>
          </a:custGeom>
          <a:gradFill>
            <a:gsLst>
              <a:gs pos="100000">
                <a:schemeClr val="accent2"/>
              </a:gs>
              <a:gs pos="0">
                <a:schemeClr val="accent1"/>
              </a:gs>
            </a:gsLst>
            <a:lin ang="2700000" scaled="0"/>
          </a:gra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100000">
                    <a:srgbClr val="8C127D"/>
                  </a:gs>
                  <a:gs pos="0">
                    <a:srgbClr val="E56758"/>
                  </a:gs>
                </a:gsLst>
                <a:lin ang="2700000" scaled="0"/>
              </a:gra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12" name="宇神PPT-4"/>
          <p:cNvSpPr/>
          <p:nvPr/>
        </p:nvSpPr>
        <p:spPr>
          <a:xfrm>
            <a:off x="-12000" y="580009"/>
            <a:ext cx="360000" cy="45719"/>
          </a:xfrm>
          <a:custGeom>
            <a:avLst/>
            <a:gdLst>
              <a:gd name="connsiteX0" fmla="*/ 0 w 4686857"/>
              <a:gd name="connsiteY0" fmla="*/ 0 h 20571"/>
              <a:gd name="connsiteX1" fmla="*/ 4686857 w 4686857"/>
              <a:gd name="connsiteY1" fmla="*/ 0 h 20571"/>
              <a:gd name="connsiteX2" fmla="*/ 4686857 w 4686857"/>
              <a:gd name="connsiteY2" fmla="*/ 20571 h 20571"/>
              <a:gd name="connsiteX3" fmla="*/ 0 w 4686857"/>
              <a:gd name="connsiteY3" fmla="*/ 20571 h 20571"/>
            </a:gdLst>
            <a:ahLst/>
            <a:cxnLst>
              <a:cxn ang="0">
                <a:pos x="connsiteX0" y="connsiteY0"/>
              </a:cxn>
              <a:cxn ang="0">
                <a:pos x="connsiteX1" y="connsiteY1"/>
              </a:cxn>
              <a:cxn ang="0">
                <a:pos x="connsiteX2" y="connsiteY2"/>
              </a:cxn>
              <a:cxn ang="0">
                <a:pos x="connsiteX3" y="connsiteY3"/>
              </a:cxn>
            </a:cxnLst>
            <a:rect l="l" t="t" r="r" b="b"/>
            <a:pathLst>
              <a:path w="4686857" h="20571">
                <a:moveTo>
                  <a:pt x="0" y="0"/>
                </a:moveTo>
                <a:lnTo>
                  <a:pt x="4686857" y="0"/>
                </a:lnTo>
                <a:lnTo>
                  <a:pt x="4686857" y="20571"/>
                </a:lnTo>
                <a:lnTo>
                  <a:pt x="0" y="20571"/>
                </a:lnTo>
                <a:close/>
              </a:path>
            </a:pathLst>
          </a:custGeom>
          <a:gradFill>
            <a:gsLst>
              <a:gs pos="100000">
                <a:schemeClr val="accent2"/>
              </a:gs>
              <a:gs pos="0">
                <a:schemeClr val="accent1"/>
              </a:gs>
            </a:gsLst>
            <a:lin ang="2700000" scaled="0"/>
          </a:gra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100000">
                    <a:srgbClr val="8C127D"/>
                  </a:gs>
                  <a:gs pos="0">
                    <a:srgbClr val="E56758"/>
                  </a:gs>
                </a:gsLst>
                <a:lin ang="2700000" scaled="0"/>
              </a:gra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grpSp>
        <p:nvGrpSpPr>
          <p:cNvPr id="40" name="宇神PPT-5"/>
          <p:cNvGrpSpPr/>
          <p:nvPr/>
        </p:nvGrpSpPr>
        <p:grpSpPr>
          <a:xfrm>
            <a:off x="864582" y="2118083"/>
            <a:ext cx="5360424" cy="1193973"/>
            <a:chOff x="864582" y="2267192"/>
            <a:chExt cx="5360424" cy="1193973"/>
          </a:xfrm>
        </p:grpSpPr>
        <p:grpSp>
          <p:nvGrpSpPr>
            <p:cNvPr id="39" name="组合 38"/>
            <p:cNvGrpSpPr/>
            <p:nvPr/>
          </p:nvGrpSpPr>
          <p:grpSpPr>
            <a:xfrm>
              <a:off x="864582" y="2267192"/>
              <a:ext cx="3849462" cy="697421"/>
              <a:chOff x="864582" y="1296224"/>
              <a:chExt cx="3849462" cy="697421"/>
            </a:xfrm>
          </p:grpSpPr>
          <p:sp>
            <p:nvSpPr>
              <p:cNvPr id="27" name="宇神PPT-5-1"/>
              <p:cNvSpPr/>
              <p:nvPr/>
            </p:nvSpPr>
            <p:spPr>
              <a:xfrm>
                <a:off x="864582" y="1296224"/>
                <a:ext cx="3849462" cy="697421"/>
              </a:xfrm>
              <a:prstGeom prst="roundRect">
                <a:avLst>
                  <a:gd name="adj" fmla="val 50000"/>
                </a:avLst>
              </a:prstGeom>
              <a:gradFill>
                <a:gsLst>
                  <a:gs pos="0">
                    <a:schemeClr val="accent1"/>
                  </a:gs>
                  <a:gs pos="100000">
                    <a:schemeClr val="accent2"/>
                  </a:gs>
                </a:gsLst>
                <a:lin ang="270000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28" name="宇神PPT-5-2"/>
              <p:cNvSpPr/>
              <p:nvPr/>
            </p:nvSpPr>
            <p:spPr>
              <a:xfrm>
                <a:off x="1152462" y="1414101"/>
                <a:ext cx="3273702" cy="461666"/>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400" b="0" i="0" u="none" strike="noStrike" kern="0" cap="none" spc="0" normalizeH="0" baseline="0" noProof="0" dirty="0">
                    <a:ln>
                      <a:noFill/>
                    </a:ln>
                    <a:solidFill>
                      <a:schemeClr val="accent1">
                        <a:lumMod val="781"/>
                        <a:lumOff val="99219"/>
                      </a:schemeClr>
                    </a:solidFill>
                    <a:effectLst>
                      <a:outerShdw blurRad="38100" dist="38100" dir="2700000" algn="tl">
                        <a:schemeClr val="accent1">
                          <a:lumMod val="0"/>
                          <a:alpha val="43137"/>
                        </a:schemeClr>
                      </a:outerShdw>
                    </a:effectLst>
                    <a:uLnTx/>
                    <a:uFillTx/>
                    <a:latin typeface="思源黑体 CN Bold" panose="020B0800000000000000" charset="-122"/>
                    <a:ea typeface="思源黑体 CN Bold" panose="020B0800000000000000" charset="-122"/>
                    <a:cs typeface="Arial" panose="020B0604020202020204" pitchFamily="34" charset="0"/>
                  </a:rPr>
                  <a:t>拉宾德拉纳特</a:t>
                </a:r>
                <a:r>
                  <a:rPr kumimoji="0" lang="en-US" altLang="zh-CN" sz="2400" b="0" i="0" u="none" strike="noStrike" kern="0" cap="none" spc="0" normalizeH="0" baseline="0" noProof="0" dirty="0">
                    <a:ln>
                      <a:noFill/>
                    </a:ln>
                    <a:solidFill>
                      <a:schemeClr val="accent1">
                        <a:lumMod val="781"/>
                        <a:lumOff val="99219"/>
                      </a:schemeClr>
                    </a:solidFill>
                    <a:effectLst>
                      <a:outerShdw blurRad="38100" dist="38100" dir="2700000" algn="tl">
                        <a:schemeClr val="accent1">
                          <a:lumMod val="0"/>
                          <a:alpha val="43137"/>
                        </a:schemeClr>
                      </a:outerShdw>
                    </a:effectLst>
                    <a:uLnTx/>
                    <a:uFillTx/>
                    <a:latin typeface="思源黑体 CN Bold" panose="020B0800000000000000" charset="-122"/>
                    <a:ea typeface="思源黑体 CN Bold" panose="020B0800000000000000" charset="-122"/>
                    <a:cs typeface="Arial" panose="020B0604020202020204" pitchFamily="34" charset="0"/>
                  </a:rPr>
                  <a:t>·</a:t>
                </a:r>
                <a:r>
                  <a:rPr kumimoji="0" lang="zh-CN" altLang="en-US" sz="2400" b="0" i="0" u="none" strike="noStrike" kern="0" cap="none" spc="0" normalizeH="0" baseline="0" noProof="0" dirty="0">
                    <a:ln>
                      <a:noFill/>
                    </a:ln>
                    <a:solidFill>
                      <a:schemeClr val="accent1">
                        <a:lumMod val="781"/>
                        <a:lumOff val="99219"/>
                      </a:schemeClr>
                    </a:solidFill>
                    <a:effectLst>
                      <a:outerShdw blurRad="38100" dist="38100" dir="2700000" algn="tl">
                        <a:schemeClr val="accent1">
                          <a:lumMod val="0"/>
                          <a:alpha val="43137"/>
                        </a:schemeClr>
                      </a:outerShdw>
                    </a:effectLst>
                    <a:uLnTx/>
                    <a:uFillTx/>
                    <a:latin typeface="思源黑体 CN Bold" panose="020B0800000000000000" charset="-122"/>
                    <a:ea typeface="思源黑体 CN Bold" panose="020B0800000000000000" charset="-122"/>
                    <a:cs typeface="Arial" panose="020B0604020202020204" pitchFamily="34" charset="0"/>
                  </a:rPr>
                  <a:t>泰戈尔</a:t>
                </a:r>
                <a:endParaRPr kumimoji="0" lang="zh-CN" altLang="en-US" sz="2400" b="0" i="0" u="none" strike="noStrike" kern="0" cap="none" spc="0" normalizeH="0" baseline="0" noProof="0" dirty="0">
                  <a:ln>
                    <a:noFill/>
                  </a:ln>
                  <a:solidFill>
                    <a:schemeClr val="accent1">
                      <a:lumMod val="781"/>
                      <a:lumOff val="99219"/>
                    </a:schemeClr>
                  </a:solidFill>
                  <a:effectLst>
                    <a:outerShdw blurRad="38100" dist="38100" dir="2700000" algn="tl">
                      <a:schemeClr val="accent1">
                        <a:lumMod val="0"/>
                        <a:alpha val="43137"/>
                      </a:schemeClr>
                    </a:outerShdw>
                  </a:effectLst>
                  <a:uLnTx/>
                  <a:uFillTx/>
                  <a:latin typeface="思源黑体 CN Bold" panose="020B0800000000000000" charset="-122"/>
                  <a:ea typeface="思源黑体 CN Bold" panose="020B0800000000000000" charset="-122"/>
                  <a:cs typeface="Arial" panose="020B0604020202020204" pitchFamily="34" charset="0"/>
                </a:endParaRPr>
              </a:p>
            </p:txBody>
          </p:sp>
        </p:grpSp>
        <p:sp>
          <p:nvSpPr>
            <p:cNvPr id="30" name="宇神PPT-5-3"/>
            <p:cNvSpPr/>
            <p:nvPr/>
          </p:nvSpPr>
          <p:spPr>
            <a:xfrm>
              <a:off x="1191535" y="3023650"/>
              <a:ext cx="5033471" cy="437515"/>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5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a:t>
              </a:r>
              <a:r>
                <a:rPr kumimoji="0" lang="en-US" altLang="zh-CN" sz="15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Rabindranath Tagore</a:t>
              </a:r>
              <a:r>
                <a:rPr kumimoji="0" lang="zh-CN" altLang="en-US" sz="15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a:t>
              </a:r>
              <a:r>
                <a:rPr kumimoji="0" lang="en-US" altLang="zh-CN" sz="15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1861</a:t>
              </a:r>
              <a:r>
                <a:rPr kumimoji="0" lang="zh-CN" altLang="en-US" sz="15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年</a:t>
              </a:r>
              <a:r>
                <a:rPr kumimoji="0" lang="en-US" altLang="zh-CN" sz="15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5</a:t>
              </a:r>
              <a:r>
                <a:rPr kumimoji="0" lang="zh-CN" altLang="en-US" sz="15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月</a:t>
              </a:r>
              <a:r>
                <a:rPr kumimoji="0" lang="en-US" altLang="zh-CN" sz="15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7</a:t>
              </a:r>
              <a:r>
                <a:rPr kumimoji="0" lang="zh-CN" altLang="en-US" sz="15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日</a:t>
              </a:r>
              <a:r>
                <a:rPr kumimoji="0" lang="en-US" altLang="zh-CN" sz="15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—1941</a:t>
              </a:r>
              <a:r>
                <a:rPr kumimoji="0" lang="zh-CN" altLang="en-US" sz="15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年</a:t>
              </a:r>
              <a:r>
                <a:rPr kumimoji="0" lang="en-US" altLang="zh-CN" sz="15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8</a:t>
              </a:r>
              <a:r>
                <a:rPr kumimoji="0" lang="zh-CN" altLang="en-US" sz="15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月</a:t>
              </a:r>
              <a:r>
                <a:rPr kumimoji="0" lang="en-US" altLang="zh-CN" sz="15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7</a:t>
              </a:r>
              <a:r>
                <a:rPr kumimoji="0" lang="zh-CN" altLang="en-US" sz="15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日）</a:t>
              </a:r>
              <a:endParaRPr kumimoji="0" lang="zh-CN" altLang="en-US" sz="15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grpSp>
      <p:grpSp>
        <p:nvGrpSpPr>
          <p:cNvPr id="41" name="宇神PPT-6"/>
          <p:cNvGrpSpPr/>
          <p:nvPr/>
        </p:nvGrpSpPr>
        <p:grpSpPr>
          <a:xfrm>
            <a:off x="651762" y="3569258"/>
            <a:ext cx="10796899" cy="2328257"/>
            <a:chOff x="651762" y="3718367"/>
            <a:chExt cx="10796899" cy="2328257"/>
          </a:xfrm>
        </p:grpSpPr>
        <p:sp>
          <p:nvSpPr>
            <p:cNvPr id="36" name="宇神PPT-6-1"/>
            <p:cNvSpPr/>
            <p:nvPr/>
          </p:nvSpPr>
          <p:spPr>
            <a:xfrm>
              <a:off x="651762" y="3718367"/>
              <a:ext cx="10796899" cy="2328257"/>
            </a:xfrm>
            <a:prstGeom prst="roundRect">
              <a:avLst/>
            </a:prstGeom>
            <a:solidFill>
              <a:schemeClr val="accent1">
                <a:lumMod val="781"/>
                <a:lumOff val="99219"/>
              </a:schemeClr>
            </a:solidFill>
            <a:ln w="12700" cap="flat" cmpd="sng" algn="ctr">
              <a:solidFill>
                <a:schemeClr val="accent1"/>
              </a:solidFill>
              <a:prstDash val="solid"/>
              <a:miter lim="800000"/>
              <a:headEnd type="none" w="med" len="med"/>
              <a:tailEnd type="none" w="med" len="med"/>
            </a:ln>
            <a:effectLst>
              <a:outerShdw blurRad="317500" dist="381000" dir="5400000" sx="80000" sy="80000" algn="t" rotWithShape="0">
                <a:schemeClr val="accent2">
                  <a:alpha val="20000"/>
                </a:scheme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37" name="宇神PPT-6-2"/>
            <p:cNvSpPr/>
            <p:nvPr/>
          </p:nvSpPr>
          <p:spPr>
            <a:xfrm>
              <a:off x="912034" y="3871493"/>
              <a:ext cx="6578426" cy="1938020"/>
            </a:xfrm>
            <a:prstGeom prst="rect">
              <a:avLst/>
            </a:prstGeom>
          </p:spPr>
          <p:txBody>
            <a:bodyPr wrap="square">
              <a:spAutoFit/>
            </a:bodyPr>
            <a:lstStyle/>
            <a:p>
              <a:pPr marR="0" lvl="0" indent="508000" algn="l" defTabSz="914400" rtl="0" fontAlgn="auto">
                <a:lnSpc>
                  <a:spcPct val="150000"/>
                </a:lnSpc>
                <a:spcBef>
                  <a:spcPts val="0"/>
                </a:spcBef>
                <a:spcAft>
                  <a:spcPts val="0"/>
                </a:spcAft>
                <a:buClrTx/>
                <a:buSzTx/>
                <a:buFontTx/>
                <a:buNone/>
                <a:defRPr/>
                <a:extLst>
                  <a:ext uri="{35155182-B16C-46BC-9424-99874614C6A1}">
                    <wpsdc:indentchars xmlns:wpsdc="http://www.wps.cn/officeDocument/2017/drawingmlCustomData" val="200" checksum="282533468"/>
                  </a:ext>
                </a:extLst>
              </a:pPr>
              <a:r>
                <a:rPr kumimoji="0" lang="zh-CN" altLang="en-US"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印度诗人、文学家、社会活动家、哲学家和印度民族主义者。</a:t>
              </a:r>
              <a:endParaRPr kumimoji="0" lang="en-US" altLang="zh-CN"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a:p>
              <a:pPr marR="0" lvl="0" indent="508000" algn="l" defTabSz="914400" rtl="0" fontAlgn="auto">
                <a:lnSpc>
                  <a:spcPct val="150000"/>
                </a:lnSpc>
                <a:spcBef>
                  <a:spcPts val="0"/>
                </a:spcBef>
                <a:spcAft>
                  <a:spcPts val="0"/>
                </a:spcAft>
                <a:buClrTx/>
                <a:buSzTx/>
                <a:buFontTx/>
                <a:buNone/>
                <a:defRPr/>
                <a:extLst>
                  <a:ext uri="{35155182-B16C-46BC-9424-99874614C6A1}">
                    <wpsdc:indentchars xmlns:wpsdc="http://www.wps.cn/officeDocument/2017/drawingmlCustomData" val="200" checksum="282533468"/>
                  </a:ext>
                </a:extLst>
              </a:pPr>
              <a:r>
                <a:rPr kumimoji="0" lang="zh-CN" altLang="en-US"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代表作有</a:t>
              </a:r>
              <a:r>
                <a:rPr kumimoji="0" lang="en-US" altLang="zh-CN"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a:t>
              </a:r>
              <a:r>
                <a:rPr kumimoji="0" lang="zh-CN" altLang="en-US"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吉檀迦利</a:t>
              </a:r>
              <a:r>
                <a:rPr kumimoji="0" lang="en-US" altLang="zh-CN"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a:t>
              </a:r>
              <a:r>
                <a:rPr kumimoji="0" lang="zh-CN" altLang="en-US"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飞鸟集</a:t>
              </a:r>
              <a:r>
                <a:rPr kumimoji="0" lang="en-US" altLang="zh-CN"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a:t>
              </a:r>
              <a:r>
                <a:rPr kumimoji="0" lang="zh-CN" altLang="en-US"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家庭与世界</a:t>
              </a:r>
              <a:r>
                <a:rPr kumimoji="0" lang="en-US" altLang="zh-CN"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a:t>
              </a:r>
              <a:r>
                <a:rPr kumimoji="0" lang="zh-CN" altLang="en-US"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园丁集</a:t>
              </a:r>
              <a:r>
                <a:rPr kumimoji="0" lang="en-US" altLang="zh-CN"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a:t>
              </a:r>
              <a:r>
                <a:rPr kumimoji="0" lang="zh-CN" altLang="en-US"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新月集</a:t>
              </a:r>
              <a:r>
                <a:rPr kumimoji="0" lang="en-US" altLang="zh-CN"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a:t>
              </a:r>
              <a:r>
                <a:rPr kumimoji="0" lang="zh-CN" altLang="en-US"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最后的诗篇</a:t>
              </a:r>
              <a:r>
                <a:rPr kumimoji="0" lang="en-US" altLang="zh-CN"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a:t>
              </a:r>
              <a:r>
                <a:rPr lang="en-US" altLang="zh-CN" sz="200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sym typeface="+mn-ea"/>
                </a:rPr>
                <a:t>《</a:t>
              </a:r>
              <a:r>
                <a:rPr lang="zh-CN" altLang="en-US" sz="200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sym typeface="+mn-ea"/>
                </a:rPr>
                <a:t>文明的危机</a:t>
              </a:r>
              <a:r>
                <a:rPr lang="en-US" altLang="zh-CN" sz="200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sym typeface="+mn-ea"/>
                </a:rPr>
                <a:t>》</a:t>
              </a:r>
              <a:r>
                <a:rPr kumimoji="0" lang="zh-CN" altLang="en-US"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等。</a:t>
              </a:r>
              <a:endParaRPr kumimoji="0" lang="zh-CN" altLang="en-US"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grpSp>
      <p:pic>
        <p:nvPicPr>
          <p:cNvPr id="59" name="宇神PPT-7" descr="图片包含 图标&#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574280" y="1679457"/>
            <a:ext cx="3368609" cy="441351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anim calcmode="lin" valueType="num">
                                      <p:cBhvr>
                                        <p:cTn id="8" dur="500" fill="hold"/>
                                        <p:tgtEl>
                                          <p:spTgt spid="40"/>
                                        </p:tgtEl>
                                        <p:attrNameLst>
                                          <p:attrName>ppt_x</p:attrName>
                                        </p:attrNameLst>
                                      </p:cBhvr>
                                      <p:tavLst>
                                        <p:tav tm="0">
                                          <p:val>
                                            <p:strVal val="#ppt_x"/>
                                          </p:val>
                                        </p:tav>
                                        <p:tav tm="100000">
                                          <p:val>
                                            <p:strVal val="#ppt_x"/>
                                          </p:val>
                                        </p:tav>
                                      </p:tavLst>
                                    </p:anim>
                                    <p:anim calcmode="lin" valueType="num">
                                      <p:cBhvr>
                                        <p:cTn id="9" dur="500" fill="hold"/>
                                        <p:tgtEl>
                                          <p:spTgt spid="40"/>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fade">
                                      <p:cBhvr>
                                        <p:cTn id="13" dur="500"/>
                                        <p:tgtEl>
                                          <p:spTgt spid="41"/>
                                        </p:tgtEl>
                                      </p:cBhvr>
                                    </p:animEffect>
                                    <p:anim calcmode="lin" valueType="num">
                                      <p:cBhvr>
                                        <p:cTn id="14" dur="500" fill="hold"/>
                                        <p:tgtEl>
                                          <p:spTgt spid="41"/>
                                        </p:tgtEl>
                                        <p:attrNameLst>
                                          <p:attrName>ppt_x</p:attrName>
                                        </p:attrNameLst>
                                      </p:cBhvr>
                                      <p:tavLst>
                                        <p:tav tm="0">
                                          <p:val>
                                            <p:strVal val="#ppt_x"/>
                                          </p:val>
                                        </p:tav>
                                        <p:tav tm="100000">
                                          <p:val>
                                            <p:strVal val="#ppt_x"/>
                                          </p:val>
                                        </p:tav>
                                      </p:tavLst>
                                    </p:anim>
                                    <p:anim calcmode="lin" valueType="num">
                                      <p:cBhvr>
                                        <p:cTn id="15" dur="5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宇神PPT-1" hidden="1"/>
          <p:cNvSpPr txBox="1"/>
          <p:nvPr/>
        </p:nvSpPr>
        <p:spPr>
          <a:xfrm>
            <a:off x="10580913" y="-603126"/>
            <a:ext cx="1727200" cy="369332"/>
          </a:xfrm>
          <a:prstGeom prst="rect">
            <a:avLst/>
          </a:prstGeom>
          <a:noFill/>
        </p:spPr>
        <p:txBody>
          <a:bodyPr wrap="square" rtlCol="0">
            <a:spAutoFit/>
          </a:bodyPr>
          <a:lstStyle/>
          <a:p>
            <a:pPr algn="ctr"/>
            <a:r>
              <a:rPr lang="en-US" altLang="zh-CN" dirty="0">
                <a:ln>
                  <a:noFill/>
                </a:ln>
                <a:noFill/>
                <a:cs typeface="思源黑体 CN Bold" panose="020B0800000000000000" charset="-122"/>
              </a:rPr>
              <a:t>By  </a:t>
            </a:r>
            <a:r>
              <a:rPr lang="en-US" altLang="zh-CN" dirty="0" err="1">
                <a:ln>
                  <a:noFill/>
                </a:ln>
                <a:noFill/>
                <a:cs typeface="思源黑体 CN Bold" panose="020B0800000000000000" charset="-122"/>
              </a:rPr>
              <a:t>Yushen</a:t>
            </a:r>
            <a:endParaRPr lang="zh-CN" altLang="en-US" dirty="0">
              <a:ln>
                <a:noFill/>
              </a:ln>
              <a:noFill/>
              <a:cs typeface="思源黑体 CN Bold" panose="020B0800000000000000" charset="-122"/>
            </a:endParaRPr>
          </a:p>
        </p:txBody>
      </p:sp>
      <p:grpSp>
        <p:nvGrpSpPr>
          <p:cNvPr id="13" name="宇神PPT-2"/>
          <p:cNvGrpSpPr/>
          <p:nvPr/>
        </p:nvGrpSpPr>
        <p:grpSpPr>
          <a:xfrm>
            <a:off x="1085560" y="1307329"/>
            <a:ext cx="10139681" cy="1634930"/>
            <a:chOff x="1085560" y="1339533"/>
            <a:chExt cx="10139681" cy="1634930"/>
          </a:xfrm>
        </p:grpSpPr>
        <p:sp>
          <p:nvSpPr>
            <p:cNvPr id="15" name="宇神PPT-2-1"/>
            <p:cNvSpPr txBox="1"/>
            <p:nvPr/>
          </p:nvSpPr>
          <p:spPr>
            <a:xfrm>
              <a:off x="1173480" y="1556166"/>
              <a:ext cx="3694997" cy="369332"/>
            </a:xfrm>
            <a:prstGeom prst="rect">
              <a:avLst/>
            </a:prstGeom>
            <a:noFill/>
          </p:spPr>
          <p:txBody>
            <a:bodyPr wrap="square" lIns="0" tIns="0" rIns="0" bIns="0" rtlCol="0">
              <a:spAutoFit/>
            </a:bodyPr>
            <a:lstStyle/>
            <a:p>
              <a:pPr>
                <a:defRPr/>
              </a:pPr>
              <a:r>
                <a:rPr lang="zh-CN" altLang="en-US" sz="2400" kern="0" dirty="0">
                  <a:gradFill>
                    <a:gsLst>
                      <a:gs pos="0">
                        <a:schemeClr val="accent1"/>
                      </a:gs>
                      <a:gs pos="100000">
                        <a:schemeClr val="accent2"/>
                      </a:gs>
                    </a:gsLst>
                    <a:lin ang="2700000" scaled="1"/>
                  </a:gradFill>
                  <a:latin typeface="思源黑体 CN Bold" panose="020B0800000000000000" charset="-122"/>
                  <a:ea typeface="思源黑体 CN Bold" panose="020B0800000000000000" charset="-122"/>
                  <a:sym typeface="思源黑体 CN Bold" panose="020B0800000000000000" charset="-122"/>
                </a:rPr>
                <a:t>出生富裕家庭</a:t>
              </a:r>
              <a:endParaRPr lang="zh-CN" altLang="en-US" sz="2400" kern="0" dirty="0">
                <a:gradFill>
                  <a:gsLst>
                    <a:gs pos="0">
                      <a:schemeClr val="accent1"/>
                    </a:gs>
                    <a:gs pos="100000">
                      <a:schemeClr val="accent2"/>
                    </a:gs>
                  </a:gsLst>
                  <a:lin ang="2700000" scaled="1"/>
                </a:gradFill>
                <a:latin typeface="思源黑体 CN Bold" panose="020B0800000000000000" charset="-122"/>
                <a:ea typeface="思源黑体 CN Bold" panose="020B0800000000000000" charset="-122"/>
                <a:sym typeface="思源黑体 CN Bold" panose="020B0800000000000000" charset="-122"/>
              </a:endParaRPr>
            </a:p>
          </p:txBody>
        </p:sp>
        <p:cxnSp>
          <p:nvCxnSpPr>
            <p:cNvPr id="16" name="宇神PPT-2-2"/>
            <p:cNvCxnSpPr/>
            <p:nvPr/>
          </p:nvCxnSpPr>
          <p:spPr>
            <a:xfrm>
              <a:off x="1210212" y="1339533"/>
              <a:ext cx="375920" cy="0"/>
            </a:xfrm>
            <a:prstGeom prst="line">
              <a:avLst/>
            </a:prstGeom>
            <a:noFill/>
            <a:ln w="38100" cap="rnd" cmpd="sng" algn="ctr">
              <a:solidFill>
                <a:schemeClr val="accent1"/>
              </a:solidFill>
              <a:prstDash val="solid"/>
              <a:miter lim="800000"/>
              <a:headEnd type="none" w="med" len="med"/>
              <a:tailEnd type="none" w="med" len="med"/>
            </a:ln>
            <a:effectLst/>
          </p:spPr>
        </p:cxnSp>
        <p:sp>
          <p:nvSpPr>
            <p:cNvPr id="17" name="宇神PPT-2-3"/>
            <p:cNvSpPr txBox="1"/>
            <p:nvPr/>
          </p:nvSpPr>
          <p:spPr>
            <a:xfrm>
              <a:off x="1085560" y="1959733"/>
              <a:ext cx="10139681" cy="1014730"/>
            </a:xfrm>
            <a:prstGeom prst="rect">
              <a:avLst/>
            </a:prstGeom>
            <a:noFill/>
          </p:spPr>
          <p:txBody>
            <a:bodyPr wrap="square" rtlCol="0">
              <a:spAutoFit/>
            </a:bodyPr>
            <a:lstStyle/>
            <a:p>
              <a:pPr marR="0" lvl="0" indent="508000" algn="l" defTabSz="914400" rtl="0" fontAlgn="auto">
                <a:lnSpc>
                  <a:spcPct val="150000"/>
                </a:lnSpc>
                <a:spcBef>
                  <a:spcPts val="0"/>
                </a:spcBef>
                <a:spcAft>
                  <a:spcPts val="0"/>
                </a:spcAft>
                <a:buClrTx/>
                <a:buSzTx/>
                <a:buFontTx/>
                <a:buNone/>
                <a:defRPr/>
                <a:extLst>
                  <a:ext uri="{35155182-B16C-46BC-9424-99874614C6A1}">
                    <wpsdc:indentchars xmlns:wpsdc="http://www.wps.cn/officeDocument/2017/drawingmlCustomData" val="200" checksum="282533468"/>
                  </a:ext>
                </a:extLst>
              </a:pPr>
              <a:r>
                <a:rPr kumimoji="0" lang="zh-CN" altLang="en-US"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sym typeface="思源黑体 CN Bold" panose="020B0800000000000000" charset="-122"/>
                </a:rPr>
                <a:t>由于是父母最小的儿子，泰戈尔被家人亲昵地叫做“拉比”，成为家庭中每个成员钟爱的孩子，但大家对他并不溺爱。</a:t>
              </a:r>
              <a:endParaRPr kumimoji="0" lang="zh-CN" altLang="en-US"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sym typeface="思源黑体 CN Bold" panose="020B0800000000000000" charset="-122"/>
              </a:endParaRPr>
            </a:p>
          </p:txBody>
        </p:sp>
      </p:grpSp>
      <p:grpSp>
        <p:nvGrpSpPr>
          <p:cNvPr id="52" name="宇神PPT-3"/>
          <p:cNvGrpSpPr/>
          <p:nvPr/>
        </p:nvGrpSpPr>
        <p:grpSpPr>
          <a:xfrm>
            <a:off x="472301" y="173243"/>
            <a:ext cx="3459398" cy="915132"/>
            <a:chOff x="7655386" y="1280673"/>
            <a:chExt cx="3459398" cy="915132"/>
          </a:xfrm>
        </p:grpSpPr>
        <p:grpSp>
          <p:nvGrpSpPr>
            <p:cNvPr id="53" name="组合 52"/>
            <p:cNvGrpSpPr/>
            <p:nvPr/>
          </p:nvGrpSpPr>
          <p:grpSpPr>
            <a:xfrm>
              <a:off x="8732602" y="1280673"/>
              <a:ext cx="2382182" cy="915132"/>
              <a:chOff x="8732602" y="1280673"/>
              <a:chExt cx="2382182" cy="915132"/>
            </a:xfrm>
          </p:grpSpPr>
          <p:sp>
            <p:nvSpPr>
              <p:cNvPr id="57" name="宇神PPT-3-1"/>
              <p:cNvSpPr txBox="1"/>
              <p:nvPr/>
            </p:nvSpPr>
            <p:spPr>
              <a:xfrm>
                <a:off x="8732602" y="1280673"/>
                <a:ext cx="848309" cy="769441"/>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rPr>
                  <a:t>01</a:t>
                </a:r>
                <a:endParaRPr kumimoji="0" lang="zh-CN" altLang="en-US" sz="4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58" name="宇神PPT-3-2"/>
              <p:cNvSpPr txBox="1"/>
              <p:nvPr/>
            </p:nvSpPr>
            <p:spPr>
              <a:xfrm>
                <a:off x="8811081" y="1918806"/>
                <a:ext cx="2303703" cy="276999"/>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Light" panose="020B0300000000000000" pitchFamily="34" charset="-122"/>
                    <a:ea typeface="思源黑体 CN Light" panose="020B0300000000000000" pitchFamily="34" charset="-122"/>
                    <a:cs typeface="+mn-ea"/>
                    <a:sym typeface="+mn-lt"/>
                  </a:rPr>
                  <a:t>AUTHOR PROFILE</a:t>
                </a:r>
                <a:endParaRPr kumimoji="0" lang="en-US" altLang="zh-CN" sz="12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Light" panose="020B0300000000000000" pitchFamily="34" charset="-122"/>
                  <a:ea typeface="思源黑体 CN Light" panose="020B0300000000000000" pitchFamily="34" charset="-122"/>
                  <a:cs typeface="+mn-ea"/>
                  <a:sym typeface="+mn-lt"/>
                </a:endParaRPr>
              </a:p>
            </p:txBody>
          </p:sp>
          <p:sp>
            <p:nvSpPr>
              <p:cNvPr id="59" name="宇神PPT-3-3"/>
              <p:cNvSpPr txBox="1"/>
              <p:nvPr/>
            </p:nvSpPr>
            <p:spPr>
              <a:xfrm>
                <a:off x="9677835" y="1463090"/>
                <a:ext cx="1415772" cy="46166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mn-ea"/>
                    <a:sym typeface="+mn-lt"/>
                  </a:rPr>
                  <a:t>作家简介</a:t>
                </a:r>
                <a:endParaRPr kumimoji="0" lang="zh-CN" altLang="en-US" sz="2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mn-ea"/>
                  <a:sym typeface="+mn-lt"/>
                </a:endParaRPr>
              </a:p>
            </p:txBody>
          </p:sp>
        </p:grpSp>
        <p:grpSp>
          <p:nvGrpSpPr>
            <p:cNvPr id="54" name="组合 53"/>
            <p:cNvGrpSpPr/>
            <p:nvPr/>
          </p:nvGrpSpPr>
          <p:grpSpPr>
            <a:xfrm>
              <a:off x="7655386" y="1327724"/>
              <a:ext cx="821030" cy="821030"/>
              <a:chOff x="7655386" y="1368425"/>
              <a:chExt cx="821030" cy="821030"/>
            </a:xfrm>
          </p:grpSpPr>
          <p:sp>
            <p:nvSpPr>
              <p:cNvPr id="55" name="宇神PPT-3-4"/>
              <p:cNvSpPr/>
              <p:nvPr/>
            </p:nvSpPr>
            <p:spPr>
              <a:xfrm>
                <a:off x="7833588" y="1578886"/>
                <a:ext cx="464626" cy="400108"/>
              </a:xfrm>
              <a:custGeom>
                <a:avLst/>
                <a:gdLst>
                  <a:gd name="connsiteX0" fmla="*/ 292030 w 457214"/>
                  <a:gd name="connsiteY0" fmla="*/ 101570 h 393726"/>
                  <a:gd name="connsiteX1" fmla="*/ 292030 w 457214"/>
                  <a:gd name="connsiteY1" fmla="*/ 368232 h 393726"/>
                  <a:gd name="connsiteX2" fmla="*/ 393643 w 457214"/>
                  <a:gd name="connsiteY2" fmla="*/ 368232 h 393726"/>
                  <a:gd name="connsiteX3" fmla="*/ 393643 w 457214"/>
                  <a:gd name="connsiteY3" fmla="*/ 114284 h 393726"/>
                  <a:gd name="connsiteX4" fmla="*/ 380929 w 457214"/>
                  <a:gd name="connsiteY4" fmla="*/ 101570 h 393726"/>
                  <a:gd name="connsiteX5" fmla="*/ 101581 w 457214"/>
                  <a:gd name="connsiteY5" fmla="*/ 88883 h 393726"/>
                  <a:gd name="connsiteX6" fmla="*/ 228557 w 457214"/>
                  <a:gd name="connsiteY6" fmla="*/ 88883 h 393726"/>
                  <a:gd name="connsiteX7" fmla="*/ 228557 w 457214"/>
                  <a:gd name="connsiteY7" fmla="*/ 114278 h 393726"/>
                  <a:gd name="connsiteX8" fmla="*/ 101581 w 457214"/>
                  <a:gd name="connsiteY8" fmla="*/ 114278 h 393726"/>
                  <a:gd name="connsiteX9" fmla="*/ 76186 w 457214"/>
                  <a:gd name="connsiteY9" fmla="*/ 25381 h 393726"/>
                  <a:gd name="connsiteX10" fmla="*/ 63472 w 457214"/>
                  <a:gd name="connsiteY10" fmla="*/ 38095 h 393726"/>
                  <a:gd name="connsiteX11" fmla="*/ 63472 w 457214"/>
                  <a:gd name="connsiteY11" fmla="*/ 368232 h 393726"/>
                  <a:gd name="connsiteX12" fmla="*/ 266650 w 457214"/>
                  <a:gd name="connsiteY12" fmla="*/ 368232 h 393726"/>
                  <a:gd name="connsiteX13" fmla="*/ 266650 w 457214"/>
                  <a:gd name="connsiteY13" fmla="*/ 38095 h 393726"/>
                  <a:gd name="connsiteX14" fmla="*/ 253937 w 457214"/>
                  <a:gd name="connsiteY14" fmla="*/ 25381 h 393726"/>
                  <a:gd name="connsiteX15" fmla="*/ 76186 w 457214"/>
                  <a:gd name="connsiteY15" fmla="*/ 0 h 393726"/>
                  <a:gd name="connsiteX16" fmla="*/ 253937 w 457214"/>
                  <a:gd name="connsiteY16" fmla="*/ 0 h 393726"/>
                  <a:gd name="connsiteX17" fmla="*/ 292030 w 457214"/>
                  <a:gd name="connsiteY17" fmla="*/ 38095 h 393726"/>
                  <a:gd name="connsiteX18" fmla="*/ 292030 w 457214"/>
                  <a:gd name="connsiteY18" fmla="*/ 76189 h 393726"/>
                  <a:gd name="connsiteX19" fmla="*/ 380929 w 457214"/>
                  <a:gd name="connsiteY19" fmla="*/ 76189 h 393726"/>
                  <a:gd name="connsiteX20" fmla="*/ 419022 w 457214"/>
                  <a:gd name="connsiteY20" fmla="*/ 114284 h 393726"/>
                  <a:gd name="connsiteX21" fmla="*/ 419022 w 457214"/>
                  <a:gd name="connsiteY21" fmla="*/ 368232 h 393726"/>
                  <a:gd name="connsiteX22" fmla="*/ 457214 w 457214"/>
                  <a:gd name="connsiteY22" fmla="*/ 368232 h 393726"/>
                  <a:gd name="connsiteX23" fmla="*/ 457214 w 457214"/>
                  <a:gd name="connsiteY23" fmla="*/ 393726 h 393726"/>
                  <a:gd name="connsiteX24" fmla="*/ 0 w 457214"/>
                  <a:gd name="connsiteY24" fmla="*/ 393726 h 393726"/>
                  <a:gd name="connsiteX25" fmla="*/ 0 w 457214"/>
                  <a:gd name="connsiteY25" fmla="*/ 368232 h 393726"/>
                  <a:gd name="connsiteX26" fmla="*/ 38093 w 457214"/>
                  <a:gd name="connsiteY26" fmla="*/ 368232 h 393726"/>
                  <a:gd name="connsiteX27" fmla="*/ 38093 w 457214"/>
                  <a:gd name="connsiteY27" fmla="*/ 38095 h 393726"/>
                  <a:gd name="connsiteX28" fmla="*/ 76186 w 457214"/>
                  <a:gd name="connsiteY28" fmla="*/ 0 h 393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57214" h="393726">
                    <a:moveTo>
                      <a:pt x="292030" y="101570"/>
                    </a:moveTo>
                    <a:lnTo>
                      <a:pt x="292030" y="368232"/>
                    </a:lnTo>
                    <a:lnTo>
                      <a:pt x="393643" y="368232"/>
                    </a:lnTo>
                    <a:lnTo>
                      <a:pt x="393643" y="114284"/>
                    </a:lnTo>
                    <a:cubicBezTo>
                      <a:pt x="393643" y="107284"/>
                      <a:pt x="387929" y="101570"/>
                      <a:pt x="380929" y="101570"/>
                    </a:cubicBezTo>
                    <a:close/>
                    <a:moveTo>
                      <a:pt x="101581" y="88883"/>
                    </a:moveTo>
                    <a:lnTo>
                      <a:pt x="228557" y="88883"/>
                    </a:lnTo>
                    <a:lnTo>
                      <a:pt x="228557" y="114278"/>
                    </a:lnTo>
                    <a:lnTo>
                      <a:pt x="101581" y="114278"/>
                    </a:lnTo>
                    <a:close/>
                    <a:moveTo>
                      <a:pt x="76186" y="25381"/>
                    </a:moveTo>
                    <a:cubicBezTo>
                      <a:pt x="69186" y="25381"/>
                      <a:pt x="63472" y="31095"/>
                      <a:pt x="63472" y="38095"/>
                    </a:cubicBezTo>
                    <a:lnTo>
                      <a:pt x="63472" y="368232"/>
                    </a:lnTo>
                    <a:lnTo>
                      <a:pt x="266650" y="368232"/>
                    </a:lnTo>
                    <a:lnTo>
                      <a:pt x="266650" y="38095"/>
                    </a:lnTo>
                    <a:cubicBezTo>
                      <a:pt x="266650" y="31095"/>
                      <a:pt x="260984" y="25381"/>
                      <a:pt x="253937" y="25381"/>
                    </a:cubicBezTo>
                    <a:close/>
                    <a:moveTo>
                      <a:pt x="76186" y="0"/>
                    </a:moveTo>
                    <a:lnTo>
                      <a:pt x="253937" y="0"/>
                    </a:lnTo>
                    <a:cubicBezTo>
                      <a:pt x="274983" y="0"/>
                      <a:pt x="292030" y="17047"/>
                      <a:pt x="292030" y="38095"/>
                    </a:cubicBezTo>
                    <a:lnTo>
                      <a:pt x="292030" y="76189"/>
                    </a:lnTo>
                    <a:lnTo>
                      <a:pt x="380929" y="76189"/>
                    </a:lnTo>
                    <a:cubicBezTo>
                      <a:pt x="401975" y="76189"/>
                      <a:pt x="419022" y="93237"/>
                      <a:pt x="419022" y="114284"/>
                    </a:cubicBezTo>
                    <a:lnTo>
                      <a:pt x="419022" y="368232"/>
                    </a:lnTo>
                    <a:lnTo>
                      <a:pt x="457214" y="368232"/>
                    </a:lnTo>
                    <a:lnTo>
                      <a:pt x="457214" y="393726"/>
                    </a:lnTo>
                    <a:lnTo>
                      <a:pt x="0" y="393726"/>
                    </a:lnTo>
                    <a:lnTo>
                      <a:pt x="0" y="368232"/>
                    </a:lnTo>
                    <a:lnTo>
                      <a:pt x="38093" y="368232"/>
                    </a:lnTo>
                    <a:lnTo>
                      <a:pt x="38093" y="38095"/>
                    </a:lnTo>
                    <a:cubicBezTo>
                      <a:pt x="38093" y="17047"/>
                      <a:pt x="55140" y="0"/>
                      <a:pt x="76186" y="0"/>
                    </a:cubicBezTo>
                    <a:close/>
                  </a:path>
                </a:pathLst>
              </a:custGeom>
              <a:gradFill>
                <a:gsLst>
                  <a:gs pos="100000">
                    <a:schemeClr val="accent2"/>
                  </a:gs>
                  <a:gs pos="0">
                    <a:schemeClr val="accent1"/>
                  </a:gs>
                </a:gsLst>
                <a:lin ang="27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56" name="宇神PPT-3-5"/>
              <p:cNvSpPr/>
              <p:nvPr/>
            </p:nvSpPr>
            <p:spPr>
              <a:xfrm>
                <a:off x="7655386" y="1368425"/>
                <a:ext cx="821030" cy="821030"/>
              </a:xfrm>
              <a:prstGeom prst="ellipse">
                <a:avLst/>
              </a:prstGeom>
              <a:noFill/>
              <a:ln w="19050">
                <a:gradFill>
                  <a:gsLst>
                    <a:gs pos="0">
                      <a:schemeClr val="accent1"/>
                    </a:gs>
                    <a:gs pos="100000">
                      <a:schemeClr val="accent2"/>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100000">
                        <a:schemeClr val="accent2"/>
                      </a:gs>
                      <a:gs pos="0">
                        <a:schemeClr val="accent1"/>
                      </a:gs>
                    </a:gsLst>
                    <a:lin ang="2700000" scaled="0"/>
                  </a:gradFill>
                </a:endParaRPr>
              </a:p>
            </p:txBody>
          </p:sp>
        </p:grpSp>
      </p:grpSp>
      <p:sp>
        <p:nvSpPr>
          <p:cNvPr id="60" name="宇神PPT-4"/>
          <p:cNvSpPr/>
          <p:nvPr/>
        </p:nvSpPr>
        <p:spPr>
          <a:xfrm>
            <a:off x="4056000" y="580009"/>
            <a:ext cx="8136000" cy="45719"/>
          </a:xfrm>
          <a:custGeom>
            <a:avLst/>
            <a:gdLst>
              <a:gd name="connsiteX0" fmla="*/ 0 w 4686857"/>
              <a:gd name="connsiteY0" fmla="*/ 0 h 20571"/>
              <a:gd name="connsiteX1" fmla="*/ 4686857 w 4686857"/>
              <a:gd name="connsiteY1" fmla="*/ 0 h 20571"/>
              <a:gd name="connsiteX2" fmla="*/ 4686857 w 4686857"/>
              <a:gd name="connsiteY2" fmla="*/ 20571 h 20571"/>
              <a:gd name="connsiteX3" fmla="*/ 0 w 4686857"/>
              <a:gd name="connsiteY3" fmla="*/ 20571 h 20571"/>
            </a:gdLst>
            <a:ahLst/>
            <a:cxnLst>
              <a:cxn ang="0">
                <a:pos x="connsiteX0" y="connsiteY0"/>
              </a:cxn>
              <a:cxn ang="0">
                <a:pos x="connsiteX1" y="connsiteY1"/>
              </a:cxn>
              <a:cxn ang="0">
                <a:pos x="connsiteX2" y="connsiteY2"/>
              </a:cxn>
              <a:cxn ang="0">
                <a:pos x="connsiteX3" y="connsiteY3"/>
              </a:cxn>
            </a:cxnLst>
            <a:rect l="l" t="t" r="r" b="b"/>
            <a:pathLst>
              <a:path w="4686857" h="20571">
                <a:moveTo>
                  <a:pt x="0" y="0"/>
                </a:moveTo>
                <a:lnTo>
                  <a:pt x="4686857" y="0"/>
                </a:lnTo>
                <a:lnTo>
                  <a:pt x="4686857" y="20571"/>
                </a:lnTo>
                <a:lnTo>
                  <a:pt x="0" y="20571"/>
                </a:lnTo>
                <a:close/>
              </a:path>
            </a:pathLst>
          </a:custGeom>
          <a:gradFill>
            <a:gsLst>
              <a:gs pos="100000">
                <a:schemeClr val="accent2"/>
              </a:gs>
              <a:gs pos="0">
                <a:schemeClr val="accent1"/>
              </a:gs>
            </a:gsLst>
            <a:lin ang="2700000" scaled="0"/>
          </a:gra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100000">
                    <a:srgbClr val="8C127D"/>
                  </a:gs>
                  <a:gs pos="0">
                    <a:srgbClr val="E56758"/>
                  </a:gs>
                </a:gsLst>
                <a:lin ang="2700000" scaled="0"/>
              </a:gra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5" name="宇神PPT-5"/>
          <p:cNvSpPr/>
          <p:nvPr/>
        </p:nvSpPr>
        <p:spPr>
          <a:xfrm>
            <a:off x="0" y="580009"/>
            <a:ext cx="348000" cy="45719"/>
          </a:xfrm>
          <a:custGeom>
            <a:avLst/>
            <a:gdLst>
              <a:gd name="connsiteX0" fmla="*/ 0 w 348000"/>
              <a:gd name="connsiteY0" fmla="*/ 0 h 45719"/>
              <a:gd name="connsiteX1" fmla="*/ 348000 w 348000"/>
              <a:gd name="connsiteY1" fmla="*/ 0 h 45719"/>
              <a:gd name="connsiteX2" fmla="*/ 348000 w 348000"/>
              <a:gd name="connsiteY2" fmla="*/ 45719 h 45719"/>
              <a:gd name="connsiteX3" fmla="*/ 0 w 34800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348000" h="45719">
                <a:moveTo>
                  <a:pt x="0" y="0"/>
                </a:moveTo>
                <a:lnTo>
                  <a:pt x="348000" y="0"/>
                </a:lnTo>
                <a:lnTo>
                  <a:pt x="348000" y="45719"/>
                </a:lnTo>
                <a:lnTo>
                  <a:pt x="0" y="45719"/>
                </a:lnTo>
                <a:close/>
              </a:path>
            </a:pathLst>
          </a:custGeom>
          <a:gradFill>
            <a:gsLst>
              <a:gs pos="100000">
                <a:schemeClr val="accent2"/>
              </a:gs>
              <a:gs pos="0">
                <a:schemeClr val="accent1"/>
              </a:gs>
            </a:gsLst>
            <a:lin ang="2700000" scaled="0"/>
          </a:gradFill>
          <a:ln w="3429"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100000">
                    <a:srgbClr val="8C127D"/>
                  </a:gs>
                  <a:gs pos="0">
                    <a:srgbClr val="E56758"/>
                  </a:gs>
                </a:gsLst>
                <a:lin ang="2700000" scaled="0"/>
              </a:gra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grpSp>
        <p:nvGrpSpPr>
          <p:cNvPr id="7" name="宇神PPT-6"/>
          <p:cNvGrpSpPr/>
          <p:nvPr>
            <p:custDataLst>
              <p:tags r:id="rId1"/>
            </p:custDataLst>
          </p:nvPr>
        </p:nvGrpSpPr>
        <p:grpSpPr>
          <a:xfrm>
            <a:off x="1009468" y="3050487"/>
            <a:ext cx="5006975" cy="3412610"/>
            <a:chOff x="1009468" y="2878323"/>
            <a:chExt cx="5006975" cy="3412610"/>
          </a:xfrm>
        </p:grpSpPr>
        <p:grpSp>
          <p:nvGrpSpPr>
            <p:cNvPr id="66" name="组合 65"/>
            <p:cNvGrpSpPr/>
            <p:nvPr/>
          </p:nvGrpSpPr>
          <p:grpSpPr>
            <a:xfrm>
              <a:off x="1009468" y="3237298"/>
              <a:ext cx="2365103" cy="3016091"/>
              <a:chOff x="1009468" y="3386026"/>
              <a:chExt cx="2365103" cy="3016091"/>
            </a:xfrm>
          </p:grpSpPr>
          <p:sp>
            <p:nvSpPr>
              <p:cNvPr id="38" name="宇神PPT-6-1"/>
              <p:cNvSpPr/>
              <p:nvPr>
                <p:custDataLst>
                  <p:tags r:id="rId2"/>
                </p:custDataLst>
              </p:nvPr>
            </p:nvSpPr>
            <p:spPr>
              <a:xfrm>
                <a:off x="1009468" y="3386026"/>
                <a:ext cx="2364740" cy="2549945"/>
              </a:xfrm>
              <a:prstGeom prst="roundRect">
                <a:avLst>
                  <a:gd name="adj" fmla="val 5370"/>
                </a:avLst>
              </a:prstGeom>
              <a:noFill/>
              <a:ln w="12700" cap="flat" cmpd="sng" algn="ctr">
                <a:solidFill>
                  <a:schemeClr val="accent1"/>
                </a:solidFill>
                <a:prstDash val="solid"/>
                <a:miter lim="800000"/>
                <a:headEnd type="none" w="med" len="med"/>
                <a:tailEnd type="none" w="med" len="med"/>
              </a:ln>
              <a:effectLst>
                <a:outerShdw blurRad="127000" dist="38100" dir="2700000" algn="tl" rotWithShape="0">
                  <a:schemeClr val="accent2"/>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sym typeface="思源黑体 CN Bold" panose="020B0800000000000000" charset="-122"/>
                </a:endParaRPr>
              </a:p>
            </p:txBody>
          </p:sp>
          <p:grpSp>
            <p:nvGrpSpPr>
              <p:cNvPr id="62" name="组合 61"/>
              <p:cNvGrpSpPr/>
              <p:nvPr/>
            </p:nvGrpSpPr>
            <p:grpSpPr>
              <a:xfrm>
                <a:off x="1080316" y="3549062"/>
                <a:ext cx="2294255" cy="2853055"/>
                <a:chOff x="1080316" y="3549062"/>
                <a:chExt cx="2294255" cy="2853055"/>
              </a:xfrm>
            </p:grpSpPr>
            <p:sp>
              <p:nvSpPr>
                <p:cNvPr id="39" name="宇神PPT-6-2"/>
                <p:cNvSpPr txBox="1"/>
                <p:nvPr>
                  <p:custDataLst>
                    <p:tags r:id="rId3"/>
                  </p:custDataLst>
                </p:nvPr>
              </p:nvSpPr>
              <p:spPr>
                <a:xfrm>
                  <a:off x="1161596" y="3549062"/>
                  <a:ext cx="1120231" cy="523220"/>
                </a:xfrm>
                <a:prstGeom prst="rect">
                  <a:avLst/>
                </a:prstGeom>
                <a:noFill/>
              </p:spPr>
              <p:txBody>
                <a:bodyPr wrap="square" rtlCol="0">
                  <a:spAutoFit/>
                </a:bodyPr>
                <a:lstStyle/>
                <a:p>
                  <a:pPr>
                    <a:defRPr/>
                  </a:pPr>
                  <a:r>
                    <a:rPr lang="zh-CN" altLang="en-US" sz="2800" kern="0" dirty="0">
                      <a:gradFill>
                        <a:gsLst>
                          <a:gs pos="0">
                            <a:schemeClr val="accent1"/>
                          </a:gs>
                          <a:gs pos="100000">
                            <a:schemeClr val="accent2"/>
                          </a:gs>
                        </a:gsLst>
                        <a:lin ang="2700000" scaled="1"/>
                      </a:gradFill>
                      <a:latin typeface="思源黑体 CN Bold" panose="020B0800000000000000" charset="-122"/>
                      <a:ea typeface="思源黑体 CN Bold" panose="020B0800000000000000" charset="-122"/>
                      <a:sym typeface="思源黑体 CN Bold" panose="020B0800000000000000" charset="-122"/>
                    </a:rPr>
                    <a:t>儿时</a:t>
                  </a:r>
                  <a:endParaRPr lang="zh-CN" altLang="en-US" sz="2800" kern="0" dirty="0">
                    <a:gradFill>
                      <a:gsLst>
                        <a:gs pos="0">
                          <a:schemeClr val="accent1"/>
                        </a:gs>
                        <a:gs pos="100000">
                          <a:schemeClr val="accent2"/>
                        </a:gs>
                      </a:gsLst>
                      <a:lin ang="2700000" scaled="1"/>
                    </a:gradFill>
                    <a:latin typeface="思源黑体 CN Bold" panose="020B0800000000000000" charset="-122"/>
                    <a:ea typeface="思源黑体 CN Bold" panose="020B0800000000000000" charset="-122"/>
                    <a:sym typeface="思源黑体 CN Bold" panose="020B0800000000000000" charset="-122"/>
                  </a:endParaRPr>
                </a:p>
              </p:txBody>
            </p:sp>
            <p:sp>
              <p:nvSpPr>
                <p:cNvPr id="40" name="宇神PPT-6-3"/>
                <p:cNvSpPr txBox="1"/>
                <p:nvPr>
                  <p:custDataLst>
                    <p:tags r:id="rId4"/>
                  </p:custDataLst>
                </p:nvPr>
              </p:nvSpPr>
              <p:spPr>
                <a:xfrm>
                  <a:off x="1080316" y="3996737"/>
                  <a:ext cx="2294255" cy="2405380"/>
                </a:xfrm>
                <a:prstGeom prst="rect">
                  <a:avLst/>
                </a:prstGeom>
                <a:noFill/>
              </p:spPr>
              <p:txBody>
                <a:bodyPr wrap="square" rtlCol="0">
                  <a:no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lumMod val="0"/>
                        </a:schemeClr>
                      </a:solidFill>
                      <a:uLnTx/>
                      <a:uFillTx/>
                      <a:latin typeface="思源黑体 CN Light" panose="020B0300000000000000" pitchFamily="34" charset="-122"/>
                      <a:ea typeface="思源黑体 CN Light" panose="020B0300000000000000" pitchFamily="34" charset="-122"/>
                      <a:cs typeface="思源黑体 CN Bold" panose="020B0800000000000000" charset="-122"/>
                      <a:sym typeface="思源黑体 CN Bold" panose="020B0800000000000000" charset="-122"/>
                    </a:rPr>
                    <a:t>小拉比在加尔各答先后进过四所学校，虽然他对这四所学校都不喜欢，但他在长兄和姐姐的监督下受到良好的教育。 </a:t>
                  </a:r>
                  <a:endParaRPr kumimoji="0" lang="zh-CN" altLang="en-US" sz="1600" b="0" i="0" u="none" strike="noStrike" kern="1200" cap="none" spc="0" normalizeH="0" baseline="0" noProof="0" dirty="0">
                    <a:ln>
                      <a:noFill/>
                    </a:ln>
                    <a:solidFill>
                      <a:schemeClr val="accent1">
                        <a:lumMod val="0"/>
                      </a:schemeClr>
                    </a:solidFill>
                    <a:uLnTx/>
                    <a:uFillTx/>
                    <a:latin typeface="思源黑体 CN Light" panose="020B0300000000000000" pitchFamily="34" charset="-122"/>
                    <a:ea typeface="思源黑体 CN Light" panose="020B0300000000000000" pitchFamily="34" charset="-122"/>
                    <a:cs typeface="思源黑体 CN Bold" panose="020B0800000000000000" charset="-122"/>
                    <a:sym typeface="思源黑体 CN Bold" panose="020B0800000000000000" charset="-122"/>
                  </a:endParaRPr>
                </a:p>
              </p:txBody>
            </p:sp>
          </p:grpSp>
        </p:grpSp>
        <p:grpSp>
          <p:nvGrpSpPr>
            <p:cNvPr id="64" name="组合 63"/>
            <p:cNvGrpSpPr/>
            <p:nvPr/>
          </p:nvGrpSpPr>
          <p:grpSpPr>
            <a:xfrm>
              <a:off x="3584393" y="3740988"/>
              <a:ext cx="2432050" cy="2549945"/>
              <a:chOff x="3584393" y="3740988"/>
              <a:chExt cx="2432050" cy="2549945"/>
            </a:xfrm>
          </p:grpSpPr>
          <p:sp>
            <p:nvSpPr>
              <p:cNvPr id="33" name="宇神PPT-6-4"/>
              <p:cNvSpPr/>
              <p:nvPr>
                <p:custDataLst>
                  <p:tags r:id="rId5"/>
                </p:custDataLst>
              </p:nvPr>
            </p:nvSpPr>
            <p:spPr>
              <a:xfrm>
                <a:off x="3584393" y="3740988"/>
                <a:ext cx="2364740" cy="2549945"/>
              </a:xfrm>
              <a:prstGeom prst="roundRect">
                <a:avLst>
                  <a:gd name="adj" fmla="val 5639"/>
                </a:avLst>
              </a:prstGeom>
              <a:noFill/>
              <a:ln w="12700" cap="flat" cmpd="sng" algn="ctr">
                <a:solidFill>
                  <a:schemeClr val="tx1">
                    <a:lumMod val="50000"/>
                    <a:lumOff val="50000"/>
                  </a:schemeClr>
                </a:solidFill>
                <a:prstDash val="solid"/>
                <a:miter lim="800000"/>
                <a:headEnd type="none" w="med" len="med"/>
                <a:tailEnd type="none" w="med" len="med"/>
              </a:ln>
              <a:effectLst>
                <a:outerShdw blurRad="127000" dist="38100" dir="2700000" algn="tl" rotWithShape="0">
                  <a:schemeClr val="accent6">
                    <a:alpha val="30000"/>
                  </a:scheme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sym typeface="思源黑体 CN Bold" panose="020B0800000000000000" charset="-122"/>
                </a:endParaRPr>
              </a:p>
            </p:txBody>
          </p:sp>
          <p:sp>
            <p:nvSpPr>
              <p:cNvPr id="34" name="宇神PPT-6-5"/>
              <p:cNvSpPr txBox="1"/>
              <p:nvPr>
                <p:custDataLst>
                  <p:tags r:id="rId6"/>
                </p:custDataLst>
              </p:nvPr>
            </p:nvSpPr>
            <p:spPr>
              <a:xfrm>
                <a:off x="4392204" y="4092860"/>
                <a:ext cx="1332950" cy="523220"/>
              </a:xfrm>
              <a:prstGeom prst="rect">
                <a:avLst/>
              </a:prstGeom>
              <a:noFill/>
            </p:spPr>
            <p:txBody>
              <a:bodyPr wrap="square" rtlCol="0">
                <a:spAutoFit/>
              </a:bodyPr>
              <a:lstStyle>
                <a:defPPr>
                  <a:defRPr lang="zh-CN"/>
                </a:defPPr>
                <a:lvl1pPr>
                  <a:defRPr sz="2400" kern="0">
                    <a:gradFill>
                      <a:gsLst>
                        <a:gs pos="0">
                          <a:schemeClr val="accent1"/>
                        </a:gs>
                        <a:gs pos="100000">
                          <a:schemeClr val="accent2"/>
                        </a:gs>
                      </a:gsLst>
                      <a:lin ang="2700000" scaled="1"/>
                    </a:gradFill>
                    <a:latin typeface="思源黑体 CN Bold" panose="020B0800000000000000" charset="-122"/>
                    <a:ea typeface="思源黑体 CN Bold" panose="020B0800000000000000" charset="-122"/>
                  </a:defRPr>
                </a:lvl1pPr>
              </a:lstStyle>
              <a:p>
                <a:pPr algn="r"/>
                <a:r>
                  <a:rPr lang="zh-CN" altLang="en-US" sz="2800" dirty="0">
                    <a:solidFill>
                      <a:schemeClr val="tx1">
                        <a:lumMod val="50000"/>
                        <a:lumOff val="50000"/>
                      </a:schemeClr>
                    </a:solidFill>
                    <a:sym typeface="思源黑体 CN Bold" panose="020B0800000000000000" charset="-122"/>
                  </a:rPr>
                  <a:t>学习</a:t>
                </a:r>
                <a:endParaRPr lang="zh-CN" altLang="en-US" sz="2800" dirty="0">
                  <a:solidFill>
                    <a:schemeClr val="tx1">
                      <a:lumMod val="50000"/>
                      <a:lumOff val="50000"/>
                    </a:schemeClr>
                  </a:solidFill>
                  <a:sym typeface="思源黑体 CN Bold" panose="020B0800000000000000" charset="-122"/>
                </a:endParaRPr>
              </a:p>
            </p:txBody>
          </p:sp>
          <p:sp>
            <p:nvSpPr>
              <p:cNvPr id="35" name="宇神PPT-6-6"/>
              <p:cNvSpPr txBox="1"/>
              <p:nvPr>
                <p:custDataLst>
                  <p:tags r:id="rId7"/>
                </p:custDataLst>
              </p:nvPr>
            </p:nvSpPr>
            <p:spPr>
              <a:xfrm>
                <a:off x="3629478" y="4571568"/>
                <a:ext cx="2386965" cy="156845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lumMod val="0"/>
                      </a:schemeClr>
                    </a:solidFill>
                    <a:uLnTx/>
                    <a:uFillTx/>
                    <a:latin typeface="思源黑体 CN Light" panose="020B0300000000000000" pitchFamily="34" charset="-122"/>
                    <a:ea typeface="思源黑体 CN Light" panose="020B0300000000000000" pitchFamily="34" charset="-122"/>
                    <a:cs typeface="思源黑体 CN Bold" panose="020B0800000000000000" charset="-122"/>
                    <a:sym typeface="思源黑体 CN Bold" panose="020B0800000000000000" charset="-122"/>
                  </a:rPr>
                  <a:t>泰戈尔在文学方面的修养首先来自家庭环境的熏陶，他进过东方学院、师范学院和孟加拉学院。</a:t>
                </a:r>
                <a:endParaRPr kumimoji="0" lang="zh-CN" altLang="en-US" sz="1600" b="0" i="0" u="none" strike="noStrike" kern="1200" cap="none" spc="0" normalizeH="0" baseline="0" noProof="0" dirty="0">
                  <a:ln>
                    <a:noFill/>
                  </a:ln>
                  <a:solidFill>
                    <a:schemeClr val="accent1">
                      <a:lumMod val="0"/>
                    </a:schemeClr>
                  </a:solidFill>
                  <a:uLnTx/>
                  <a:uFillTx/>
                  <a:latin typeface="思源黑体 CN Light" panose="020B0300000000000000" pitchFamily="34" charset="-122"/>
                  <a:ea typeface="思源黑体 CN Light" panose="020B0300000000000000" pitchFamily="34" charset="-122"/>
                  <a:cs typeface="思源黑体 CN Bold" panose="020B0800000000000000" charset="-122"/>
                  <a:sym typeface="思源黑体 CN Bold" panose="020B0800000000000000" charset="-122"/>
                </a:endParaRPr>
              </a:p>
            </p:txBody>
          </p:sp>
        </p:grpSp>
        <p:pic>
          <p:nvPicPr>
            <p:cNvPr id="4" name="宇神PPT-6-7" descr="图标&#10;&#10;描述已自动生成"/>
            <p:cNvPicPr>
              <a:picLocks noChangeAspect="1"/>
            </p:cNvPicPr>
            <p:nvPr>
              <p:custDataLst>
                <p:tags r:id="rId8"/>
              </p:custDataLst>
            </p:nvPr>
          </p:nvPicPr>
          <p:blipFill>
            <a:blip r:embed="rId9" cstate="print">
              <a:extLst>
                <a:ext uri="{28A0092B-C50C-407E-A947-70E740481C1C}">
                  <a14:useLocalDpi xmlns:a14="http://schemas.microsoft.com/office/drawing/2010/main" val="0"/>
                </a:ext>
              </a:extLst>
            </a:blip>
            <a:stretch>
              <a:fillRect/>
            </a:stretch>
          </p:blipFill>
          <p:spPr>
            <a:xfrm flipH="1">
              <a:off x="2641529" y="2878323"/>
              <a:ext cx="1867350" cy="1099533"/>
            </a:xfrm>
            <a:prstGeom prst="rect">
              <a:avLst/>
            </a:prstGeom>
          </p:spPr>
        </p:pic>
      </p:grpSp>
      <p:grpSp>
        <p:nvGrpSpPr>
          <p:cNvPr id="8" name="宇神PPT-7"/>
          <p:cNvGrpSpPr/>
          <p:nvPr>
            <p:custDataLst>
              <p:tags r:id="rId10"/>
            </p:custDataLst>
          </p:nvPr>
        </p:nvGrpSpPr>
        <p:grpSpPr>
          <a:xfrm>
            <a:off x="6159318" y="3248156"/>
            <a:ext cx="5058410" cy="3325646"/>
            <a:chOff x="6159318" y="3075992"/>
            <a:chExt cx="5058410" cy="3325646"/>
          </a:xfrm>
        </p:grpSpPr>
        <p:grpSp>
          <p:nvGrpSpPr>
            <p:cNvPr id="65" name="组合 64"/>
            <p:cNvGrpSpPr/>
            <p:nvPr/>
          </p:nvGrpSpPr>
          <p:grpSpPr>
            <a:xfrm>
              <a:off x="6159318" y="3237298"/>
              <a:ext cx="2405617" cy="2557030"/>
              <a:chOff x="6159318" y="3386026"/>
              <a:chExt cx="2405617" cy="2557030"/>
            </a:xfrm>
          </p:grpSpPr>
          <p:sp>
            <p:nvSpPr>
              <p:cNvPr id="28" name="宇神PPT-7-1"/>
              <p:cNvSpPr/>
              <p:nvPr>
                <p:custDataLst>
                  <p:tags r:id="rId11"/>
                </p:custDataLst>
              </p:nvPr>
            </p:nvSpPr>
            <p:spPr>
              <a:xfrm>
                <a:off x="6159318" y="3386026"/>
                <a:ext cx="2364740" cy="2549945"/>
              </a:xfrm>
              <a:prstGeom prst="roundRect">
                <a:avLst>
                  <a:gd name="adj" fmla="val 6068"/>
                </a:avLst>
              </a:prstGeom>
              <a:noFill/>
              <a:ln w="12700" cap="flat" cmpd="sng" algn="ctr">
                <a:solidFill>
                  <a:schemeClr val="accent1"/>
                </a:solidFill>
                <a:prstDash val="solid"/>
                <a:miter lim="800000"/>
                <a:headEnd type="none" w="med" len="med"/>
                <a:tailEnd type="none" w="med" len="med"/>
              </a:ln>
              <a:effectLst>
                <a:outerShdw blurRad="127000" dist="38100" dir="2700000" algn="tl" rotWithShape="0">
                  <a:schemeClr val="accent2"/>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sym typeface="思源黑体 CN Bold" panose="020B0800000000000000" charset="-122"/>
                </a:endParaRPr>
              </a:p>
            </p:txBody>
          </p:sp>
          <p:sp>
            <p:nvSpPr>
              <p:cNvPr id="29" name="宇神PPT-7-2"/>
              <p:cNvSpPr txBox="1"/>
              <p:nvPr>
                <p:custDataLst>
                  <p:tags r:id="rId12"/>
                </p:custDataLst>
              </p:nvPr>
            </p:nvSpPr>
            <p:spPr>
              <a:xfrm>
                <a:off x="6309456" y="3834617"/>
                <a:ext cx="1120231" cy="523220"/>
              </a:xfrm>
              <a:prstGeom prst="rect">
                <a:avLst/>
              </a:prstGeom>
              <a:noFill/>
            </p:spPr>
            <p:txBody>
              <a:bodyPr wrap="square" rtlCol="0">
                <a:spAutoFit/>
              </a:bodyPr>
              <a:lstStyle/>
              <a:p>
                <a:pPr>
                  <a:defRPr/>
                </a:pPr>
                <a:r>
                  <a:rPr lang="zh-CN" altLang="en-US" sz="2800" kern="0" dirty="0">
                    <a:gradFill>
                      <a:gsLst>
                        <a:gs pos="0">
                          <a:schemeClr val="accent1"/>
                        </a:gs>
                        <a:gs pos="100000">
                          <a:schemeClr val="accent2"/>
                        </a:gs>
                      </a:gsLst>
                      <a:lin ang="2700000" scaled="1"/>
                    </a:gradFill>
                    <a:latin typeface="思源黑体 CN Bold" panose="020B0800000000000000" charset="-122"/>
                    <a:ea typeface="思源黑体 CN Bold" panose="020B0800000000000000" charset="-122"/>
                    <a:sym typeface="思源黑体 CN Bold" panose="020B0800000000000000" charset="-122"/>
                  </a:rPr>
                  <a:t>性格</a:t>
                </a:r>
                <a:endParaRPr lang="zh-CN" altLang="en-US" sz="2800" kern="0" dirty="0">
                  <a:gradFill>
                    <a:gsLst>
                      <a:gs pos="0">
                        <a:schemeClr val="accent1"/>
                      </a:gs>
                      <a:gs pos="100000">
                        <a:schemeClr val="accent2"/>
                      </a:gs>
                    </a:gsLst>
                    <a:lin ang="2700000" scaled="1"/>
                  </a:gradFill>
                  <a:latin typeface="思源黑体 CN Bold" panose="020B0800000000000000" charset="-122"/>
                  <a:ea typeface="思源黑体 CN Bold" panose="020B0800000000000000" charset="-122"/>
                  <a:sym typeface="思源黑体 CN Bold" panose="020B0800000000000000" charset="-122"/>
                </a:endParaRPr>
              </a:p>
            </p:txBody>
          </p:sp>
          <p:sp>
            <p:nvSpPr>
              <p:cNvPr id="30" name="宇神PPT-7-3"/>
              <p:cNvSpPr txBox="1"/>
              <p:nvPr>
                <p:custDataLst>
                  <p:tags r:id="rId13"/>
                </p:custDataLst>
              </p:nvPr>
            </p:nvSpPr>
            <p:spPr>
              <a:xfrm>
                <a:off x="6226230" y="4381706"/>
                <a:ext cx="2338705" cy="156135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lumMod val="0"/>
                      </a:schemeClr>
                    </a:solidFill>
                    <a:uLnTx/>
                    <a:uFillTx/>
                    <a:latin typeface="思源黑体 CN Light" panose="020B0300000000000000" pitchFamily="34" charset="-122"/>
                    <a:ea typeface="思源黑体 CN Light" panose="020B0300000000000000" pitchFamily="34" charset="-122"/>
                    <a:cs typeface="思源黑体 CN Bold" panose="020B0800000000000000" charset="-122"/>
                    <a:sym typeface="思源黑体 CN Bold" panose="020B0800000000000000" charset="-122"/>
                  </a:rPr>
                  <a:t>但是他生性自由，厌恶刻板的学校生活，没有完成学校的正规学习课程。</a:t>
                </a:r>
                <a:endParaRPr kumimoji="0" lang="zh-CN" altLang="en-US" sz="1600" b="0" i="0" u="none" strike="noStrike" kern="1200" cap="none" spc="0" normalizeH="0" baseline="0" noProof="0" dirty="0">
                  <a:ln>
                    <a:noFill/>
                  </a:ln>
                  <a:solidFill>
                    <a:schemeClr val="accent1">
                      <a:lumMod val="0"/>
                    </a:schemeClr>
                  </a:solidFill>
                  <a:uLnTx/>
                  <a:uFillTx/>
                  <a:latin typeface="思源黑体 CN Light" panose="020B0300000000000000" pitchFamily="34" charset="-122"/>
                  <a:ea typeface="思源黑体 CN Light" panose="020B0300000000000000" pitchFamily="34" charset="-122"/>
                  <a:cs typeface="思源黑体 CN Bold" panose="020B0800000000000000" charset="-122"/>
                  <a:sym typeface="思源黑体 CN Bold" panose="020B0800000000000000" charset="-122"/>
                </a:endParaRPr>
              </a:p>
            </p:txBody>
          </p:sp>
        </p:grpSp>
        <p:grpSp>
          <p:nvGrpSpPr>
            <p:cNvPr id="63" name="组合 62"/>
            <p:cNvGrpSpPr/>
            <p:nvPr/>
          </p:nvGrpSpPr>
          <p:grpSpPr>
            <a:xfrm>
              <a:off x="8734243" y="3740988"/>
              <a:ext cx="2483485" cy="2660650"/>
              <a:chOff x="8734243" y="3740988"/>
              <a:chExt cx="2483485" cy="2660650"/>
            </a:xfrm>
          </p:grpSpPr>
          <p:sp>
            <p:nvSpPr>
              <p:cNvPr id="23" name="宇神PPT-7-4"/>
              <p:cNvSpPr/>
              <p:nvPr>
                <p:custDataLst>
                  <p:tags r:id="rId14"/>
                </p:custDataLst>
              </p:nvPr>
            </p:nvSpPr>
            <p:spPr>
              <a:xfrm>
                <a:off x="8734243" y="3740988"/>
                <a:ext cx="2364740" cy="2549945"/>
              </a:xfrm>
              <a:prstGeom prst="roundRect">
                <a:avLst>
                  <a:gd name="adj" fmla="val 6068"/>
                </a:avLst>
              </a:prstGeom>
              <a:noFill/>
              <a:ln w="12700" cap="flat" cmpd="sng" algn="ctr">
                <a:solidFill>
                  <a:schemeClr val="tx1">
                    <a:lumMod val="50000"/>
                    <a:lumOff val="50000"/>
                  </a:schemeClr>
                </a:solidFill>
                <a:prstDash val="solid"/>
                <a:miter lim="800000"/>
                <a:headEnd type="none" w="med" len="med"/>
                <a:tailEnd type="none" w="med" len="med"/>
              </a:ln>
              <a:effectLst>
                <a:outerShdw blurRad="127000" dist="38100" dir="2700000" algn="tl" rotWithShape="0">
                  <a:schemeClr val="accent6">
                    <a:alpha val="30000"/>
                  </a:scheme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sym typeface="思源黑体 CN Bold" panose="020B0800000000000000" charset="-122"/>
                </a:endParaRPr>
              </a:p>
            </p:txBody>
          </p:sp>
          <p:sp>
            <p:nvSpPr>
              <p:cNvPr id="24" name="宇神PPT-7-5"/>
              <p:cNvSpPr txBox="1"/>
              <p:nvPr>
                <p:custDataLst>
                  <p:tags r:id="rId15"/>
                </p:custDataLst>
              </p:nvPr>
            </p:nvSpPr>
            <p:spPr>
              <a:xfrm>
                <a:off x="9560560" y="3961415"/>
                <a:ext cx="1332950" cy="523220"/>
              </a:xfrm>
              <a:prstGeom prst="rect">
                <a:avLst/>
              </a:prstGeom>
              <a:noFill/>
            </p:spPr>
            <p:txBody>
              <a:bodyPr wrap="square" rtlCol="0">
                <a:spAutoFit/>
              </a:bodyPr>
              <a:lstStyle>
                <a:defPPr>
                  <a:defRPr lang="zh-CN"/>
                </a:defPPr>
                <a:lvl1pPr>
                  <a:defRPr sz="2400" kern="0">
                    <a:gradFill>
                      <a:gsLst>
                        <a:gs pos="0">
                          <a:schemeClr val="accent1"/>
                        </a:gs>
                        <a:gs pos="100000">
                          <a:schemeClr val="accent2"/>
                        </a:gs>
                      </a:gsLst>
                      <a:lin ang="2700000" scaled="1"/>
                    </a:gradFill>
                    <a:latin typeface="思源黑体 CN Bold" panose="020B0800000000000000" charset="-122"/>
                    <a:ea typeface="思源黑体 CN Bold" panose="020B0800000000000000" charset="-122"/>
                  </a:defRPr>
                </a:lvl1pPr>
              </a:lstStyle>
              <a:p>
                <a:pPr algn="r"/>
                <a:r>
                  <a:rPr lang="zh-CN" altLang="en-US" sz="2800" dirty="0">
                    <a:solidFill>
                      <a:schemeClr val="tx1">
                        <a:lumMod val="50000"/>
                        <a:lumOff val="50000"/>
                      </a:schemeClr>
                    </a:solidFill>
                    <a:sym typeface="思源黑体 CN Bold" panose="020B0800000000000000" charset="-122"/>
                  </a:rPr>
                  <a:t>创作</a:t>
                </a:r>
                <a:endParaRPr lang="zh-CN" altLang="en-US" sz="2800" dirty="0">
                  <a:solidFill>
                    <a:schemeClr val="tx1">
                      <a:lumMod val="50000"/>
                      <a:lumOff val="50000"/>
                    </a:schemeClr>
                  </a:solidFill>
                  <a:sym typeface="思源黑体 CN Bold" panose="020B0800000000000000" charset="-122"/>
                </a:endParaRPr>
              </a:p>
            </p:txBody>
          </p:sp>
          <p:sp>
            <p:nvSpPr>
              <p:cNvPr id="25" name="宇神PPT-7-6"/>
              <p:cNvSpPr txBox="1"/>
              <p:nvPr>
                <p:custDataLst>
                  <p:tags r:id="rId16"/>
                </p:custDataLst>
              </p:nvPr>
            </p:nvSpPr>
            <p:spPr>
              <a:xfrm>
                <a:off x="8828858" y="4398213"/>
                <a:ext cx="2388870" cy="2003425"/>
              </a:xfrm>
              <a:prstGeom prst="rect">
                <a:avLst/>
              </a:prstGeom>
              <a:noFill/>
            </p:spPr>
            <p:txBody>
              <a:bodyPr wrap="square" rtlCol="0">
                <a:no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lumMod val="0"/>
                      </a:schemeClr>
                    </a:solidFill>
                    <a:uLnTx/>
                    <a:uFillTx/>
                    <a:latin typeface="思源黑体 CN Light" panose="020B0300000000000000" pitchFamily="34" charset="-122"/>
                    <a:ea typeface="思源黑体 CN Light" panose="020B0300000000000000" pitchFamily="34" charset="-122"/>
                    <a:cs typeface="思源黑体 CN Bold" panose="020B0800000000000000" charset="-122"/>
                    <a:sym typeface="思源黑体 CN Bold" panose="020B0800000000000000" charset="-122"/>
                  </a:rPr>
                  <a:t>他从小就醉心于诗歌创作，从</a:t>
                </a:r>
                <a:r>
                  <a:rPr kumimoji="0" lang="en-US" altLang="zh-CN" sz="1600" b="0" i="0" u="none" strike="noStrike" kern="1200" cap="none" spc="0" normalizeH="0" baseline="0" noProof="0" dirty="0">
                    <a:ln>
                      <a:noFill/>
                    </a:ln>
                    <a:solidFill>
                      <a:schemeClr val="accent1">
                        <a:lumMod val="0"/>
                      </a:schemeClr>
                    </a:solidFill>
                    <a:uLnTx/>
                    <a:uFillTx/>
                    <a:latin typeface="思源黑体 CN Light" panose="020B0300000000000000" pitchFamily="34" charset="-122"/>
                    <a:ea typeface="思源黑体 CN Light" panose="020B0300000000000000" pitchFamily="34" charset="-122"/>
                    <a:cs typeface="思源黑体 CN Bold" panose="020B0800000000000000" charset="-122"/>
                    <a:sym typeface="思源黑体 CN Bold" panose="020B0800000000000000" charset="-122"/>
                  </a:rPr>
                  <a:t>13</a:t>
                </a:r>
                <a:r>
                  <a:rPr kumimoji="0" lang="zh-CN" altLang="en-US" sz="1600" b="0" i="0" u="none" strike="noStrike" kern="1200" cap="none" spc="0" normalizeH="0" baseline="0" noProof="0" dirty="0">
                    <a:ln>
                      <a:noFill/>
                    </a:ln>
                    <a:solidFill>
                      <a:schemeClr val="accent1">
                        <a:lumMod val="0"/>
                      </a:schemeClr>
                    </a:solidFill>
                    <a:uLnTx/>
                    <a:uFillTx/>
                    <a:latin typeface="思源黑体 CN Light" panose="020B0300000000000000" pitchFamily="34" charset="-122"/>
                    <a:ea typeface="思源黑体 CN Light" panose="020B0300000000000000" pitchFamily="34" charset="-122"/>
                    <a:cs typeface="思源黑体 CN Bold" panose="020B0800000000000000" charset="-122"/>
                    <a:sym typeface="思源黑体 CN Bold" panose="020B0800000000000000" charset="-122"/>
                  </a:rPr>
                  <a:t>岁起就开始写诗，诗中洋溢着反对殖民主义和热爱祖国的情绪。</a:t>
                </a:r>
                <a:endParaRPr kumimoji="0" lang="en-US" altLang="zh-CN" sz="1600" b="0" i="0" u="none" strike="noStrike" kern="1200" cap="none" spc="0" normalizeH="0" baseline="0" noProof="0" dirty="0">
                  <a:ln>
                    <a:noFill/>
                  </a:ln>
                  <a:solidFill>
                    <a:schemeClr val="accent1">
                      <a:lumMod val="0"/>
                    </a:schemeClr>
                  </a:solidFill>
                  <a:uLnTx/>
                  <a:uFillTx/>
                  <a:latin typeface="思源黑体 CN Light" panose="020B0300000000000000" pitchFamily="34" charset="-122"/>
                  <a:ea typeface="思源黑体 CN Light" panose="020B0300000000000000" pitchFamily="34" charset="-122"/>
                  <a:cs typeface="思源黑体 CN Bold" panose="020B0800000000000000" charset="-122"/>
                  <a:sym typeface="思源黑体 CN Bold" panose="020B0800000000000000" charset="-122"/>
                </a:endParaRPr>
              </a:p>
            </p:txBody>
          </p:sp>
        </p:grpSp>
        <p:pic>
          <p:nvPicPr>
            <p:cNvPr id="6" name="宇神PPT-7-7" descr="图标&#10;&#10;描述已自动生成"/>
            <p:cNvPicPr>
              <a:picLocks noChangeAspect="1"/>
            </p:cNvPicPr>
            <p:nvPr>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7683123" y="3075992"/>
              <a:ext cx="1697487" cy="1344085"/>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anim calcmode="lin" valueType="num">
                                      <p:cBhvr>
                                        <p:cTn id="8" dur="500" fill="hold"/>
                                        <p:tgtEl>
                                          <p:spTgt spid="13"/>
                                        </p:tgtEl>
                                        <p:attrNameLst>
                                          <p:attrName>ppt_x</p:attrName>
                                        </p:attrNameLst>
                                      </p:cBhvr>
                                      <p:tavLst>
                                        <p:tav tm="0">
                                          <p:val>
                                            <p:strVal val="#ppt_x"/>
                                          </p:val>
                                        </p:tav>
                                        <p:tav tm="100000">
                                          <p:val>
                                            <p:strVal val="#ppt_x"/>
                                          </p:val>
                                        </p:tav>
                                      </p:tavLst>
                                    </p:anim>
                                    <p:anim calcmode="lin" valueType="num">
                                      <p:cBhvr>
                                        <p:cTn id="9" dur="500" fill="hold"/>
                                        <p:tgtEl>
                                          <p:spTgt spid="13"/>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anim calcmode="lin" valueType="num">
                                      <p:cBhvr>
                                        <p:cTn id="14" dur="500" fill="hold"/>
                                        <p:tgtEl>
                                          <p:spTgt spid="7"/>
                                        </p:tgtEl>
                                        <p:attrNameLst>
                                          <p:attrName>ppt_x</p:attrName>
                                        </p:attrNameLst>
                                      </p:cBhvr>
                                      <p:tavLst>
                                        <p:tav tm="0">
                                          <p:val>
                                            <p:strVal val="#ppt_x"/>
                                          </p:val>
                                        </p:tav>
                                        <p:tav tm="100000">
                                          <p:val>
                                            <p:strVal val="#ppt_x"/>
                                          </p:val>
                                        </p:tav>
                                      </p:tavLst>
                                    </p:anim>
                                    <p:anim calcmode="lin" valueType="num">
                                      <p:cBhvr>
                                        <p:cTn id="15" dur="500" fill="hold"/>
                                        <p:tgtEl>
                                          <p:spTgt spid="7"/>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anim calcmode="lin" valueType="num">
                                      <p:cBhvr>
                                        <p:cTn id="20" dur="500" fill="hold"/>
                                        <p:tgtEl>
                                          <p:spTgt spid="8"/>
                                        </p:tgtEl>
                                        <p:attrNameLst>
                                          <p:attrName>ppt_x</p:attrName>
                                        </p:attrNameLst>
                                      </p:cBhvr>
                                      <p:tavLst>
                                        <p:tav tm="0">
                                          <p:val>
                                            <p:strVal val="#ppt_x"/>
                                          </p:val>
                                        </p:tav>
                                        <p:tav tm="100000">
                                          <p:val>
                                            <p:strVal val="#ppt_x"/>
                                          </p:val>
                                        </p:tav>
                                      </p:tavLst>
                                    </p:anim>
                                    <p:anim calcmode="lin" valueType="num">
                                      <p:cBhvr>
                                        <p:cTn id="21"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宇神PPT-1" hidden="1"/>
          <p:cNvSpPr txBox="1"/>
          <p:nvPr/>
        </p:nvSpPr>
        <p:spPr>
          <a:xfrm>
            <a:off x="10580913" y="-603126"/>
            <a:ext cx="1727200" cy="369332"/>
          </a:xfrm>
          <a:prstGeom prst="rect">
            <a:avLst/>
          </a:prstGeom>
          <a:noFill/>
        </p:spPr>
        <p:txBody>
          <a:bodyPr wrap="square" rtlCol="0">
            <a:spAutoFit/>
          </a:bodyPr>
          <a:lstStyle/>
          <a:p>
            <a:pPr algn="ctr"/>
            <a:r>
              <a:rPr lang="en-US" altLang="zh-CN" dirty="0">
                <a:ln>
                  <a:noFill/>
                </a:ln>
                <a:noFill/>
                <a:cs typeface="思源黑体 CN Bold" panose="020B0800000000000000" charset="-122"/>
              </a:rPr>
              <a:t>By  </a:t>
            </a:r>
            <a:r>
              <a:rPr lang="en-US" altLang="zh-CN" dirty="0" err="1">
                <a:ln>
                  <a:noFill/>
                </a:ln>
                <a:noFill/>
                <a:cs typeface="思源黑体 CN Bold" panose="020B0800000000000000" charset="-122"/>
              </a:rPr>
              <a:t>Yushen</a:t>
            </a:r>
            <a:endParaRPr lang="zh-CN" altLang="en-US" dirty="0">
              <a:ln>
                <a:noFill/>
              </a:ln>
              <a:noFill/>
              <a:cs typeface="思源黑体 CN Bold" panose="020B0800000000000000" charset="-122"/>
            </a:endParaRPr>
          </a:p>
        </p:txBody>
      </p:sp>
      <p:sp>
        <p:nvSpPr>
          <p:cNvPr id="15" name="宇神PPT-2"/>
          <p:cNvSpPr/>
          <p:nvPr/>
        </p:nvSpPr>
        <p:spPr>
          <a:xfrm>
            <a:off x="782320" y="1419225"/>
            <a:ext cx="10507980" cy="4410075"/>
          </a:xfrm>
          <a:prstGeom prst="roundRect">
            <a:avLst>
              <a:gd name="adj" fmla="val 4585"/>
            </a:avLst>
          </a:prstGeom>
          <a:solidFill>
            <a:schemeClr val="accent1">
              <a:lumMod val="781"/>
              <a:lumOff val="99219"/>
            </a:schemeClr>
          </a:solidFill>
          <a:ln>
            <a:noFill/>
          </a:ln>
          <a:effectLst>
            <a:outerShdw blurRad="152400" dist="38100" dir="2700000" algn="tl" rotWithShape="0">
              <a:schemeClr val="accent1">
                <a:lumMod val="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sp>
        <p:nvSpPr>
          <p:cNvPr id="16" name="宇神PPT-3"/>
          <p:cNvSpPr/>
          <p:nvPr/>
        </p:nvSpPr>
        <p:spPr>
          <a:xfrm>
            <a:off x="782320" y="1419225"/>
            <a:ext cx="5654675" cy="4410075"/>
          </a:xfrm>
          <a:custGeom>
            <a:avLst/>
            <a:gdLst>
              <a:gd name="connsiteX0" fmla="*/ 169612 w 5824744"/>
              <a:gd name="connsiteY0" fmla="*/ 0 h 3699271"/>
              <a:gd name="connsiteX1" fmla="*/ 5824744 w 5824744"/>
              <a:gd name="connsiteY1" fmla="*/ 0 h 3699271"/>
              <a:gd name="connsiteX2" fmla="*/ 5137150 w 5824744"/>
              <a:gd name="connsiteY2" fmla="*/ 3699271 h 3699271"/>
              <a:gd name="connsiteX3" fmla="*/ 169612 w 5824744"/>
              <a:gd name="connsiteY3" fmla="*/ 3699271 h 3699271"/>
              <a:gd name="connsiteX4" fmla="*/ 0 w 5824744"/>
              <a:gd name="connsiteY4" fmla="*/ 3529659 h 3699271"/>
              <a:gd name="connsiteX5" fmla="*/ 0 w 5824744"/>
              <a:gd name="connsiteY5" fmla="*/ 169612 h 3699271"/>
              <a:gd name="connsiteX6" fmla="*/ 169612 w 5824744"/>
              <a:gd name="connsiteY6" fmla="*/ 0 h 3699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24744" h="3699271">
                <a:moveTo>
                  <a:pt x="169612" y="0"/>
                </a:moveTo>
                <a:lnTo>
                  <a:pt x="5824744" y="0"/>
                </a:lnTo>
                <a:lnTo>
                  <a:pt x="5137150" y="3699271"/>
                </a:lnTo>
                <a:lnTo>
                  <a:pt x="169612" y="3699271"/>
                </a:lnTo>
                <a:cubicBezTo>
                  <a:pt x="75938" y="3699271"/>
                  <a:pt x="0" y="3623333"/>
                  <a:pt x="0" y="3529659"/>
                </a:cubicBezTo>
                <a:lnTo>
                  <a:pt x="0" y="169612"/>
                </a:lnTo>
                <a:cubicBezTo>
                  <a:pt x="0" y="75938"/>
                  <a:pt x="75938" y="0"/>
                  <a:pt x="169612" y="0"/>
                </a:cubicBezTo>
                <a:close/>
              </a:path>
            </a:pathLst>
          </a:custGeom>
          <a:gradFill>
            <a:gsLst>
              <a:gs pos="100000">
                <a:schemeClr val="accent2"/>
              </a:gs>
              <a:gs pos="0">
                <a:schemeClr val="accent1"/>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grpSp>
        <p:nvGrpSpPr>
          <p:cNvPr id="44" name="宇神PPT-4"/>
          <p:cNvGrpSpPr/>
          <p:nvPr/>
        </p:nvGrpSpPr>
        <p:grpSpPr>
          <a:xfrm>
            <a:off x="1314681" y="1509693"/>
            <a:ext cx="3608331" cy="4215633"/>
            <a:chOff x="1427413" y="2473623"/>
            <a:chExt cx="3608331" cy="4215633"/>
          </a:xfrm>
        </p:grpSpPr>
        <p:sp>
          <p:nvSpPr>
            <p:cNvPr id="18" name="宇神PPT-4-1"/>
            <p:cNvSpPr txBox="1"/>
            <p:nvPr/>
          </p:nvSpPr>
          <p:spPr>
            <a:xfrm>
              <a:off x="1427413" y="2473623"/>
              <a:ext cx="299699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4000" dirty="0">
                  <a:solidFill>
                    <a:schemeClr val="accent1">
                      <a:lumMod val="781"/>
                      <a:lumOff val="99219"/>
                      <a:alpha val="13000"/>
                    </a:schemeClr>
                  </a:solidFill>
                  <a:latin typeface="思源黑体 CN Light" panose="020B0300000000000000" pitchFamily="34" charset="-122"/>
                  <a:ea typeface="思源黑体 CN Light" panose="020B0300000000000000" pitchFamily="34" charset="-122"/>
                  <a:cs typeface="思源黑体 CN Bold" panose="020B0800000000000000" charset="-122"/>
                </a:rPr>
                <a:t>PART 01</a:t>
              </a:r>
              <a:endParaRPr kumimoji="0" lang="zh-CN" altLang="en-US" sz="4000" b="0" i="0" u="none" strike="noStrike" kern="1200" cap="none" spc="0" normalizeH="0" baseline="0" noProof="0" dirty="0">
                <a:ln>
                  <a:noFill/>
                </a:ln>
                <a:solidFill>
                  <a:schemeClr val="accent1">
                    <a:lumMod val="781"/>
                    <a:lumOff val="99219"/>
                    <a:alpha val="13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sp>
          <p:nvSpPr>
            <p:cNvPr id="19" name="宇神PPT-4-2"/>
            <p:cNvSpPr txBox="1"/>
            <p:nvPr/>
          </p:nvSpPr>
          <p:spPr>
            <a:xfrm>
              <a:off x="1450751" y="2990848"/>
              <a:ext cx="2716429" cy="52322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accent1">
                      <a:lumMod val="781"/>
                      <a:lumOff val="99219"/>
                    </a:schemeClr>
                  </a:solidFill>
                  <a:effectLst>
                    <a:outerShdw blurRad="38100" dist="38100" dir="2700000" algn="tl">
                      <a:schemeClr val="accent1">
                        <a:lumMod val="0"/>
                        <a:alpha val="43137"/>
                      </a:schemeClr>
                    </a:outerShdw>
                  </a:effectLst>
                  <a:uLnTx/>
                  <a:uFillTx/>
                  <a:latin typeface="思源黑体 CN Bold" panose="020B0800000000000000" charset="-122"/>
                  <a:ea typeface="思源黑体 CN Bold" panose="020B0800000000000000" charset="-122"/>
                  <a:cs typeface="思源黑体 CN Bold" panose="020B0800000000000000" charset="-122"/>
                </a:rPr>
                <a:t>印度民族运动</a:t>
              </a:r>
              <a:endParaRPr kumimoji="0" lang="zh-CN" altLang="en-US" sz="2800" b="0" i="0" u="none" strike="noStrike" kern="1200" cap="none" spc="0" normalizeH="0" baseline="0" noProof="0" dirty="0">
                <a:ln>
                  <a:noFill/>
                </a:ln>
                <a:solidFill>
                  <a:schemeClr val="accent1">
                    <a:lumMod val="781"/>
                    <a:lumOff val="99219"/>
                  </a:schemeClr>
                </a:solidFill>
                <a:effectLst>
                  <a:outerShdw blurRad="38100" dist="38100" dir="2700000" algn="tl">
                    <a:schemeClr val="accent1">
                      <a:lumMod val="0"/>
                      <a:alpha val="43137"/>
                    </a:schemeClr>
                  </a:outerShdw>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20" name="宇神PPT-4-3"/>
            <p:cNvSpPr txBox="1"/>
            <p:nvPr/>
          </p:nvSpPr>
          <p:spPr>
            <a:xfrm>
              <a:off x="1460849" y="3689516"/>
              <a:ext cx="3574895" cy="2999740"/>
            </a:xfrm>
            <a:prstGeom prst="rect">
              <a:avLst/>
            </a:prstGeom>
            <a:noFill/>
          </p:spPr>
          <p:txBody>
            <a:bodyPr wrap="square" rtlCol="0">
              <a:spAutoFit/>
            </a:bodyPr>
            <a:lstStyle/>
            <a:p>
              <a:pPr marR="0" lvl="0" indent="457200" algn="l" defTabSz="914400" rtl="0" fontAlgn="auto">
                <a:lnSpc>
                  <a:spcPct val="150000"/>
                </a:lnSpc>
                <a:spcBef>
                  <a:spcPts val="0"/>
                </a:spcBef>
                <a:spcAft>
                  <a:spcPts val="0"/>
                </a:spcAft>
                <a:buClrTx/>
                <a:buSzTx/>
                <a:defRPr/>
                <a:extLst>
                  <a:ext uri="{35155182-B16C-46BC-9424-99874614C6A1}">
                    <wpsdc:indentchars xmlns:wpsdc="http://www.wps.cn/officeDocument/2017/drawingmlCustomData" val="200" checksum="59296752"/>
                  </a:ext>
                </a:extLst>
              </a:pPr>
              <a:r>
                <a:rPr kumimoji="0" lang="zh-CN" altLang="en-US" b="0" i="0" u="none" strike="noStrike" kern="1200" cap="none" spc="0" normalizeH="0" baseline="0" noProof="0" dirty="0">
                  <a:ln>
                    <a:noFill/>
                  </a:ln>
                  <a:solidFill>
                    <a:schemeClr val="accent1">
                      <a:lumMod val="781"/>
                      <a:lumOff val="99219"/>
                    </a:schemeClr>
                  </a:solidFill>
                  <a:effectLst>
                    <a:outerShdw blurRad="38100" dist="38100" dir="2700000" algn="tl">
                      <a:schemeClr val="accent1">
                        <a:lumMod val="0"/>
                        <a:alpha val="43137"/>
                      </a:schemeClr>
                    </a:outerShdw>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印度民族运动进入高潮时期，孟加拉人民和全印度的人民都起来反对孟加拉分裂的决定，形成了轰轰烈烈的反帝爱国运动。泰戈尔毅然投身于这个运动，充满激情的爱国人义愤填膺，写出了大量的爱国主义诗篇。</a:t>
              </a:r>
              <a:endParaRPr kumimoji="0" lang="zh-CN" altLang="en-US" b="0" i="0" u="none" strike="noStrike" kern="1200" cap="none" spc="0" normalizeH="0" baseline="0" noProof="0" dirty="0">
                <a:ln>
                  <a:noFill/>
                </a:ln>
                <a:solidFill>
                  <a:schemeClr val="accent1">
                    <a:lumMod val="781"/>
                    <a:lumOff val="99219"/>
                  </a:schemeClr>
                </a:solidFill>
                <a:effectLst>
                  <a:outerShdw blurRad="38100" dist="38100" dir="2700000" algn="tl">
                    <a:schemeClr val="accent1">
                      <a:lumMod val="0"/>
                      <a:alpha val="43137"/>
                    </a:schemeClr>
                  </a:outerShdw>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cxnSp>
          <p:nvCxnSpPr>
            <p:cNvPr id="21" name="宇神PPT-4-4"/>
            <p:cNvCxnSpPr/>
            <p:nvPr/>
          </p:nvCxnSpPr>
          <p:spPr>
            <a:xfrm>
              <a:off x="1561913" y="3576580"/>
              <a:ext cx="3461131" cy="0"/>
            </a:xfrm>
            <a:prstGeom prst="line">
              <a:avLst/>
            </a:prstGeom>
            <a:ln w="19050">
              <a:gradFill flip="none" rotWithShape="1">
                <a:gsLst>
                  <a:gs pos="32000">
                    <a:srgbClr val="F7F9FC">
                      <a:alpha val="42000"/>
                    </a:srgbClr>
                  </a:gs>
                  <a:gs pos="0">
                    <a:schemeClr val="accent1">
                      <a:lumMod val="5000"/>
                      <a:lumOff val="95000"/>
                      <a:alpha val="0"/>
                    </a:schemeClr>
                  </a:gs>
                  <a:gs pos="100000">
                    <a:schemeClr val="bg1"/>
                  </a:gs>
                </a:gsLst>
                <a:lin ang="10800000" scaled="1"/>
                <a:tileRect/>
              </a:gradFill>
            </a:ln>
          </p:spPr>
          <p:style>
            <a:lnRef idx="1">
              <a:schemeClr val="accent1"/>
            </a:lnRef>
            <a:fillRef idx="0">
              <a:schemeClr val="accent1"/>
            </a:fillRef>
            <a:effectRef idx="0">
              <a:schemeClr val="accent1"/>
            </a:effectRef>
            <a:fontRef idx="minor">
              <a:schemeClr val="tx1"/>
            </a:fontRef>
          </p:style>
        </p:cxnSp>
      </p:grpSp>
      <p:grpSp>
        <p:nvGrpSpPr>
          <p:cNvPr id="43" name="宇神PPT-5"/>
          <p:cNvGrpSpPr/>
          <p:nvPr/>
        </p:nvGrpSpPr>
        <p:grpSpPr>
          <a:xfrm>
            <a:off x="7156023" y="1509693"/>
            <a:ext cx="3736270" cy="4215633"/>
            <a:chOff x="7156023" y="2473623"/>
            <a:chExt cx="3736270" cy="4215633"/>
          </a:xfrm>
        </p:grpSpPr>
        <p:sp>
          <p:nvSpPr>
            <p:cNvPr id="23" name="宇神PPT-5-1"/>
            <p:cNvSpPr txBox="1"/>
            <p:nvPr/>
          </p:nvSpPr>
          <p:spPr>
            <a:xfrm flipH="1">
              <a:off x="7784094" y="2473623"/>
              <a:ext cx="2996990" cy="707886"/>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solidFill>
                    <a:schemeClr val="tx1">
                      <a:lumMod val="75000"/>
                      <a:lumOff val="25000"/>
                      <a:alpha val="13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PART 02</a:t>
              </a:r>
              <a:endParaRPr kumimoji="0" lang="en-US" altLang="zh-CN" sz="4000" b="0" i="0" u="none" strike="noStrike" kern="1200" cap="none" spc="0" normalizeH="0" baseline="0" noProof="0" dirty="0">
                <a:ln>
                  <a:noFill/>
                </a:ln>
                <a:solidFill>
                  <a:schemeClr val="tx1">
                    <a:lumMod val="75000"/>
                    <a:lumOff val="25000"/>
                    <a:alpha val="13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sp>
          <p:nvSpPr>
            <p:cNvPr id="24" name="宇神PPT-5-2"/>
            <p:cNvSpPr txBox="1"/>
            <p:nvPr/>
          </p:nvSpPr>
          <p:spPr>
            <a:xfrm flipH="1">
              <a:off x="7443457" y="2990848"/>
              <a:ext cx="3286244" cy="521970"/>
            </a:xfrm>
            <a:prstGeom prst="rect">
              <a:avLst/>
            </a:prstGeom>
            <a:noFill/>
          </p:spPr>
          <p:txBody>
            <a:bodyPr wrap="square" rtlCol="0">
              <a:spAutoFit/>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gradFill>
                    <a:gsLst>
                      <a:gs pos="100000">
                        <a:schemeClr val="accent2"/>
                      </a:gs>
                      <a:gs pos="0">
                        <a:schemeClr val="accent1"/>
                      </a:gs>
                    </a:gsLst>
                    <a:lin ang="2700000" scaled="0"/>
                  </a:gradFill>
                  <a:effectLst/>
                  <a:uLnTx/>
                  <a:uFillTx/>
                  <a:latin typeface="思源黑体 CN Bold" panose="020B0800000000000000" charset="-122"/>
                  <a:ea typeface="思源黑体 CN Bold" panose="020B0800000000000000" charset="-122"/>
                  <a:cs typeface="思源黑体 CN Bold" panose="020B0800000000000000" charset="-122"/>
                </a:rPr>
                <a:t>“建设性</a:t>
              </a:r>
              <a:r>
                <a:rPr lang="zh-CN" altLang="en-US" sz="2800" noProof="0" dirty="0">
                  <a:ln>
                    <a:noFill/>
                  </a:ln>
                  <a:gradFill>
                    <a:gsLst>
                      <a:gs pos="100000">
                        <a:schemeClr val="accent2"/>
                      </a:gs>
                      <a:gs pos="0">
                        <a:schemeClr val="accent1"/>
                      </a:gs>
                    </a:gsLst>
                    <a:lin ang="2700000" scaled="0"/>
                  </a:gradFill>
                  <a:effectLst/>
                  <a:uLnTx/>
                  <a:uFillTx/>
                  <a:latin typeface="思源黑体 CN Bold" panose="020B0800000000000000" charset="-122"/>
                  <a:ea typeface="思源黑体 CN Bold" panose="020B0800000000000000" charset="-122"/>
                  <a:cs typeface="思源黑体 CN Bold" panose="020B0800000000000000" charset="-122"/>
                  <a:sym typeface="+mn-ea"/>
                </a:rPr>
                <a:t>”</a:t>
              </a:r>
              <a:r>
                <a:rPr kumimoji="0" lang="zh-CN" altLang="en-US" sz="2800" b="0" i="0" u="none" strike="noStrike" kern="1200" cap="none" spc="0" normalizeH="0" baseline="0" noProof="0" dirty="0">
                  <a:ln>
                    <a:noFill/>
                  </a:ln>
                  <a:gradFill>
                    <a:gsLst>
                      <a:gs pos="100000">
                        <a:schemeClr val="accent2"/>
                      </a:gs>
                      <a:gs pos="0">
                        <a:schemeClr val="accent1"/>
                      </a:gs>
                    </a:gsLst>
                    <a:lin ang="2700000" scaled="0"/>
                  </a:gradFill>
                  <a:effectLst/>
                  <a:uLnTx/>
                  <a:uFillTx/>
                  <a:latin typeface="思源黑体 CN Bold" panose="020B0800000000000000" charset="-122"/>
                  <a:ea typeface="思源黑体 CN Bold" panose="020B0800000000000000" charset="-122"/>
                  <a:cs typeface="思源黑体 CN Bold" panose="020B0800000000000000" charset="-122"/>
                </a:rPr>
                <a:t>的</a:t>
              </a:r>
              <a:r>
                <a:rPr lang="zh-CN" altLang="en-US" sz="2800" dirty="0">
                  <a:gradFill>
                    <a:gsLst>
                      <a:gs pos="100000">
                        <a:schemeClr val="accent2"/>
                      </a:gs>
                      <a:gs pos="0">
                        <a:schemeClr val="accent1"/>
                      </a:gs>
                    </a:gsLst>
                    <a:lin ang="2700000" scaled="0"/>
                  </a:gradFill>
                  <a:latin typeface="思源黑体 CN Bold" panose="020B0800000000000000" charset="-122"/>
                  <a:ea typeface="思源黑体 CN Bold" panose="020B0800000000000000" charset="-122"/>
                  <a:cs typeface="思源黑体 CN Bold" panose="020B0800000000000000" charset="-122"/>
                </a:rPr>
                <a:t>运动</a:t>
              </a:r>
              <a:endParaRPr kumimoji="0" lang="zh-CN" altLang="en-US" sz="2800" b="0" i="0" u="none" strike="noStrike" kern="1200" cap="none" spc="0" normalizeH="0" baseline="0" noProof="0" dirty="0">
                <a:ln>
                  <a:noFill/>
                </a:ln>
                <a:gradFill>
                  <a:gsLst>
                    <a:gs pos="100000">
                      <a:schemeClr val="accent2"/>
                    </a:gs>
                    <a:gs pos="0">
                      <a:schemeClr val="accent1"/>
                    </a:gs>
                  </a:gsLst>
                  <a:lin ang="2700000" scaled="0"/>
                </a:gra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25" name="宇神PPT-5-3"/>
            <p:cNvSpPr txBox="1"/>
            <p:nvPr/>
          </p:nvSpPr>
          <p:spPr>
            <a:xfrm flipH="1">
              <a:off x="7323664" y="3689516"/>
              <a:ext cx="3568629" cy="2999740"/>
            </a:xfrm>
            <a:prstGeom prst="rect">
              <a:avLst/>
            </a:prstGeom>
            <a:noFill/>
          </p:spPr>
          <p:txBody>
            <a:bodyPr wrap="square" rtlCol="0">
              <a:spAutoFit/>
            </a:bodyPr>
            <a:lstStyle/>
            <a:p>
              <a:pPr marR="0" lvl="0" indent="457200" algn="l" defTabSz="914400" rtl="0" fontAlgn="auto">
                <a:lnSpc>
                  <a:spcPct val="150000"/>
                </a:lnSpc>
                <a:spcBef>
                  <a:spcPts val="0"/>
                </a:spcBef>
                <a:spcAft>
                  <a:spcPts val="0"/>
                </a:spcAft>
                <a:buClrTx/>
                <a:buSzTx/>
                <a:defRPr/>
                <a:extLst>
                  <a:ext uri="{35155182-B16C-46BC-9424-99874614C6A1}">
                    <wpsdc:indentchars xmlns:wpsdc="http://www.wps.cn/officeDocument/2017/drawingmlCustomData" val="200" checksum="59296752"/>
                  </a:ext>
                </a:extLst>
              </a:pPr>
              <a:r>
                <a:rPr kumimoji="0" lang="zh-CN" altLang="en-US"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他主张多做“建设性</a:t>
              </a:r>
              <a:r>
                <a:rPr lang="zh-CN" altLang="en-US"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sym typeface="+mn-ea"/>
                </a:rPr>
                <a:t>”</a:t>
              </a:r>
              <a:r>
                <a:rPr kumimoji="0" lang="zh-CN" altLang="en-US"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的工作，比如到农村去发展自己的工业，消灭贫困与愚昧等等，但部分群众不接受他的意见，由于失望，他便退出运动。从此以后，他过着远离现实斗争的迟隐生活，埋头于文学创作。</a:t>
              </a:r>
              <a:endParaRPr kumimoji="0" lang="zh-CN" altLang="en-US"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cxnSp>
          <p:nvCxnSpPr>
            <p:cNvPr id="26" name="宇神PPT-5-4"/>
            <p:cNvCxnSpPr/>
            <p:nvPr/>
          </p:nvCxnSpPr>
          <p:spPr>
            <a:xfrm flipH="1">
              <a:off x="7156023" y="3576580"/>
              <a:ext cx="3461131" cy="0"/>
            </a:xfrm>
            <a:prstGeom prst="line">
              <a:avLst/>
            </a:prstGeom>
            <a:ln w="19050">
              <a:gradFill flip="none" rotWithShape="1">
                <a:gsLst>
                  <a:gs pos="32000">
                    <a:schemeClr val="accent2">
                      <a:alpha val="40000"/>
                    </a:schemeClr>
                  </a:gs>
                  <a:gs pos="0">
                    <a:schemeClr val="accent2">
                      <a:alpha val="0"/>
                    </a:schemeClr>
                  </a:gs>
                  <a:gs pos="100000">
                    <a:schemeClr val="accent2"/>
                  </a:gs>
                </a:gsLst>
                <a:lin ang="10800000" scaled="1"/>
                <a:tileRect/>
              </a:gradFill>
            </a:ln>
          </p:spPr>
          <p:style>
            <a:lnRef idx="1">
              <a:schemeClr val="accent1"/>
            </a:lnRef>
            <a:fillRef idx="0">
              <a:schemeClr val="accent1"/>
            </a:fillRef>
            <a:effectRef idx="0">
              <a:schemeClr val="accent1"/>
            </a:effectRef>
            <a:fontRef idx="minor">
              <a:schemeClr val="tx1"/>
            </a:fontRef>
          </p:style>
        </p:cxnSp>
      </p:grpSp>
      <p:grpSp>
        <p:nvGrpSpPr>
          <p:cNvPr id="27" name="宇神PPT-6"/>
          <p:cNvGrpSpPr/>
          <p:nvPr/>
        </p:nvGrpSpPr>
        <p:grpSpPr>
          <a:xfrm>
            <a:off x="3940611" y="4145120"/>
            <a:ext cx="3943358" cy="2236759"/>
            <a:chOff x="3840736" y="4145120"/>
            <a:chExt cx="3943358" cy="2236759"/>
          </a:xfrm>
        </p:grpSpPr>
        <p:sp>
          <p:nvSpPr>
            <p:cNvPr id="28" name="宇神PPT-6-1"/>
            <p:cNvSpPr txBox="1"/>
            <p:nvPr/>
          </p:nvSpPr>
          <p:spPr>
            <a:xfrm>
              <a:off x="4531671" y="4165888"/>
              <a:ext cx="1390925" cy="2215991"/>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800" b="0" i="0" u="none" strike="noStrike" kern="1200" cap="none" spc="0" normalizeH="0" baseline="0" noProof="0" dirty="0">
                  <a:ln>
                    <a:noFill/>
                  </a:ln>
                  <a:solidFill>
                    <a:schemeClr val="accent1">
                      <a:lumMod val="781"/>
                      <a:lumOff val="99219"/>
                      <a:alpha val="30000"/>
                    </a:schemeClr>
                  </a:solidFill>
                  <a:effectLst/>
                  <a:uLnTx/>
                  <a:uFillTx/>
                  <a:latin typeface="思源黑体 CN Bold" panose="020B0800000000000000" charset="-122"/>
                  <a:ea typeface="思源黑体 CN Bold" panose="020B0800000000000000" charset="-122"/>
                  <a:cs typeface="思源黑体 CN Bold" panose="020B0800000000000000" charset="-122"/>
                </a:rPr>
                <a:t>V</a:t>
              </a:r>
              <a:endParaRPr kumimoji="0" lang="zh-CN" altLang="en-US" sz="13800" b="0" i="0" u="none" strike="noStrike" kern="1200" cap="none" spc="0" normalizeH="0" baseline="0" noProof="0" dirty="0">
                <a:ln>
                  <a:noFill/>
                </a:ln>
                <a:solidFill>
                  <a:schemeClr val="accent1">
                    <a:lumMod val="781"/>
                    <a:lumOff val="99219"/>
                    <a:alpha val="30000"/>
                  </a:schemeClr>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29" name="宇神PPT-6-2"/>
            <p:cNvSpPr txBox="1"/>
            <p:nvPr/>
          </p:nvSpPr>
          <p:spPr>
            <a:xfrm>
              <a:off x="5812415" y="4145120"/>
              <a:ext cx="1390925" cy="2215991"/>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800" b="0" i="0" u="none" strike="noStrike" kern="1200" cap="none" spc="0" normalizeH="0" baseline="0" noProof="0" dirty="0">
                  <a:ln>
                    <a:noFill/>
                  </a:ln>
                  <a:solidFill>
                    <a:schemeClr val="accent1">
                      <a:lumMod val="0"/>
                      <a:alpha val="15000"/>
                    </a:schemeClr>
                  </a:solidFill>
                  <a:effectLst/>
                  <a:uLnTx/>
                  <a:uFillTx/>
                  <a:latin typeface="思源黑体 CN Bold" panose="020B0800000000000000" charset="-122"/>
                  <a:ea typeface="思源黑体 CN Bold" panose="020B0800000000000000" charset="-122"/>
                  <a:cs typeface="思源黑体 CN Bold" panose="020B0800000000000000" charset="-122"/>
                </a:rPr>
                <a:t>S</a:t>
              </a:r>
              <a:endParaRPr kumimoji="0" lang="zh-CN" altLang="en-US" sz="13800" b="0" i="0" u="none" strike="noStrike" kern="1200" cap="none" spc="0" normalizeH="0" baseline="0" noProof="0" dirty="0">
                <a:ln>
                  <a:noFill/>
                </a:ln>
                <a:solidFill>
                  <a:schemeClr val="accent1">
                    <a:lumMod val="0"/>
                    <a:alpha val="15000"/>
                  </a:schemeClr>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30" name="宇神PPT-6-3"/>
            <p:cNvSpPr txBox="1"/>
            <p:nvPr/>
          </p:nvSpPr>
          <p:spPr>
            <a:xfrm>
              <a:off x="3840736" y="4972272"/>
              <a:ext cx="3943358" cy="746348"/>
            </a:xfrm>
            <a:prstGeom prst="rect">
              <a:avLst/>
            </a:prstGeom>
            <a:noFill/>
          </p:spPr>
          <p:txBody>
            <a:bodyPr wrap="square" lIns="68571" tIns="34285" rIns="68571" bIns="34285"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4400" b="1" spc="300" dirty="0">
                  <a:solidFill>
                    <a:schemeClr val="accent1">
                      <a:lumMod val="781"/>
                      <a:lumOff val="99219"/>
                    </a:schemeClr>
                  </a:solidFill>
                  <a:effectLst>
                    <a:outerShdw blurRad="38100" dist="38100" dir="2700000" algn="tl">
                      <a:schemeClr val="accent1">
                        <a:lumMod val="0"/>
                        <a:alpha val="43137"/>
                      </a:schemeClr>
                    </a:outerShdw>
                  </a:effectLst>
                  <a:latin typeface="思源黑体 CN Bold" panose="020B0800000000000000" charset="-122"/>
                  <a:ea typeface="思源黑体 CN Bold" panose="020B0800000000000000" charset="-122"/>
                  <a:cs typeface="思源黑体 CN Bold" panose="020B0800000000000000" charset="-122"/>
                </a:rPr>
                <a:t>激进</a:t>
              </a:r>
              <a:r>
                <a:rPr kumimoji="0" lang="zh-CN" altLang="en-US" sz="4400" b="1" i="0" u="none" strike="noStrike" kern="1200" cap="none" spc="300" normalizeH="0" baseline="0" noProof="0" dirty="0">
                  <a:ln>
                    <a:noFill/>
                  </a:ln>
                  <a:solidFill>
                    <a:srgbClr val="222B34"/>
                  </a:solidFill>
                  <a:effectLst>
                    <a:outerShdw blurRad="38100" dist="38100" dir="2700000" algn="tl">
                      <a:schemeClr val="accent1">
                        <a:lumMod val="0"/>
                        <a:alpha val="43137"/>
                      </a:schemeClr>
                    </a:outerShdw>
                  </a:effectLst>
                  <a:uLnTx/>
                  <a:uFillTx/>
                  <a:latin typeface="思源黑体 CN Bold" panose="020B0800000000000000" charset="-122"/>
                  <a:ea typeface="思源黑体 CN Bold" panose="020B0800000000000000" charset="-122"/>
                  <a:cs typeface="思源黑体 CN Bold" panose="020B0800000000000000" charset="-122"/>
                </a:rPr>
                <a:t> </a:t>
              </a:r>
              <a:r>
                <a:rPr kumimoji="0" lang="zh-CN" altLang="en-US" sz="4400" b="1" i="0" u="none" strike="noStrike" kern="1200" cap="none" spc="300" normalizeH="0" baseline="0" noProof="0" dirty="0">
                  <a:ln>
                    <a:noFill/>
                  </a:ln>
                  <a:gradFill>
                    <a:gsLst>
                      <a:gs pos="100000">
                        <a:schemeClr val="accent2"/>
                      </a:gs>
                      <a:gs pos="0">
                        <a:schemeClr val="accent1"/>
                      </a:gs>
                    </a:gsLst>
                    <a:lin ang="2700000" scaled="0"/>
                  </a:gradFill>
                  <a:effectLst/>
                  <a:uLnTx/>
                  <a:uFillTx/>
                  <a:latin typeface="思源黑体 CN Bold" panose="020B0800000000000000" charset="-122"/>
                  <a:ea typeface="思源黑体 CN Bold" panose="020B0800000000000000" charset="-122"/>
                  <a:cs typeface="思源黑体 CN Bold" panose="020B0800000000000000" charset="-122"/>
                </a:rPr>
                <a:t>平和</a:t>
              </a:r>
              <a:endParaRPr kumimoji="0" lang="zh-CN" altLang="en-US" sz="4400" b="1" i="0" u="none" strike="noStrike" kern="1200" cap="none" spc="300" normalizeH="0" baseline="0" noProof="0" dirty="0">
                <a:ln>
                  <a:noFill/>
                </a:ln>
                <a:gradFill>
                  <a:gsLst>
                    <a:gs pos="100000">
                      <a:schemeClr val="accent2"/>
                    </a:gs>
                    <a:gs pos="0">
                      <a:schemeClr val="accent1"/>
                    </a:gs>
                  </a:gsLst>
                  <a:lin ang="2700000" scaled="0"/>
                </a:gradFill>
                <a:effectLst/>
                <a:uLnTx/>
                <a:uFillTx/>
                <a:latin typeface="思源黑体 CN Bold" panose="020B0800000000000000" charset="-122"/>
                <a:ea typeface="思源黑体 CN Bold" panose="020B0800000000000000" charset="-122"/>
                <a:cs typeface="思源黑体 CN Bold" panose="020B0800000000000000" charset="-122"/>
              </a:endParaRPr>
            </a:p>
          </p:txBody>
        </p:sp>
      </p:grpSp>
      <p:grpSp>
        <p:nvGrpSpPr>
          <p:cNvPr id="33" name="宇神PPT-7"/>
          <p:cNvGrpSpPr/>
          <p:nvPr/>
        </p:nvGrpSpPr>
        <p:grpSpPr>
          <a:xfrm>
            <a:off x="472301" y="173243"/>
            <a:ext cx="3459398" cy="915132"/>
            <a:chOff x="7655386" y="1280673"/>
            <a:chExt cx="3459398" cy="915132"/>
          </a:xfrm>
        </p:grpSpPr>
        <p:grpSp>
          <p:nvGrpSpPr>
            <p:cNvPr id="34" name="组合 33"/>
            <p:cNvGrpSpPr/>
            <p:nvPr/>
          </p:nvGrpSpPr>
          <p:grpSpPr>
            <a:xfrm>
              <a:off x="8732602" y="1280673"/>
              <a:ext cx="2382182" cy="915132"/>
              <a:chOff x="8732602" y="1280673"/>
              <a:chExt cx="2382182" cy="915132"/>
            </a:xfrm>
          </p:grpSpPr>
          <p:sp>
            <p:nvSpPr>
              <p:cNvPr id="38" name="宇神PPT-7-1"/>
              <p:cNvSpPr txBox="1"/>
              <p:nvPr/>
            </p:nvSpPr>
            <p:spPr>
              <a:xfrm>
                <a:off x="8732602" y="1280673"/>
                <a:ext cx="848309" cy="769441"/>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rPr>
                  <a:t>01</a:t>
                </a:r>
                <a:endParaRPr kumimoji="0" lang="zh-CN" altLang="en-US" sz="4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39" name="宇神PPT-7-2"/>
              <p:cNvSpPr txBox="1"/>
              <p:nvPr/>
            </p:nvSpPr>
            <p:spPr>
              <a:xfrm>
                <a:off x="8811081" y="1918806"/>
                <a:ext cx="2303703" cy="276999"/>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Light" panose="020B0300000000000000" pitchFamily="34" charset="-122"/>
                    <a:ea typeface="思源黑体 CN Light" panose="020B0300000000000000" pitchFamily="34" charset="-122"/>
                    <a:cs typeface="+mn-ea"/>
                    <a:sym typeface="+mn-lt"/>
                  </a:rPr>
                  <a:t>AUTHOR PROFILE</a:t>
                </a:r>
                <a:endParaRPr kumimoji="0" lang="en-US" altLang="zh-CN" sz="12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Light" panose="020B0300000000000000" pitchFamily="34" charset="-122"/>
                  <a:ea typeface="思源黑体 CN Light" panose="020B0300000000000000" pitchFamily="34" charset="-122"/>
                  <a:cs typeface="+mn-ea"/>
                  <a:sym typeface="+mn-lt"/>
                </a:endParaRPr>
              </a:p>
            </p:txBody>
          </p:sp>
          <p:sp>
            <p:nvSpPr>
              <p:cNvPr id="40" name="宇神PPT-7-3"/>
              <p:cNvSpPr txBox="1"/>
              <p:nvPr/>
            </p:nvSpPr>
            <p:spPr>
              <a:xfrm>
                <a:off x="9677835" y="1463090"/>
                <a:ext cx="1415772" cy="46166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mn-ea"/>
                    <a:sym typeface="+mn-lt"/>
                  </a:rPr>
                  <a:t>作家简介</a:t>
                </a:r>
                <a:endParaRPr kumimoji="0" lang="zh-CN" altLang="en-US" sz="2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mn-ea"/>
                  <a:sym typeface="+mn-lt"/>
                </a:endParaRPr>
              </a:p>
            </p:txBody>
          </p:sp>
        </p:grpSp>
        <p:grpSp>
          <p:nvGrpSpPr>
            <p:cNvPr id="35" name="组合 34"/>
            <p:cNvGrpSpPr/>
            <p:nvPr/>
          </p:nvGrpSpPr>
          <p:grpSpPr>
            <a:xfrm>
              <a:off x="7655386" y="1327724"/>
              <a:ext cx="821030" cy="821030"/>
              <a:chOff x="7655386" y="1368425"/>
              <a:chExt cx="821030" cy="821030"/>
            </a:xfrm>
          </p:grpSpPr>
          <p:sp>
            <p:nvSpPr>
              <p:cNvPr id="36" name="宇神PPT-7-4"/>
              <p:cNvSpPr/>
              <p:nvPr/>
            </p:nvSpPr>
            <p:spPr>
              <a:xfrm>
                <a:off x="7833588" y="1578886"/>
                <a:ext cx="464626" cy="400108"/>
              </a:xfrm>
              <a:custGeom>
                <a:avLst/>
                <a:gdLst>
                  <a:gd name="connsiteX0" fmla="*/ 292030 w 457214"/>
                  <a:gd name="connsiteY0" fmla="*/ 101570 h 393726"/>
                  <a:gd name="connsiteX1" fmla="*/ 292030 w 457214"/>
                  <a:gd name="connsiteY1" fmla="*/ 368232 h 393726"/>
                  <a:gd name="connsiteX2" fmla="*/ 393643 w 457214"/>
                  <a:gd name="connsiteY2" fmla="*/ 368232 h 393726"/>
                  <a:gd name="connsiteX3" fmla="*/ 393643 w 457214"/>
                  <a:gd name="connsiteY3" fmla="*/ 114284 h 393726"/>
                  <a:gd name="connsiteX4" fmla="*/ 380929 w 457214"/>
                  <a:gd name="connsiteY4" fmla="*/ 101570 h 393726"/>
                  <a:gd name="connsiteX5" fmla="*/ 101581 w 457214"/>
                  <a:gd name="connsiteY5" fmla="*/ 88883 h 393726"/>
                  <a:gd name="connsiteX6" fmla="*/ 228557 w 457214"/>
                  <a:gd name="connsiteY6" fmla="*/ 88883 h 393726"/>
                  <a:gd name="connsiteX7" fmla="*/ 228557 w 457214"/>
                  <a:gd name="connsiteY7" fmla="*/ 114278 h 393726"/>
                  <a:gd name="connsiteX8" fmla="*/ 101581 w 457214"/>
                  <a:gd name="connsiteY8" fmla="*/ 114278 h 393726"/>
                  <a:gd name="connsiteX9" fmla="*/ 76186 w 457214"/>
                  <a:gd name="connsiteY9" fmla="*/ 25381 h 393726"/>
                  <a:gd name="connsiteX10" fmla="*/ 63472 w 457214"/>
                  <a:gd name="connsiteY10" fmla="*/ 38095 h 393726"/>
                  <a:gd name="connsiteX11" fmla="*/ 63472 w 457214"/>
                  <a:gd name="connsiteY11" fmla="*/ 368232 h 393726"/>
                  <a:gd name="connsiteX12" fmla="*/ 266650 w 457214"/>
                  <a:gd name="connsiteY12" fmla="*/ 368232 h 393726"/>
                  <a:gd name="connsiteX13" fmla="*/ 266650 w 457214"/>
                  <a:gd name="connsiteY13" fmla="*/ 38095 h 393726"/>
                  <a:gd name="connsiteX14" fmla="*/ 253937 w 457214"/>
                  <a:gd name="connsiteY14" fmla="*/ 25381 h 393726"/>
                  <a:gd name="connsiteX15" fmla="*/ 76186 w 457214"/>
                  <a:gd name="connsiteY15" fmla="*/ 0 h 393726"/>
                  <a:gd name="connsiteX16" fmla="*/ 253937 w 457214"/>
                  <a:gd name="connsiteY16" fmla="*/ 0 h 393726"/>
                  <a:gd name="connsiteX17" fmla="*/ 292030 w 457214"/>
                  <a:gd name="connsiteY17" fmla="*/ 38095 h 393726"/>
                  <a:gd name="connsiteX18" fmla="*/ 292030 w 457214"/>
                  <a:gd name="connsiteY18" fmla="*/ 76189 h 393726"/>
                  <a:gd name="connsiteX19" fmla="*/ 380929 w 457214"/>
                  <a:gd name="connsiteY19" fmla="*/ 76189 h 393726"/>
                  <a:gd name="connsiteX20" fmla="*/ 419022 w 457214"/>
                  <a:gd name="connsiteY20" fmla="*/ 114284 h 393726"/>
                  <a:gd name="connsiteX21" fmla="*/ 419022 w 457214"/>
                  <a:gd name="connsiteY21" fmla="*/ 368232 h 393726"/>
                  <a:gd name="connsiteX22" fmla="*/ 457214 w 457214"/>
                  <a:gd name="connsiteY22" fmla="*/ 368232 h 393726"/>
                  <a:gd name="connsiteX23" fmla="*/ 457214 w 457214"/>
                  <a:gd name="connsiteY23" fmla="*/ 393726 h 393726"/>
                  <a:gd name="connsiteX24" fmla="*/ 0 w 457214"/>
                  <a:gd name="connsiteY24" fmla="*/ 393726 h 393726"/>
                  <a:gd name="connsiteX25" fmla="*/ 0 w 457214"/>
                  <a:gd name="connsiteY25" fmla="*/ 368232 h 393726"/>
                  <a:gd name="connsiteX26" fmla="*/ 38093 w 457214"/>
                  <a:gd name="connsiteY26" fmla="*/ 368232 h 393726"/>
                  <a:gd name="connsiteX27" fmla="*/ 38093 w 457214"/>
                  <a:gd name="connsiteY27" fmla="*/ 38095 h 393726"/>
                  <a:gd name="connsiteX28" fmla="*/ 76186 w 457214"/>
                  <a:gd name="connsiteY28" fmla="*/ 0 h 393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57214" h="393726">
                    <a:moveTo>
                      <a:pt x="292030" y="101570"/>
                    </a:moveTo>
                    <a:lnTo>
                      <a:pt x="292030" y="368232"/>
                    </a:lnTo>
                    <a:lnTo>
                      <a:pt x="393643" y="368232"/>
                    </a:lnTo>
                    <a:lnTo>
                      <a:pt x="393643" y="114284"/>
                    </a:lnTo>
                    <a:cubicBezTo>
                      <a:pt x="393643" y="107284"/>
                      <a:pt x="387929" y="101570"/>
                      <a:pt x="380929" y="101570"/>
                    </a:cubicBezTo>
                    <a:close/>
                    <a:moveTo>
                      <a:pt x="101581" y="88883"/>
                    </a:moveTo>
                    <a:lnTo>
                      <a:pt x="228557" y="88883"/>
                    </a:lnTo>
                    <a:lnTo>
                      <a:pt x="228557" y="114278"/>
                    </a:lnTo>
                    <a:lnTo>
                      <a:pt x="101581" y="114278"/>
                    </a:lnTo>
                    <a:close/>
                    <a:moveTo>
                      <a:pt x="76186" y="25381"/>
                    </a:moveTo>
                    <a:cubicBezTo>
                      <a:pt x="69186" y="25381"/>
                      <a:pt x="63472" y="31095"/>
                      <a:pt x="63472" y="38095"/>
                    </a:cubicBezTo>
                    <a:lnTo>
                      <a:pt x="63472" y="368232"/>
                    </a:lnTo>
                    <a:lnTo>
                      <a:pt x="266650" y="368232"/>
                    </a:lnTo>
                    <a:lnTo>
                      <a:pt x="266650" y="38095"/>
                    </a:lnTo>
                    <a:cubicBezTo>
                      <a:pt x="266650" y="31095"/>
                      <a:pt x="260984" y="25381"/>
                      <a:pt x="253937" y="25381"/>
                    </a:cubicBezTo>
                    <a:close/>
                    <a:moveTo>
                      <a:pt x="76186" y="0"/>
                    </a:moveTo>
                    <a:lnTo>
                      <a:pt x="253937" y="0"/>
                    </a:lnTo>
                    <a:cubicBezTo>
                      <a:pt x="274983" y="0"/>
                      <a:pt x="292030" y="17047"/>
                      <a:pt x="292030" y="38095"/>
                    </a:cubicBezTo>
                    <a:lnTo>
                      <a:pt x="292030" y="76189"/>
                    </a:lnTo>
                    <a:lnTo>
                      <a:pt x="380929" y="76189"/>
                    </a:lnTo>
                    <a:cubicBezTo>
                      <a:pt x="401975" y="76189"/>
                      <a:pt x="419022" y="93237"/>
                      <a:pt x="419022" y="114284"/>
                    </a:cubicBezTo>
                    <a:lnTo>
                      <a:pt x="419022" y="368232"/>
                    </a:lnTo>
                    <a:lnTo>
                      <a:pt x="457214" y="368232"/>
                    </a:lnTo>
                    <a:lnTo>
                      <a:pt x="457214" y="393726"/>
                    </a:lnTo>
                    <a:lnTo>
                      <a:pt x="0" y="393726"/>
                    </a:lnTo>
                    <a:lnTo>
                      <a:pt x="0" y="368232"/>
                    </a:lnTo>
                    <a:lnTo>
                      <a:pt x="38093" y="368232"/>
                    </a:lnTo>
                    <a:lnTo>
                      <a:pt x="38093" y="38095"/>
                    </a:lnTo>
                    <a:cubicBezTo>
                      <a:pt x="38093" y="17047"/>
                      <a:pt x="55140" y="0"/>
                      <a:pt x="76186" y="0"/>
                    </a:cubicBezTo>
                    <a:close/>
                  </a:path>
                </a:pathLst>
              </a:custGeom>
              <a:gradFill>
                <a:gsLst>
                  <a:gs pos="100000">
                    <a:schemeClr val="accent2"/>
                  </a:gs>
                  <a:gs pos="0">
                    <a:schemeClr val="accent1"/>
                  </a:gs>
                </a:gsLst>
                <a:lin ang="27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37" name="宇神PPT-7-5"/>
              <p:cNvSpPr/>
              <p:nvPr/>
            </p:nvSpPr>
            <p:spPr>
              <a:xfrm>
                <a:off x="7655386" y="1368425"/>
                <a:ext cx="821030" cy="821030"/>
              </a:xfrm>
              <a:prstGeom prst="ellipse">
                <a:avLst/>
              </a:prstGeom>
              <a:noFill/>
              <a:ln w="19050">
                <a:gradFill>
                  <a:gsLst>
                    <a:gs pos="0">
                      <a:schemeClr val="accent1"/>
                    </a:gs>
                    <a:gs pos="100000">
                      <a:schemeClr val="accent2"/>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100000">
                        <a:schemeClr val="accent2"/>
                      </a:gs>
                      <a:gs pos="0">
                        <a:schemeClr val="accent1"/>
                      </a:gs>
                    </a:gsLst>
                    <a:lin ang="2700000" scaled="0"/>
                  </a:gradFill>
                </a:endParaRPr>
              </a:p>
            </p:txBody>
          </p:sp>
        </p:grpSp>
      </p:grpSp>
      <p:sp>
        <p:nvSpPr>
          <p:cNvPr id="41" name="宇神PPT-8"/>
          <p:cNvSpPr/>
          <p:nvPr/>
        </p:nvSpPr>
        <p:spPr>
          <a:xfrm>
            <a:off x="4056000" y="580009"/>
            <a:ext cx="8136000" cy="45719"/>
          </a:xfrm>
          <a:custGeom>
            <a:avLst/>
            <a:gdLst>
              <a:gd name="connsiteX0" fmla="*/ 0 w 4686857"/>
              <a:gd name="connsiteY0" fmla="*/ 0 h 20571"/>
              <a:gd name="connsiteX1" fmla="*/ 4686857 w 4686857"/>
              <a:gd name="connsiteY1" fmla="*/ 0 h 20571"/>
              <a:gd name="connsiteX2" fmla="*/ 4686857 w 4686857"/>
              <a:gd name="connsiteY2" fmla="*/ 20571 h 20571"/>
              <a:gd name="connsiteX3" fmla="*/ 0 w 4686857"/>
              <a:gd name="connsiteY3" fmla="*/ 20571 h 20571"/>
            </a:gdLst>
            <a:ahLst/>
            <a:cxnLst>
              <a:cxn ang="0">
                <a:pos x="connsiteX0" y="connsiteY0"/>
              </a:cxn>
              <a:cxn ang="0">
                <a:pos x="connsiteX1" y="connsiteY1"/>
              </a:cxn>
              <a:cxn ang="0">
                <a:pos x="connsiteX2" y="connsiteY2"/>
              </a:cxn>
              <a:cxn ang="0">
                <a:pos x="connsiteX3" y="connsiteY3"/>
              </a:cxn>
            </a:cxnLst>
            <a:rect l="l" t="t" r="r" b="b"/>
            <a:pathLst>
              <a:path w="4686857" h="20571">
                <a:moveTo>
                  <a:pt x="0" y="0"/>
                </a:moveTo>
                <a:lnTo>
                  <a:pt x="4686857" y="0"/>
                </a:lnTo>
                <a:lnTo>
                  <a:pt x="4686857" y="20571"/>
                </a:lnTo>
                <a:lnTo>
                  <a:pt x="0" y="20571"/>
                </a:lnTo>
                <a:close/>
              </a:path>
            </a:pathLst>
          </a:custGeom>
          <a:gradFill>
            <a:gsLst>
              <a:gs pos="100000">
                <a:schemeClr val="accent2"/>
              </a:gs>
              <a:gs pos="0">
                <a:schemeClr val="accent1"/>
              </a:gs>
            </a:gsLst>
            <a:lin ang="2700000" scaled="0"/>
          </a:gra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100000">
                    <a:srgbClr val="8C127D"/>
                  </a:gs>
                  <a:gs pos="0">
                    <a:srgbClr val="E56758"/>
                  </a:gs>
                </a:gsLst>
                <a:lin ang="2700000" scaled="0"/>
              </a:gra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4" name="宇神PPT-9"/>
          <p:cNvSpPr/>
          <p:nvPr/>
        </p:nvSpPr>
        <p:spPr>
          <a:xfrm>
            <a:off x="0" y="580009"/>
            <a:ext cx="348000" cy="45719"/>
          </a:xfrm>
          <a:custGeom>
            <a:avLst/>
            <a:gdLst>
              <a:gd name="connsiteX0" fmla="*/ 0 w 348000"/>
              <a:gd name="connsiteY0" fmla="*/ 0 h 45719"/>
              <a:gd name="connsiteX1" fmla="*/ 348000 w 348000"/>
              <a:gd name="connsiteY1" fmla="*/ 0 h 45719"/>
              <a:gd name="connsiteX2" fmla="*/ 348000 w 348000"/>
              <a:gd name="connsiteY2" fmla="*/ 45719 h 45719"/>
              <a:gd name="connsiteX3" fmla="*/ 0 w 34800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348000" h="45719">
                <a:moveTo>
                  <a:pt x="0" y="0"/>
                </a:moveTo>
                <a:lnTo>
                  <a:pt x="348000" y="0"/>
                </a:lnTo>
                <a:lnTo>
                  <a:pt x="348000" y="45719"/>
                </a:lnTo>
                <a:lnTo>
                  <a:pt x="0" y="45719"/>
                </a:lnTo>
                <a:close/>
              </a:path>
            </a:pathLst>
          </a:custGeom>
          <a:gradFill>
            <a:gsLst>
              <a:gs pos="100000">
                <a:schemeClr val="accent2"/>
              </a:gs>
              <a:gs pos="0">
                <a:schemeClr val="accent1"/>
              </a:gs>
            </a:gsLst>
            <a:lin ang="2700000" scaled="0"/>
          </a:gradFill>
          <a:ln w="3429"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100000">
                    <a:srgbClr val="8C127D"/>
                  </a:gs>
                  <a:gs pos="0">
                    <a:srgbClr val="E56758"/>
                  </a:gs>
                </a:gsLst>
                <a:lin ang="2700000" scaled="0"/>
              </a:gra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anim calcmode="lin" valueType="num">
                                      <p:cBhvr>
                                        <p:cTn id="8" dur="500" fill="hold"/>
                                        <p:tgtEl>
                                          <p:spTgt spid="27"/>
                                        </p:tgtEl>
                                        <p:attrNameLst>
                                          <p:attrName>ppt_x</p:attrName>
                                        </p:attrNameLst>
                                      </p:cBhvr>
                                      <p:tavLst>
                                        <p:tav tm="0">
                                          <p:val>
                                            <p:strVal val="#ppt_x"/>
                                          </p:val>
                                        </p:tav>
                                        <p:tav tm="100000">
                                          <p:val>
                                            <p:strVal val="#ppt_x"/>
                                          </p:val>
                                        </p:tav>
                                      </p:tavLst>
                                    </p:anim>
                                    <p:anim calcmode="lin" valueType="num">
                                      <p:cBhvr>
                                        <p:cTn id="9" dur="500" fill="hold"/>
                                        <p:tgtEl>
                                          <p:spTgt spid="27"/>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44"/>
                                        </p:tgtEl>
                                        <p:attrNameLst>
                                          <p:attrName>style.visibility</p:attrName>
                                        </p:attrNameLst>
                                      </p:cBhvr>
                                      <p:to>
                                        <p:strVal val="visible"/>
                                      </p:to>
                                    </p:set>
                                    <p:animEffect transition="in" filter="fade">
                                      <p:cBhvr>
                                        <p:cTn id="13" dur="500"/>
                                        <p:tgtEl>
                                          <p:spTgt spid="44"/>
                                        </p:tgtEl>
                                      </p:cBhvr>
                                    </p:animEffect>
                                    <p:anim calcmode="lin" valueType="num">
                                      <p:cBhvr>
                                        <p:cTn id="14" dur="500" fill="hold"/>
                                        <p:tgtEl>
                                          <p:spTgt spid="44"/>
                                        </p:tgtEl>
                                        <p:attrNameLst>
                                          <p:attrName>ppt_x</p:attrName>
                                        </p:attrNameLst>
                                      </p:cBhvr>
                                      <p:tavLst>
                                        <p:tav tm="0">
                                          <p:val>
                                            <p:strVal val="#ppt_x"/>
                                          </p:val>
                                        </p:tav>
                                        <p:tav tm="100000">
                                          <p:val>
                                            <p:strVal val="#ppt_x"/>
                                          </p:val>
                                        </p:tav>
                                      </p:tavLst>
                                    </p:anim>
                                    <p:anim calcmode="lin" valueType="num">
                                      <p:cBhvr>
                                        <p:cTn id="15" dur="500" fill="hold"/>
                                        <p:tgtEl>
                                          <p:spTgt spid="44"/>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fade">
                                      <p:cBhvr>
                                        <p:cTn id="19" dur="500"/>
                                        <p:tgtEl>
                                          <p:spTgt spid="43"/>
                                        </p:tgtEl>
                                      </p:cBhvr>
                                    </p:animEffect>
                                    <p:anim calcmode="lin" valueType="num">
                                      <p:cBhvr>
                                        <p:cTn id="20" dur="500" fill="hold"/>
                                        <p:tgtEl>
                                          <p:spTgt spid="43"/>
                                        </p:tgtEl>
                                        <p:attrNameLst>
                                          <p:attrName>ppt_x</p:attrName>
                                        </p:attrNameLst>
                                      </p:cBhvr>
                                      <p:tavLst>
                                        <p:tav tm="0">
                                          <p:val>
                                            <p:strVal val="#ppt_x"/>
                                          </p:val>
                                        </p:tav>
                                        <p:tav tm="100000">
                                          <p:val>
                                            <p:strVal val="#ppt_x"/>
                                          </p:val>
                                        </p:tav>
                                      </p:tavLst>
                                    </p:anim>
                                    <p:anim calcmode="lin" valueType="num">
                                      <p:cBhvr>
                                        <p:cTn id="21" dur="500" fill="hold"/>
                                        <p:tgtEl>
                                          <p:spTgt spid="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宇神PPT-1"/>
          <p:cNvSpPr/>
          <p:nvPr/>
        </p:nvSpPr>
        <p:spPr>
          <a:xfrm>
            <a:off x="633592" y="2303299"/>
            <a:ext cx="10835957" cy="3836456"/>
          </a:xfrm>
          <a:custGeom>
            <a:avLst/>
            <a:gdLst>
              <a:gd name="connsiteX0" fmla="*/ 0 w 10835957"/>
              <a:gd name="connsiteY0" fmla="*/ 0 h 3511409"/>
              <a:gd name="connsiteX1" fmla="*/ 1805993 w 10835957"/>
              <a:gd name="connsiteY1" fmla="*/ 0 h 3511409"/>
              <a:gd name="connsiteX2" fmla="*/ 1805993 w 10835957"/>
              <a:gd name="connsiteY2" fmla="*/ 0 h 3511409"/>
              <a:gd name="connsiteX3" fmla="*/ 4514982 w 10835957"/>
              <a:gd name="connsiteY3" fmla="*/ 0 h 3511409"/>
              <a:gd name="connsiteX4" fmla="*/ 10835957 w 10835957"/>
              <a:gd name="connsiteY4" fmla="*/ 0 h 3511409"/>
              <a:gd name="connsiteX5" fmla="*/ 10835957 w 10835957"/>
              <a:gd name="connsiteY5" fmla="*/ 2048322 h 3511409"/>
              <a:gd name="connsiteX6" fmla="*/ 10835957 w 10835957"/>
              <a:gd name="connsiteY6" fmla="*/ 2048322 h 3511409"/>
              <a:gd name="connsiteX7" fmla="*/ 10835957 w 10835957"/>
              <a:gd name="connsiteY7" fmla="*/ 2926174 h 3511409"/>
              <a:gd name="connsiteX8" fmla="*/ 10835957 w 10835957"/>
              <a:gd name="connsiteY8" fmla="*/ 3511409 h 3511409"/>
              <a:gd name="connsiteX9" fmla="*/ 4514982 w 10835957"/>
              <a:gd name="connsiteY9" fmla="*/ 3511409 h 3511409"/>
              <a:gd name="connsiteX10" fmla="*/ 1763552 w 10835957"/>
              <a:gd name="connsiteY10" fmla="*/ 4165023 h 3511409"/>
              <a:gd name="connsiteX11" fmla="*/ 1805993 w 10835957"/>
              <a:gd name="connsiteY11" fmla="*/ 3511409 h 3511409"/>
              <a:gd name="connsiteX12" fmla="*/ 0 w 10835957"/>
              <a:gd name="connsiteY12" fmla="*/ 3511409 h 3511409"/>
              <a:gd name="connsiteX13" fmla="*/ 0 w 10835957"/>
              <a:gd name="connsiteY13" fmla="*/ 2926174 h 3511409"/>
              <a:gd name="connsiteX14" fmla="*/ 0 w 10835957"/>
              <a:gd name="connsiteY14" fmla="*/ 2048322 h 3511409"/>
              <a:gd name="connsiteX15" fmla="*/ 0 w 10835957"/>
              <a:gd name="connsiteY15" fmla="*/ 2048322 h 3511409"/>
              <a:gd name="connsiteX16" fmla="*/ 0 w 10835957"/>
              <a:gd name="connsiteY16" fmla="*/ 0 h 3511409"/>
              <a:gd name="connsiteX0-1" fmla="*/ 1805993 w 10835957"/>
              <a:gd name="connsiteY0-2" fmla="*/ 3511409 h 4165023"/>
              <a:gd name="connsiteX1-3" fmla="*/ 0 w 10835957"/>
              <a:gd name="connsiteY1-4" fmla="*/ 3511409 h 4165023"/>
              <a:gd name="connsiteX2-5" fmla="*/ 0 w 10835957"/>
              <a:gd name="connsiteY2-6" fmla="*/ 2926174 h 4165023"/>
              <a:gd name="connsiteX3-7" fmla="*/ 0 w 10835957"/>
              <a:gd name="connsiteY3-8" fmla="*/ 2048322 h 4165023"/>
              <a:gd name="connsiteX4-9" fmla="*/ 0 w 10835957"/>
              <a:gd name="connsiteY4-10" fmla="*/ 2048322 h 4165023"/>
              <a:gd name="connsiteX5-11" fmla="*/ 0 w 10835957"/>
              <a:gd name="connsiteY5-12" fmla="*/ 0 h 4165023"/>
              <a:gd name="connsiteX6-13" fmla="*/ 1805993 w 10835957"/>
              <a:gd name="connsiteY6-14" fmla="*/ 0 h 4165023"/>
              <a:gd name="connsiteX7-15" fmla="*/ 1805993 w 10835957"/>
              <a:gd name="connsiteY7-16" fmla="*/ 0 h 4165023"/>
              <a:gd name="connsiteX8-17" fmla="*/ 4514982 w 10835957"/>
              <a:gd name="connsiteY8-18" fmla="*/ 0 h 4165023"/>
              <a:gd name="connsiteX9-19" fmla="*/ 10835957 w 10835957"/>
              <a:gd name="connsiteY9-20" fmla="*/ 0 h 4165023"/>
              <a:gd name="connsiteX10-21" fmla="*/ 10835957 w 10835957"/>
              <a:gd name="connsiteY10-22" fmla="*/ 2048322 h 4165023"/>
              <a:gd name="connsiteX11-23" fmla="*/ 10835957 w 10835957"/>
              <a:gd name="connsiteY11-24" fmla="*/ 2048322 h 4165023"/>
              <a:gd name="connsiteX12-25" fmla="*/ 10835957 w 10835957"/>
              <a:gd name="connsiteY12-26" fmla="*/ 2926174 h 4165023"/>
              <a:gd name="connsiteX13-27" fmla="*/ 10835957 w 10835957"/>
              <a:gd name="connsiteY13-28" fmla="*/ 3511409 h 4165023"/>
              <a:gd name="connsiteX14-29" fmla="*/ 4514982 w 10835957"/>
              <a:gd name="connsiteY14-30" fmla="*/ 3511409 h 4165023"/>
              <a:gd name="connsiteX15-31" fmla="*/ 1763552 w 10835957"/>
              <a:gd name="connsiteY15-32" fmla="*/ 4165023 h 4165023"/>
              <a:gd name="connsiteX16-33" fmla="*/ 1897433 w 10835957"/>
              <a:gd name="connsiteY16-34" fmla="*/ 3602849 h 4165023"/>
              <a:gd name="connsiteX0-35" fmla="*/ 1805993 w 10835957"/>
              <a:gd name="connsiteY0-36" fmla="*/ 3511409 h 4165023"/>
              <a:gd name="connsiteX1-37" fmla="*/ 0 w 10835957"/>
              <a:gd name="connsiteY1-38" fmla="*/ 3511409 h 4165023"/>
              <a:gd name="connsiteX2-39" fmla="*/ 0 w 10835957"/>
              <a:gd name="connsiteY2-40" fmla="*/ 2926174 h 4165023"/>
              <a:gd name="connsiteX3-41" fmla="*/ 0 w 10835957"/>
              <a:gd name="connsiteY3-42" fmla="*/ 2048322 h 4165023"/>
              <a:gd name="connsiteX4-43" fmla="*/ 0 w 10835957"/>
              <a:gd name="connsiteY4-44" fmla="*/ 2048322 h 4165023"/>
              <a:gd name="connsiteX5-45" fmla="*/ 0 w 10835957"/>
              <a:gd name="connsiteY5-46" fmla="*/ 0 h 4165023"/>
              <a:gd name="connsiteX6-47" fmla="*/ 1805993 w 10835957"/>
              <a:gd name="connsiteY6-48" fmla="*/ 0 h 4165023"/>
              <a:gd name="connsiteX7-49" fmla="*/ 1805993 w 10835957"/>
              <a:gd name="connsiteY7-50" fmla="*/ 0 h 4165023"/>
              <a:gd name="connsiteX8-51" fmla="*/ 4514982 w 10835957"/>
              <a:gd name="connsiteY8-52" fmla="*/ 0 h 4165023"/>
              <a:gd name="connsiteX9-53" fmla="*/ 10835957 w 10835957"/>
              <a:gd name="connsiteY9-54" fmla="*/ 0 h 4165023"/>
              <a:gd name="connsiteX10-55" fmla="*/ 10835957 w 10835957"/>
              <a:gd name="connsiteY10-56" fmla="*/ 2048322 h 4165023"/>
              <a:gd name="connsiteX11-57" fmla="*/ 10835957 w 10835957"/>
              <a:gd name="connsiteY11-58" fmla="*/ 2048322 h 4165023"/>
              <a:gd name="connsiteX12-59" fmla="*/ 10835957 w 10835957"/>
              <a:gd name="connsiteY12-60" fmla="*/ 2926174 h 4165023"/>
              <a:gd name="connsiteX13-61" fmla="*/ 10835957 w 10835957"/>
              <a:gd name="connsiteY13-62" fmla="*/ 3511409 h 4165023"/>
              <a:gd name="connsiteX14-63" fmla="*/ 4514982 w 10835957"/>
              <a:gd name="connsiteY14-64" fmla="*/ 3511409 h 4165023"/>
              <a:gd name="connsiteX15-65" fmla="*/ 1763552 w 10835957"/>
              <a:gd name="connsiteY15-66" fmla="*/ 4165023 h 416502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10835957" h="4165023">
                <a:moveTo>
                  <a:pt x="1805993" y="3511409"/>
                </a:moveTo>
                <a:lnTo>
                  <a:pt x="0" y="3511409"/>
                </a:lnTo>
                <a:lnTo>
                  <a:pt x="0" y="2926174"/>
                </a:lnTo>
                <a:lnTo>
                  <a:pt x="0" y="2048322"/>
                </a:lnTo>
                <a:lnTo>
                  <a:pt x="0" y="2048322"/>
                </a:lnTo>
                <a:lnTo>
                  <a:pt x="0" y="0"/>
                </a:lnTo>
                <a:lnTo>
                  <a:pt x="1805993" y="0"/>
                </a:lnTo>
                <a:lnTo>
                  <a:pt x="1805993" y="0"/>
                </a:lnTo>
                <a:lnTo>
                  <a:pt x="4514982" y="0"/>
                </a:lnTo>
                <a:lnTo>
                  <a:pt x="10835957" y="0"/>
                </a:lnTo>
                <a:lnTo>
                  <a:pt x="10835957" y="2048322"/>
                </a:lnTo>
                <a:lnTo>
                  <a:pt x="10835957" y="2048322"/>
                </a:lnTo>
                <a:lnTo>
                  <a:pt x="10835957" y="2926174"/>
                </a:lnTo>
                <a:lnTo>
                  <a:pt x="10835957" y="3511409"/>
                </a:lnTo>
                <a:lnTo>
                  <a:pt x="4514982" y="3511409"/>
                </a:lnTo>
                <a:lnTo>
                  <a:pt x="1763552" y="4165023"/>
                </a:lnTo>
              </a:path>
            </a:pathLst>
          </a:custGeom>
          <a:noFill/>
          <a:ln w="6350" cap="flat" cmpd="sng" algn="ctr">
            <a:solidFill>
              <a:schemeClr val="accent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charset="-122"/>
              <a:ea typeface="思源黑体 CN Light" panose="020B0300000000000000" pitchFamily="34" charset="-122"/>
              <a:cs typeface="+mn-ea"/>
              <a:sym typeface="+mn-lt"/>
            </a:endParaRPr>
          </a:p>
        </p:txBody>
      </p:sp>
      <p:sp>
        <p:nvSpPr>
          <p:cNvPr id="2" name="宇神PPT-2" hidden="1"/>
          <p:cNvSpPr txBox="1"/>
          <p:nvPr/>
        </p:nvSpPr>
        <p:spPr>
          <a:xfrm>
            <a:off x="10580913" y="-603126"/>
            <a:ext cx="1727200" cy="369332"/>
          </a:xfrm>
          <a:prstGeom prst="rect">
            <a:avLst/>
          </a:prstGeom>
          <a:noFill/>
        </p:spPr>
        <p:txBody>
          <a:bodyPr wrap="square" rtlCol="0">
            <a:spAutoFit/>
          </a:bodyPr>
          <a:lstStyle/>
          <a:p>
            <a:pPr algn="ctr"/>
            <a:r>
              <a:rPr lang="en-US" altLang="zh-CN" dirty="0">
                <a:ln>
                  <a:noFill/>
                </a:ln>
                <a:noFill/>
                <a:cs typeface="思源黑体 CN Bold" panose="020B0800000000000000" charset="-122"/>
              </a:rPr>
              <a:t>By  </a:t>
            </a:r>
            <a:r>
              <a:rPr lang="en-US" altLang="zh-CN" dirty="0" err="1">
                <a:ln>
                  <a:noFill/>
                </a:ln>
                <a:noFill/>
                <a:cs typeface="思源黑体 CN Bold" panose="020B0800000000000000" charset="-122"/>
              </a:rPr>
              <a:t>Yushen</a:t>
            </a:r>
            <a:endParaRPr lang="zh-CN" altLang="en-US" dirty="0">
              <a:ln>
                <a:noFill/>
              </a:ln>
              <a:noFill/>
              <a:cs typeface="思源黑体 CN Bold" panose="020B0800000000000000" charset="-122"/>
            </a:endParaRPr>
          </a:p>
        </p:txBody>
      </p:sp>
      <p:grpSp>
        <p:nvGrpSpPr>
          <p:cNvPr id="13" name="宇神PPT-3"/>
          <p:cNvGrpSpPr/>
          <p:nvPr/>
        </p:nvGrpSpPr>
        <p:grpSpPr>
          <a:xfrm>
            <a:off x="976064" y="2021783"/>
            <a:ext cx="6262370" cy="3542030"/>
            <a:chOff x="1124503" y="2599314"/>
            <a:chExt cx="6262370" cy="3542030"/>
          </a:xfrm>
        </p:grpSpPr>
        <p:sp>
          <p:nvSpPr>
            <p:cNvPr id="15" name="宇神PPT-3-1"/>
            <p:cNvSpPr/>
            <p:nvPr/>
          </p:nvSpPr>
          <p:spPr>
            <a:xfrm>
              <a:off x="1263568" y="2599314"/>
              <a:ext cx="2435543" cy="641623"/>
            </a:xfrm>
            <a:prstGeom prst="roundRect">
              <a:avLst>
                <a:gd name="adj" fmla="val 50000"/>
              </a:avLst>
            </a:prstGeom>
            <a:gradFill>
              <a:gsLst>
                <a:gs pos="0">
                  <a:schemeClr val="accent1"/>
                </a:gs>
                <a:gs pos="100000">
                  <a:schemeClr val="accent2"/>
                </a:gs>
              </a:gsLst>
              <a:lin ang="2700000" scaled="0"/>
            </a:gradFill>
            <a:ln>
              <a:noFill/>
            </a:ln>
            <a:effectLst>
              <a:outerShdw blurRad="215900" sx="102000" sy="102000" algn="ctr" rotWithShape="0">
                <a:schemeClr val="accent1">
                  <a:lumMod val="0"/>
                  <a:alpha val="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lumMod val="781"/>
                      <a:lumOff val="99219"/>
                    </a:schemeClr>
                  </a:solidFill>
                  <a:effectLst>
                    <a:outerShdw blurRad="38100" dist="38100" dir="2700000" algn="tl">
                      <a:schemeClr val="accent1">
                        <a:lumMod val="0"/>
                        <a:alpha val="43137"/>
                      </a:schemeClr>
                    </a:outerShdw>
                  </a:effectLst>
                  <a:uLnTx/>
                  <a:uFillTx/>
                  <a:latin typeface="思源黑体 CN Bold" panose="020B0800000000000000" charset="-122"/>
                  <a:ea typeface="思源黑体 CN Bold" panose="020B0800000000000000" charset="-122"/>
                  <a:cs typeface="思源黑体 CN Bold" panose="020B0800000000000000" charset="-122"/>
                </a:rPr>
                <a:t>反对国家主义</a:t>
              </a:r>
              <a:endParaRPr kumimoji="0" lang="zh-CN" altLang="en-US" sz="2000" b="0" i="0" u="none" strike="noStrike" kern="1200" cap="none" spc="0" normalizeH="0" baseline="0" noProof="0" dirty="0">
                <a:ln>
                  <a:noFill/>
                </a:ln>
                <a:solidFill>
                  <a:schemeClr val="accent1">
                    <a:lumMod val="781"/>
                    <a:lumOff val="99219"/>
                  </a:schemeClr>
                </a:solidFill>
                <a:effectLst>
                  <a:outerShdw blurRad="38100" dist="38100" dir="2700000" algn="tl">
                    <a:schemeClr val="accent1">
                      <a:lumMod val="0"/>
                      <a:alpha val="43137"/>
                    </a:schemeClr>
                  </a:outerShdw>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16" name="宇神PPT-3-2"/>
            <p:cNvSpPr/>
            <p:nvPr/>
          </p:nvSpPr>
          <p:spPr>
            <a:xfrm>
              <a:off x="1124503" y="3141604"/>
              <a:ext cx="6262370" cy="2999740"/>
            </a:xfrm>
            <a:prstGeom prst="rect">
              <a:avLst/>
            </a:prstGeom>
          </p:spPr>
          <p:txBody>
            <a:bodyPr wrap="square">
              <a:spAutoFit/>
            </a:bodyPr>
            <a:lstStyle/>
            <a:p>
              <a:pPr marR="0" lvl="0" indent="457200" defTabSz="914400" rtl="0" fontAlgn="auto">
                <a:lnSpc>
                  <a:spcPct val="150000"/>
                </a:lnSpc>
                <a:spcBef>
                  <a:spcPts val="0"/>
                </a:spcBef>
                <a:spcAft>
                  <a:spcPts val="0"/>
                </a:spcAft>
                <a:buClrTx/>
                <a:buSzTx/>
                <a:buFontTx/>
                <a:buNone/>
                <a:defRPr/>
                <a:extLst>
                  <a:ext uri="{35155182-B16C-46BC-9424-99874614C6A1}">
                    <wpsdc:indentchars xmlns:wpsdc="http://www.wps.cn/officeDocument/2017/drawingmlCustomData" val="200" checksum="59296752"/>
                  </a:ext>
                </a:extLst>
              </a:pPr>
              <a:r>
                <a:rPr kumimoji="0" lang="zh-CN" altLang="en-US"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1916年，泰戈尔来到日本，他对日本这样充满生机的一个新兴国家，颇多感慨。后来他从日本又到了美国，以“国家主义”为题，作了许多报告，他谴责东方和西方的“国家主义”。他对美国一向没有好感，那里的民族歧视使他深恶痛绝。美国的报纸和侦探机关从舆论上和行动上也常常给他带来麻烦。1929年，他访问了加拿大之后到了美国，又遭到美国移民官员扣留和盘问。</a:t>
              </a:r>
              <a:endParaRPr kumimoji="0" lang="zh-CN" altLang="en-US"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grpSp>
      <p:grpSp>
        <p:nvGrpSpPr>
          <p:cNvPr id="20" name="宇神PPT-4"/>
          <p:cNvGrpSpPr/>
          <p:nvPr/>
        </p:nvGrpSpPr>
        <p:grpSpPr>
          <a:xfrm>
            <a:off x="472301" y="173243"/>
            <a:ext cx="3459398" cy="915132"/>
            <a:chOff x="7655386" y="1280673"/>
            <a:chExt cx="3459398" cy="915132"/>
          </a:xfrm>
        </p:grpSpPr>
        <p:grpSp>
          <p:nvGrpSpPr>
            <p:cNvPr id="21" name="组合 20"/>
            <p:cNvGrpSpPr/>
            <p:nvPr/>
          </p:nvGrpSpPr>
          <p:grpSpPr>
            <a:xfrm>
              <a:off x="8732602" y="1280673"/>
              <a:ext cx="2382182" cy="915132"/>
              <a:chOff x="8732602" y="1280673"/>
              <a:chExt cx="2382182" cy="915132"/>
            </a:xfrm>
          </p:grpSpPr>
          <p:sp>
            <p:nvSpPr>
              <p:cNvPr id="25" name="宇神PPT-4-1"/>
              <p:cNvSpPr txBox="1"/>
              <p:nvPr/>
            </p:nvSpPr>
            <p:spPr>
              <a:xfrm>
                <a:off x="8732602" y="1280673"/>
                <a:ext cx="848309" cy="769441"/>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rPr>
                  <a:t>01</a:t>
                </a:r>
                <a:endParaRPr kumimoji="0" lang="zh-CN" altLang="en-US" sz="4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26" name="宇神PPT-4-2"/>
              <p:cNvSpPr txBox="1"/>
              <p:nvPr/>
            </p:nvSpPr>
            <p:spPr>
              <a:xfrm>
                <a:off x="8811081" y="1918806"/>
                <a:ext cx="2303703" cy="276999"/>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Light" panose="020B0300000000000000" pitchFamily="34" charset="-122"/>
                    <a:ea typeface="思源黑体 CN Light" panose="020B0300000000000000" pitchFamily="34" charset="-122"/>
                    <a:cs typeface="+mn-ea"/>
                    <a:sym typeface="+mn-lt"/>
                  </a:rPr>
                  <a:t>AUTHOR PROFILE</a:t>
                </a:r>
                <a:endParaRPr kumimoji="0" lang="en-US" altLang="zh-CN" sz="12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Light" panose="020B0300000000000000" pitchFamily="34" charset="-122"/>
                  <a:ea typeface="思源黑体 CN Light" panose="020B0300000000000000" pitchFamily="34" charset="-122"/>
                  <a:cs typeface="+mn-ea"/>
                  <a:sym typeface="+mn-lt"/>
                </a:endParaRPr>
              </a:p>
            </p:txBody>
          </p:sp>
          <p:sp>
            <p:nvSpPr>
              <p:cNvPr id="27" name="宇神PPT-4-3"/>
              <p:cNvSpPr txBox="1"/>
              <p:nvPr/>
            </p:nvSpPr>
            <p:spPr>
              <a:xfrm>
                <a:off x="9677835" y="1463090"/>
                <a:ext cx="1415772" cy="46166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mn-ea"/>
                    <a:sym typeface="+mn-lt"/>
                  </a:rPr>
                  <a:t>作家简介</a:t>
                </a:r>
                <a:endParaRPr kumimoji="0" lang="zh-CN" altLang="en-US" sz="2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mn-ea"/>
                  <a:sym typeface="+mn-lt"/>
                </a:endParaRPr>
              </a:p>
            </p:txBody>
          </p:sp>
        </p:grpSp>
        <p:grpSp>
          <p:nvGrpSpPr>
            <p:cNvPr id="22" name="组合 21"/>
            <p:cNvGrpSpPr/>
            <p:nvPr/>
          </p:nvGrpSpPr>
          <p:grpSpPr>
            <a:xfrm>
              <a:off x="7655386" y="1327724"/>
              <a:ext cx="821030" cy="821030"/>
              <a:chOff x="7655386" y="1368425"/>
              <a:chExt cx="821030" cy="821030"/>
            </a:xfrm>
          </p:grpSpPr>
          <p:sp>
            <p:nvSpPr>
              <p:cNvPr id="23" name="宇神PPT-4-4"/>
              <p:cNvSpPr/>
              <p:nvPr/>
            </p:nvSpPr>
            <p:spPr>
              <a:xfrm>
                <a:off x="7833588" y="1578886"/>
                <a:ext cx="464626" cy="400108"/>
              </a:xfrm>
              <a:custGeom>
                <a:avLst/>
                <a:gdLst>
                  <a:gd name="connsiteX0" fmla="*/ 292030 w 457214"/>
                  <a:gd name="connsiteY0" fmla="*/ 101570 h 393726"/>
                  <a:gd name="connsiteX1" fmla="*/ 292030 w 457214"/>
                  <a:gd name="connsiteY1" fmla="*/ 368232 h 393726"/>
                  <a:gd name="connsiteX2" fmla="*/ 393643 w 457214"/>
                  <a:gd name="connsiteY2" fmla="*/ 368232 h 393726"/>
                  <a:gd name="connsiteX3" fmla="*/ 393643 w 457214"/>
                  <a:gd name="connsiteY3" fmla="*/ 114284 h 393726"/>
                  <a:gd name="connsiteX4" fmla="*/ 380929 w 457214"/>
                  <a:gd name="connsiteY4" fmla="*/ 101570 h 393726"/>
                  <a:gd name="connsiteX5" fmla="*/ 101581 w 457214"/>
                  <a:gd name="connsiteY5" fmla="*/ 88883 h 393726"/>
                  <a:gd name="connsiteX6" fmla="*/ 228557 w 457214"/>
                  <a:gd name="connsiteY6" fmla="*/ 88883 h 393726"/>
                  <a:gd name="connsiteX7" fmla="*/ 228557 w 457214"/>
                  <a:gd name="connsiteY7" fmla="*/ 114278 h 393726"/>
                  <a:gd name="connsiteX8" fmla="*/ 101581 w 457214"/>
                  <a:gd name="connsiteY8" fmla="*/ 114278 h 393726"/>
                  <a:gd name="connsiteX9" fmla="*/ 76186 w 457214"/>
                  <a:gd name="connsiteY9" fmla="*/ 25381 h 393726"/>
                  <a:gd name="connsiteX10" fmla="*/ 63472 w 457214"/>
                  <a:gd name="connsiteY10" fmla="*/ 38095 h 393726"/>
                  <a:gd name="connsiteX11" fmla="*/ 63472 w 457214"/>
                  <a:gd name="connsiteY11" fmla="*/ 368232 h 393726"/>
                  <a:gd name="connsiteX12" fmla="*/ 266650 w 457214"/>
                  <a:gd name="connsiteY12" fmla="*/ 368232 h 393726"/>
                  <a:gd name="connsiteX13" fmla="*/ 266650 w 457214"/>
                  <a:gd name="connsiteY13" fmla="*/ 38095 h 393726"/>
                  <a:gd name="connsiteX14" fmla="*/ 253937 w 457214"/>
                  <a:gd name="connsiteY14" fmla="*/ 25381 h 393726"/>
                  <a:gd name="connsiteX15" fmla="*/ 76186 w 457214"/>
                  <a:gd name="connsiteY15" fmla="*/ 0 h 393726"/>
                  <a:gd name="connsiteX16" fmla="*/ 253937 w 457214"/>
                  <a:gd name="connsiteY16" fmla="*/ 0 h 393726"/>
                  <a:gd name="connsiteX17" fmla="*/ 292030 w 457214"/>
                  <a:gd name="connsiteY17" fmla="*/ 38095 h 393726"/>
                  <a:gd name="connsiteX18" fmla="*/ 292030 w 457214"/>
                  <a:gd name="connsiteY18" fmla="*/ 76189 h 393726"/>
                  <a:gd name="connsiteX19" fmla="*/ 380929 w 457214"/>
                  <a:gd name="connsiteY19" fmla="*/ 76189 h 393726"/>
                  <a:gd name="connsiteX20" fmla="*/ 419022 w 457214"/>
                  <a:gd name="connsiteY20" fmla="*/ 114284 h 393726"/>
                  <a:gd name="connsiteX21" fmla="*/ 419022 w 457214"/>
                  <a:gd name="connsiteY21" fmla="*/ 368232 h 393726"/>
                  <a:gd name="connsiteX22" fmla="*/ 457214 w 457214"/>
                  <a:gd name="connsiteY22" fmla="*/ 368232 h 393726"/>
                  <a:gd name="connsiteX23" fmla="*/ 457214 w 457214"/>
                  <a:gd name="connsiteY23" fmla="*/ 393726 h 393726"/>
                  <a:gd name="connsiteX24" fmla="*/ 0 w 457214"/>
                  <a:gd name="connsiteY24" fmla="*/ 393726 h 393726"/>
                  <a:gd name="connsiteX25" fmla="*/ 0 w 457214"/>
                  <a:gd name="connsiteY25" fmla="*/ 368232 h 393726"/>
                  <a:gd name="connsiteX26" fmla="*/ 38093 w 457214"/>
                  <a:gd name="connsiteY26" fmla="*/ 368232 h 393726"/>
                  <a:gd name="connsiteX27" fmla="*/ 38093 w 457214"/>
                  <a:gd name="connsiteY27" fmla="*/ 38095 h 393726"/>
                  <a:gd name="connsiteX28" fmla="*/ 76186 w 457214"/>
                  <a:gd name="connsiteY28" fmla="*/ 0 h 393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57214" h="393726">
                    <a:moveTo>
                      <a:pt x="292030" y="101570"/>
                    </a:moveTo>
                    <a:lnTo>
                      <a:pt x="292030" y="368232"/>
                    </a:lnTo>
                    <a:lnTo>
                      <a:pt x="393643" y="368232"/>
                    </a:lnTo>
                    <a:lnTo>
                      <a:pt x="393643" y="114284"/>
                    </a:lnTo>
                    <a:cubicBezTo>
                      <a:pt x="393643" y="107284"/>
                      <a:pt x="387929" y="101570"/>
                      <a:pt x="380929" y="101570"/>
                    </a:cubicBezTo>
                    <a:close/>
                    <a:moveTo>
                      <a:pt x="101581" y="88883"/>
                    </a:moveTo>
                    <a:lnTo>
                      <a:pt x="228557" y="88883"/>
                    </a:lnTo>
                    <a:lnTo>
                      <a:pt x="228557" y="114278"/>
                    </a:lnTo>
                    <a:lnTo>
                      <a:pt x="101581" y="114278"/>
                    </a:lnTo>
                    <a:close/>
                    <a:moveTo>
                      <a:pt x="76186" y="25381"/>
                    </a:moveTo>
                    <a:cubicBezTo>
                      <a:pt x="69186" y="25381"/>
                      <a:pt x="63472" y="31095"/>
                      <a:pt x="63472" y="38095"/>
                    </a:cubicBezTo>
                    <a:lnTo>
                      <a:pt x="63472" y="368232"/>
                    </a:lnTo>
                    <a:lnTo>
                      <a:pt x="266650" y="368232"/>
                    </a:lnTo>
                    <a:lnTo>
                      <a:pt x="266650" y="38095"/>
                    </a:lnTo>
                    <a:cubicBezTo>
                      <a:pt x="266650" y="31095"/>
                      <a:pt x="260984" y="25381"/>
                      <a:pt x="253937" y="25381"/>
                    </a:cubicBezTo>
                    <a:close/>
                    <a:moveTo>
                      <a:pt x="76186" y="0"/>
                    </a:moveTo>
                    <a:lnTo>
                      <a:pt x="253937" y="0"/>
                    </a:lnTo>
                    <a:cubicBezTo>
                      <a:pt x="274983" y="0"/>
                      <a:pt x="292030" y="17047"/>
                      <a:pt x="292030" y="38095"/>
                    </a:cubicBezTo>
                    <a:lnTo>
                      <a:pt x="292030" y="76189"/>
                    </a:lnTo>
                    <a:lnTo>
                      <a:pt x="380929" y="76189"/>
                    </a:lnTo>
                    <a:cubicBezTo>
                      <a:pt x="401975" y="76189"/>
                      <a:pt x="419022" y="93237"/>
                      <a:pt x="419022" y="114284"/>
                    </a:cubicBezTo>
                    <a:lnTo>
                      <a:pt x="419022" y="368232"/>
                    </a:lnTo>
                    <a:lnTo>
                      <a:pt x="457214" y="368232"/>
                    </a:lnTo>
                    <a:lnTo>
                      <a:pt x="457214" y="393726"/>
                    </a:lnTo>
                    <a:lnTo>
                      <a:pt x="0" y="393726"/>
                    </a:lnTo>
                    <a:lnTo>
                      <a:pt x="0" y="368232"/>
                    </a:lnTo>
                    <a:lnTo>
                      <a:pt x="38093" y="368232"/>
                    </a:lnTo>
                    <a:lnTo>
                      <a:pt x="38093" y="38095"/>
                    </a:lnTo>
                    <a:cubicBezTo>
                      <a:pt x="38093" y="17047"/>
                      <a:pt x="55140" y="0"/>
                      <a:pt x="76186" y="0"/>
                    </a:cubicBezTo>
                    <a:close/>
                  </a:path>
                </a:pathLst>
              </a:custGeom>
              <a:gradFill>
                <a:gsLst>
                  <a:gs pos="100000">
                    <a:schemeClr val="accent2"/>
                  </a:gs>
                  <a:gs pos="0">
                    <a:schemeClr val="accent1"/>
                  </a:gs>
                </a:gsLst>
                <a:lin ang="27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24" name="宇神PPT-4-5"/>
              <p:cNvSpPr/>
              <p:nvPr/>
            </p:nvSpPr>
            <p:spPr>
              <a:xfrm>
                <a:off x="7655386" y="1368425"/>
                <a:ext cx="821030" cy="821030"/>
              </a:xfrm>
              <a:prstGeom prst="ellipse">
                <a:avLst/>
              </a:prstGeom>
              <a:noFill/>
              <a:ln w="19050">
                <a:gradFill>
                  <a:gsLst>
                    <a:gs pos="0">
                      <a:schemeClr val="accent1"/>
                    </a:gs>
                    <a:gs pos="100000">
                      <a:schemeClr val="accent2"/>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100000">
                        <a:schemeClr val="accent2"/>
                      </a:gs>
                      <a:gs pos="0">
                        <a:schemeClr val="accent1"/>
                      </a:gs>
                    </a:gsLst>
                    <a:lin ang="2700000" scaled="0"/>
                  </a:gradFill>
                </a:endParaRPr>
              </a:p>
            </p:txBody>
          </p:sp>
        </p:grpSp>
      </p:grpSp>
      <p:sp>
        <p:nvSpPr>
          <p:cNvPr id="28" name="宇神PPT-5"/>
          <p:cNvSpPr/>
          <p:nvPr/>
        </p:nvSpPr>
        <p:spPr>
          <a:xfrm>
            <a:off x="4056000" y="580009"/>
            <a:ext cx="8136000" cy="45719"/>
          </a:xfrm>
          <a:custGeom>
            <a:avLst/>
            <a:gdLst>
              <a:gd name="connsiteX0" fmla="*/ 0 w 4686857"/>
              <a:gd name="connsiteY0" fmla="*/ 0 h 20571"/>
              <a:gd name="connsiteX1" fmla="*/ 4686857 w 4686857"/>
              <a:gd name="connsiteY1" fmla="*/ 0 h 20571"/>
              <a:gd name="connsiteX2" fmla="*/ 4686857 w 4686857"/>
              <a:gd name="connsiteY2" fmla="*/ 20571 h 20571"/>
              <a:gd name="connsiteX3" fmla="*/ 0 w 4686857"/>
              <a:gd name="connsiteY3" fmla="*/ 20571 h 20571"/>
            </a:gdLst>
            <a:ahLst/>
            <a:cxnLst>
              <a:cxn ang="0">
                <a:pos x="connsiteX0" y="connsiteY0"/>
              </a:cxn>
              <a:cxn ang="0">
                <a:pos x="connsiteX1" y="connsiteY1"/>
              </a:cxn>
              <a:cxn ang="0">
                <a:pos x="connsiteX2" y="connsiteY2"/>
              </a:cxn>
              <a:cxn ang="0">
                <a:pos x="connsiteX3" y="connsiteY3"/>
              </a:cxn>
            </a:cxnLst>
            <a:rect l="l" t="t" r="r" b="b"/>
            <a:pathLst>
              <a:path w="4686857" h="20571">
                <a:moveTo>
                  <a:pt x="0" y="0"/>
                </a:moveTo>
                <a:lnTo>
                  <a:pt x="4686857" y="0"/>
                </a:lnTo>
                <a:lnTo>
                  <a:pt x="4686857" y="20571"/>
                </a:lnTo>
                <a:lnTo>
                  <a:pt x="0" y="20571"/>
                </a:lnTo>
                <a:close/>
              </a:path>
            </a:pathLst>
          </a:custGeom>
          <a:gradFill>
            <a:gsLst>
              <a:gs pos="100000">
                <a:schemeClr val="accent2"/>
              </a:gs>
              <a:gs pos="0">
                <a:schemeClr val="accent1"/>
              </a:gs>
            </a:gsLst>
            <a:lin ang="2700000" scaled="0"/>
          </a:gra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100000">
                    <a:srgbClr val="8C127D"/>
                  </a:gs>
                  <a:gs pos="0">
                    <a:srgbClr val="E56758"/>
                  </a:gs>
                </a:gsLst>
                <a:lin ang="2700000" scaled="0"/>
              </a:gra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5" name="宇神PPT-6"/>
          <p:cNvSpPr/>
          <p:nvPr/>
        </p:nvSpPr>
        <p:spPr>
          <a:xfrm>
            <a:off x="0" y="580009"/>
            <a:ext cx="348000" cy="45719"/>
          </a:xfrm>
          <a:custGeom>
            <a:avLst/>
            <a:gdLst>
              <a:gd name="connsiteX0" fmla="*/ 0 w 348000"/>
              <a:gd name="connsiteY0" fmla="*/ 0 h 45719"/>
              <a:gd name="connsiteX1" fmla="*/ 348000 w 348000"/>
              <a:gd name="connsiteY1" fmla="*/ 0 h 45719"/>
              <a:gd name="connsiteX2" fmla="*/ 348000 w 348000"/>
              <a:gd name="connsiteY2" fmla="*/ 45719 h 45719"/>
              <a:gd name="connsiteX3" fmla="*/ 0 w 34800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348000" h="45719">
                <a:moveTo>
                  <a:pt x="0" y="0"/>
                </a:moveTo>
                <a:lnTo>
                  <a:pt x="348000" y="0"/>
                </a:lnTo>
                <a:lnTo>
                  <a:pt x="348000" y="45719"/>
                </a:lnTo>
                <a:lnTo>
                  <a:pt x="0" y="45719"/>
                </a:lnTo>
                <a:close/>
              </a:path>
            </a:pathLst>
          </a:custGeom>
          <a:gradFill>
            <a:gsLst>
              <a:gs pos="100000">
                <a:schemeClr val="accent2"/>
              </a:gs>
              <a:gs pos="0">
                <a:schemeClr val="accent1"/>
              </a:gs>
            </a:gsLst>
            <a:lin ang="2700000" scaled="0"/>
          </a:gradFill>
          <a:ln w="3429"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100000">
                    <a:srgbClr val="8C127D"/>
                  </a:gs>
                  <a:gs pos="0">
                    <a:srgbClr val="E56758"/>
                  </a:gs>
                </a:gsLst>
                <a:lin ang="2700000" scaled="0"/>
              </a:gra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pic>
        <p:nvPicPr>
          <p:cNvPr id="4" name="宇神PPT-7" descr="卡通人物&#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flipH="1">
            <a:off x="7237740" y="1840652"/>
            <a:ext cx="4054503" cy="405450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anim calcmode="lin" valueType="num">
                                      <p:cBhvr>
                                        <p:cTn id="8" dur="500" fill="hold"/>
                                        <p:tgtEl>
                                          <p:spTgt spid="13"/>
                                        </p:tgtEl>
                                        <p:attrNameLst>
                                          <p:attrName>ppt_x</p:attrName>
                                        </p:attrNameLst>
                                      </p:cBhvr>
                                      <p:tavLst>
                                        <p:tav tm="0">
                                          <p:val>
                                            <p:strVal val="#ppt_x"/>
                                          </p:val>
                                        </p:tav>
                                        <p:tav tm="100000">
                                          <p:val>
                                            <p:strVal val="#ppt_x"/>
                                          </p:val>
                                        </p:tav>
                                      </p:tavLst>
                                    </p:anim>
                                    <p:anim calcmode="lin" valueType="num">
                                      <p:cBhvr>
                                        <p:cTn id="9" dur="5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宇神PPT-1" hidden="1"/>
          <p:cNvSpPr txBox="1"/>
          <p:nvPr/>
        </p:nvSpPr>
        <p:spPr>
          <a:xfrm>
            <a:off x="10580913" y="-603126"/>
            <a:ext cx="1727200" cy="369332"/>
          </a:xfrm>
          <a:prstGeom prst="rect">
            <a:avLst/>
          </a:prstGeom>
          <a:noFill/>
        </p:spPr>
        <p:txBody>
          <a:bodyPr wrap="square" rtlCol="0">
            <a:spAutoFit/>
          </a:bodyPr>
          <a:lstStyle/>
          <a:p>
            <a:pPr algn="ctr"/>
            <a:r>
              <a:rPr lang="en-US" altLang="zh-CN" dirty="0">
                <a:ln>
                  <a:noFill/>
                </a:ln>
                <a:noFill/>
                <a:cs typeface="思源黑体 CN Bold" panose="020B0800000000000000" charset="-122"/>
              </a:rPr>
              <a:t>By  </a:t>
            </a:r>
            <a:r>
              <a:rPr lang="en-US" altLang="zh-CN" dirty="0" err="1">
                <a:ln>
                  <a:noFill/>
                </a:ln>
                <a:noFill/>
                <a:cs typeface="思源黑体 CN Bold" panose="020B0800000000000000" charset="-122"/>
              </a:rPr>
              <a:t>Yushen</a:t>
            </a:r>
            <a:endParaRPr lang="zh-CN" altLang="en-US" dirty="0">
              <a:ln>
                <a:noFill/>
              </a:ln>
              <a:noFill/>
              <a:cs typeface="思源黑体 CN Bold" panose="020B0800000000000000" charset="-122"/>
            </a:endParaRPr>
          </a:p>
        </p:txBody>
      </p:sp>
      <p:sp>
        <p:nvSpPr>
          <p:cNvPr id="62" name="宇神PPT-3"/>
          <p:cNvSpPr/>
          <p:nvPr/>
        </p:nvSpPr>
        <p:spPr>
          <a:xfrm>
            <a:off x="4056000" y="580009"/>
            <a:ext cx="8136000" cy="45719"/>
          </a:xfrm>
          <a:custGeom>
            <a:avLst/>
            <a:gdLst>
              <a:gd name="connsiteX0" fmla="*/ 0 w 4686857"/>
              <a:gd name="connsiteY0" fmla="*/ 0 h 20571"/>
              <a:gd name="connsiteX1" fmla="*/ 4686857 w 4686857"/>
              <a:gd name="connsiteY1" fmla="*/ 0 h 20571"/>
              <a:gd name="connsiteX2" fmla="*/ 4686857 w 4686857"/>
              <a:gd name="connsiteY2" fmla="*/ 20571 h 20571"/>
              <a:gd name="connsiteX3" fmla="*/ 0 w 4686857"/>
              <a:gd name="connsiteY3" fmla="*/ 20571 h 20571"/>
            </a:gdLst>
            <a:ahLst/>
            <a:cxnLst>
              <a:cxn ang="0">
                <a:pos x="connsiteX0" y="connsiteY0"/>
              </a:cxn>
              <a:cxn ang="0">
                <a:pos x="connsiteX1" y="connsiteY1"/>
              </a:cxn>
              <a:cxn ang="0">
                <a:pos x="connsiteX2" y="connsiteY2"/>
              </a:cxn>
              <a:cxn ang="0">
                <a:pos x="connsiteX3" y="connsiteY3"/>
              </a:cxn>
            </a:cxnLst>
            <a:rect l="l" t="t" r="r" b="b"/>
            <a:pathLst>
              <a:path w="4686857" h="20571">
                <a:moveTo>
                  <a:pt x="0" y="0"/>
                </a:moveTo>
                <a:lnTo>
                  <a:pt x="4686857" y="0"/>
                </a:lnTo>
                <a:lnTo>
                  <a:pt x="4686857" y="20571"/>
                </a:lnTo>
                <a:lnTo>
                  <a:pt x="0" y="20571"/>
                </a:lnTo>
                <a:close/>
              </a:path>
            </a:pathLst>
          </a:custGeom>
          <a:gradFill>
            <a:gsLst>
              <a:gs pos="100000">
                <a:schemeClr val="accent2"/>
              </a:gs>
              <a:gs pos="0">
                <a:schemeClr val="accent1"/>
              </a:gs>
            </a:gsLst>
            <a:lin ang="2700000" scaled="0"/>
          </a:gra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100000">
                    <a:srgbClr val="8C127D"/>
                  </a:gs>
                  <a:gs pos="0">
                    <a:srgbClr val="E56758"/>
                  </a:gs>
                </a:gsLst>
                <a:lin ang="2700000" scaled="0"/>
              </a:gra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4" name="宇神PPT-4"/>
          <p:cNvSpPr/>
          <p:nvPr/>
        </p:nvSpPr>
        <p:spPr>
          <a:xfrm>
            <a:off x="0" y="580009"/>
            <a:ext cx="348000" cy="45719"/>
          </a:xfrm>
          <a:custGeom>
            <a:avLst/>
            <a:gdLst>
              <a:gd name="connsiteX0" fmla="*/ 0 w 348000"/>
              <a:gd name="connsiteY0" fmla="*/ 0 h 45719"/>
              <a:gd name="connsiteX1" fmla="*/ 348000 w 348000"/>
              <a:gd name="connsiteY1" fmla="*/ 0 h 45719"/>
              <a:gd name="connsiteX2" fmla="*/ 348000 w 348000"/>
              <a:gd name="connsiteY2" fmla="*/ 45719 h 45719"/>
              <a:gd name="connsiteX3" fmla="*/ 0 w 34800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348000" h="45719">
                <a:moveTo>
                  <a:pt x="0" y="0"/>
                </a:moveTo>
                <a:lnTo>
                  <a:pt x="348000" y="0"/>
                </a:lnTo>
                <a:lnTo>
                  <a:pt x="348000" y="45719"/>
                </a:lnTo>
                <a:lnTo>
                  <a:pt x="0" y="45719"/>
                </a:lnTo>
                <a:close/>
              </a:path>
            </a:pathLst>
          </a:custGeom>
          <a:gradFill>
            <a:gsLst>
              <a:gs pos="100000">
                <a:schemeClr val="accent2"/>
              </a:gs>
              <a:gs pos="0">
                <a:schemeClr val="accent1"/>
              </a:gs>
            </a:gsLst>
            <a:lin ang="2700000" scaled="0"/>
          </a:gradFill>
          <a:ln w="3429"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100000">
                    <a:srgbClr val="8C127D"/>
                  </a:gs>
                  <a:gs pos="0">
                    <a:srgbClr val="E56758"/>
                  </a:gs>
                </a:gsLst>
                <a:lin ang="2700000" scaled="0"/>
              </a:gra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grpSp>
        <p:nvGrpSpPr>
          <p:cNvPr id="13" name="宇神PPT-5"/>
          <p:cNvGrpSpPr/>
          <p:nvPr>
            <p:custDataLst>
              <p:tags r:id="rId1"/>
            </p:custDataLst>
          </p:nvPr>
        </p:nvGrpSpPr>
        <p:grpSpPr>
          <a:xfrm>
            <a:off x="4154111" y="1793614"/>
            <a:ext cx="3867150" cy="4856000"/>
            <a:chOff x="4154111" y="1996184"/>
            <a:chExt cx="3867150" cy="4856000"/>
          </a:xfrm>
        </p:grpSpPr>
        <p:cxnSp>
          <p:nvCxnSpPr>
            <p:cNvPr id="46" name="宇神PPT-5-1"/>
            <p:cNvCxnSpPr/>
            <p:nvPr>
              <p:custDataLst>
                <p:tags r:id="rId2"/>
              </p:custDataLst>
            </p:nvPr>
          </p:nvCxnSpPr>
          <p:spPr>
            <a:xfrm>
              <a:off x="4154111" y="2155733"/>
              <a:ext cx="0" cy="3713656"/>
            </a:xfrm>
            <a:prstGeom prst="line">
              <a:avLst/>
            </a:prstGeom>
            <a:noFill/>
            <a:ln w="12700" cap="flat" cmpd="sng" algn="ctr">
              <a:solidFill>
                <a:srgbClr val="9A7B66"/>
              </a:solidFill>
              <a:prstDash val="dash"/>
              <a:miter lim="800000"/>
              <a:headEnd type="none" w="med" len="med"/>
              <a:tailEnd type="none" w="med" len="med"/>
            </a:ln>
            <a:effectLst/>
          </p:spPr>
        </p:cxnSp>
        <p:cxnSp>
          <p:nvCxnSpPr>
            <p:cNvPr id="47" name="宇神PPT-5-2"/>
            <p:cNvCxnSpPr/>
            <p:nvPr>
              <p:custDataLst>
                <p:tags r:id="rId3"/>
              </p:custDataLst>
            </p:nvPr>
          </p:nvCxnSpPr>
          <p:spPr>
            <a:xfrm>
              <a:off x="8021261" y="2184308"/>
              <a:ext cx="0" cy="3713656"/>
            </a:xfrm>
            <a:prstGeom prst="line">
              <a:avLst/>
            </a:prstGeom>
            <a:noFill/>
            <a:ln w="12700" cap="flat" cmpd="sng" algn="ctr">
              <a:solidFill>
                <a:srgbClr val="9A7B66"/>
              </a:solidFill>
              <a:prstDash val="dash"/>
              <a:miter lim="800000"/>
              <a:headEnd type="none" w="med" len="med"/>
              <a:tailEnd type="none" w="med" len="med"/>
            </a:ln>
            <a:effectLst/>
          </p:spPr>
        </p:cxnSp>
        <p:sp>
          <p:nvSpPr>
            <p:cNvPr id="49" name="宇神PPT-5-3"/>
            <p:cNvSpPr txBox="1"/>
            <p:nvPr>
              <p:custDataLst>
                <p:tags r:id="rId4"/>
              </p:custDataLst>
            </p:nvPr>
          </p:nvSpPr>
          <p:spPr>
            <a:xfrm>
              <a:off x="4729818" y="4683659"/>
              <a:ext cx="2819612" cy="2168525"/>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b="0" i="0" u="none" strike="noStrike" kern="1200" cap="none" spc="0" normalizeH="0" baseline="0" noProof="0" dirty="0">
                  <a:ln>
                    <a:noFill/>
                  </a:ln>
                  <a:solidFill>
                    <a:sysClr val="windowText" lastClr="000000"/>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1936年，西班牙爆发了反对共和国政府的叛乱，他站在共和国政府一边，明确反对法西斯头子佛朗哥的倒行逆施。</a:t>
              </a:r>
              <a:endParaRPr kumimoji="0" lang="zh-CN" altLang="en-US" b="0" i="0" u="none" strike="noStrike" kern="1200" cap="none" spc="0" normalizeH="0" baseline="0" noProof="0" dirty="0">
                <a:ln>
                  <a:noFill/>
                </a:ln>
                <a:solidFill>
                  <a:sysClr val="windowText" lastClr="000000"/>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sp>
          <p:nvSpPr>
            <p:cNvPr id="50" name="宇神PPT-5-4"/>
            <p:cNvSpPr/>
            <p:nvPr>
              <p:custDataLst>
                <p:tags r:id="rId5"/>
              </p:custDataLst>
            </p:nvPr>
          </p:nvSpPr>
          <p:spPr>
            <a:xfrm>
              <a:off x="4729819" y="3938701"/>
              <a:ext cx="2819611" cy="645737"/>
            </a:xfrm>
            <a:prstGeom prst="round2DiagRect">
              <a:avLst>
                <a:gd name="adj1" fmla="val 0"/>
                <a:gd name="adj2" fmla="val 0"/>
              </a:avLst>
            </a:prstGeom>
            <a:solidFill>
              <a:schemeClr val="accent3"/>
            </a:solidFill>
            <a:ln w="12700" cap="flat" cmpd="sng" algn="ctr">
              <a:noFill/>
              <a:prstDash val="solid"/>
              <a:miter lim="800000"/>
            </a:ln>
            <a:effectLst>
              <a:outerShdw blurRad="127000" dist="38100" dir="2700000" algn="tl" rotWithShape="0">
                <a:schemeClr val="accent3">
                  <a:alpha val="30000"/>
                </a:scheme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思源黑体 CN Bold" panose="020B0800000000000000" charset="-122"/>
                <a:ea typeface="思源黑体 CN Bold" panose="020B0800000000000000" charset="-122"/>
                <a:cs typeface="思源黑体 CN Bold" panose="020B0800000000000000" charset="-122"/>
                <a:sym typeface="+mn-lt"/>
              </a:endParaRPr>
            </a:p>
          </p:txBody>
        </p:sp>
        <p:sp>
          <p:nvSpPr>
            <p:cNvPr id="51" name="宇神PPT-5-5"/>
            <p:cNvSpPr txBox="1"/>
            <p:nvPr>
              <p:custDataLst>
                <p:tags r:id="rId6"/>
              </p:custDataLst>
            </p:nvPr>
          </p:nvSpPr>
          <p:spPr>
            <a:xfrm>
              <a:off x="5590986" y="4037922"/>
              <a:ext cx="109728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kern="0" dirty="0">
                  <a:solidFill>
                    <a:schemeClr val="accent1">
                      <a:lumMod val="781"/>
                      <a:lumOff val="99219"/>
                    </a:schemeClr>
                  </a:solidFill>
                  <a:effectLst>
                    <a:outerShdw blurRad="38100" dist="38100" dir="2700000" algn="tl">
                      <a:schemeClr val="accent1">
                        <a:lumMod val="0"/>
                        <a:alpha val="43137"/>
                      </a:schemeClr>
                    </a:outerShdw>
                  </a:effectLst>
                  <a:latin typeface="思源黑体 CN Bold" panose="020B0800000000000000" charset="-122"/>
                  <a:ea typeface="思源黑体 CN Bold" panose="020B0800000000000000" charset="-122"/>
                  <a:cs typeface="+mn-ea"/>
                  <a:sym typeface="+mn-ea"/>
                </a:rPr>
                <a:t>西班牙</a:t>
              </a:r>
              <a:endParaRPr kumimoji="0" lang="zh-CN" altLang="en-US" sz="2400" b="1" i="0" u="none" strike="noStrike" kern="0" cap="none" spc="0" normalizeH="0" baseline="0" noProof="0" dirty="0">
                <a:ln>
                  <a:noFill/>
                </a:ln>
                <a:solidFill>
                  <a:schemeClr val="accent1">
                    <a:lumMod val="781"/>
                    <a:lumOff val="99219"/>
                  </a:schemeClr>
                </a:solidFill>
                <a:effectLst>
                  <a:outerShdw blurRad="38100" dist="38100" dir="2700000" algn="tl">
                    <a:schemeClr val="accent1">
                      <a:lumMod val="0"/>
                      <a:alpha val="43137"/>
                    </a:schemeClr>
                  </a:outerShdw>
                </a:effectLst>
                <a:uLnTx/>
                <a:uFillTx/>
                <a:latin typeface="思源黑体 CN Bold" panose="020B0800000000000000" charset="-122"/>
                <a:ea typeface="思源黑体 CN Bold" panose="020B0800000000000000" charset="-122"/>
                <a:cs typeface="+mn-ea"/>
                <a:sym typeface="+mn-lt"/>
              </a:endParaRPr>
            </a:p>
          </p:txBody>
        </p:sp>
        <p:sp>
          <p:nvSpPr>
            <p:cNvPr id="52" name="宇神PPT-5-6"/>
            <p:cNvSpPr/>
            <p:nvPr>
              <p:custDataLst>
                <p:tags r:id="rId7"/>
              </p:custDataLst>
            </p:nvPr>
          </p:nvSpPr>
          <p:spPr>
            <a:xfrm rot="10800000">
              <a:off x="6010425" y="3617392"/>
              <a:ext cx="258399" cy="222758"/>
            </a:xfrm>
            <a:prstGeom prst="triangle">
              <a:avLst/>
            </a:prstGeom>
            <a:solidFill>
              <a:schemeClr val="accent3"/>
            </a:solidFill>
            <a:ln w="12700" cap="flat" cmpd="sng" algn="ctr">
              <a:noFill/>
              <a:prstDash val="solid"/>
              <a:miter lim="800000"/>
            </a:ln>
            <a:effectLst>
              <a:outerShdw blurRad="127000" dist="38100" dir="2700000" algn="tl" rotWithShape="0">
                <a:schemeClr val="accent3">
                  <a:alpha val="30000"/>
                </a:scheme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pic>
          <p:nvPicPr>
            <p:cNvPr id="7" name="宇神PPT-5-7" descr="图标&#10;&#10;描述已自动生成"/>
            <p:cNvPicPr>
              <a:picLocks noChangeAspect="1"/>
            </p:cNvPicPr>
            <p:nvPr>
              <p:custDataLst>
                <p:tags r:id="rId8"/>
              </p:custDataLst>
            </p:nvPr>
          </p:nvPicPr>
          <p:blipFill>
            <a:blip r:embed="rId9" cstate="print">
              <a:extLst>
                <a:ext uri="{28A0092B-C50C-407E-A947-70E740481C1C}">
                  <a14:useLocalDpi xmlns:a14="http://schemas.microsoft.com/office/drawing/2010/main" val="0"/>
                </a:ext>
              </a:extLst>
            </a:blip>
            <a:stretch>
              <a:fillRect/>
            </a:stretch>
          </p:blipFill>
          <p:spPr>
            <a:xfrm>
              <a:off x="4779132" y="1996184"/>
              <a:ext cx="2462583" cy="1455756"/>
            </a:xfrm>
            <a:prstGeom prst="rect">
              <a:avLst/>
            </a:prstGeom>
          </p:spPr>
        </p:pic>
      </p:grpSp>
      <p:grpSp>
        <p:nvGrpSpPr>
          <p:cNvPr id="14" name="宇神PPT-6"/>
          <p:cNvGrpSpPr/>
          <p:nvPr>
            <p:custDataLst>
              <p:tags r:id="rId10"/>
            </p:custDataLst>
          </p:nvPr>
        </p:nvGrpSpPr>
        <p:grpSpPr>
          <a:xfrm>
            <a:off x="8453777" y="1394009"/>
            <a:ext cx="2819613" cy="5224013"/>
            <a:chOff x="8453777" y="1596579"/>
            <a:chExt cx="2819613" cy="5224013"/>
          </a:xfrm>
        </p:grpSpPr>
        <p:sp>
          <p:nvSpPr>
            <p:cNvPr id="41" name="宇神PPT-6-1"/>
            <p:cNvSpPr txBox="1"/>
            <p:nvPr>
              <p:custDataLst>
                <p:tags r:id="rId11"/>
              </p:custDataLst>
            </p:nvPr>
          </p:nvSpPr>
          <p:spPr>
            <a:xfrm>
              <a:off x="8453778" y="4652067"/>
              <a:ext cx="2819612" cy="2168525"/>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b="0" i="0" u="none" strike="noStrike" kern="1200" cap="none" spc="0" normalizeH="0" baseline="0" noProof="0" dirty="0">
                  <a:ln>
                    <a:noFill/>
                  </a:ln>
                  <a:solidFill>
                    <a:sysClr val="windowText" lastClr="000000"/>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1938年，德国法西斯侵略捷克斯洛伐克，他写信给在那儿的朋友，表示对捷克斯洛伐克人民的关怀和声援。</a:t>
              </a:r>
              <a:endParaRPr kumimoji="0" b="0" i="0" u="none" strike="noStrike" kern="1200" cap="none" spc="0" normalizeH="0" baseline="0" noProof="0" dirty="0">
                <a:ln>
                  <a:noFill/>
                </a:ln>
                <a:solidFill>
                  <a:sysClr val="windowText" lastClr="000000"/>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sp>
          <p:nvSpPr>
            <p:cNvPr id="42" name="宇神PPT-6-2"/>
            <p:cNvSpPr/>
            <p:nvPr>
              <p:custDataLst>
                <p:tags r:id="rId12"/>
              </p:custDataLst>
            </p:nvPr>
          </p:nvSpPr>
          <p:spPr>
            <a:xfrm>
              <a:off x="8453777" y="3907110"/>
              <a:ext cx="2819613" cy="645737"/>
            </a:xfrm>
            <a:prstGeom prst="round2DiagRect">
              <a:avLst>
                <a:gd name="adj1" fmla="val 0"/>
                <a:gd name="adj2" fmla="val 0"/>
              </a:avLst>
            </a:prstGeom>
            <a:gradFill flip="none" rotWithShape="0">
              <a:gsLst>
                <a:gs pos="0">
                  <a:schemeClr val="accent1"/>
                </a:gs>
                <a:gs pos="100000">
                  <a:schemeClr val="accent2"/>
                </a:gs>
              </a:gsLst>
              <a:lin ang="2700000" scaled="1"/>
              <a:tileRect/>
            </a:gradFill>
            <a:ln w="12700" cap="flat" cmpd="sng" algn="ctr">
              <a:noFill/>
              <a:prstDash val="solid"/>
              <a:miter lim="800000"/>
            </a:ln>
            <a:effectLst>
              <a:outerShdw blurRad="127000" dist="38100" dir="2700000" algn="tl" rotWithShape="0">
                <a:schemeClr val="accent2">
                  <a:alpha val="30000"/>
                </a:scheme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思源黑体 CN Bold" panose="020B0800000000000000" charset="-122"/>
                <a:ea typeface="思源黑体 CN Bold" panose="020B0800000000000000" charset="-122"/>
                <a:cs typeface="思源黑体 CN Bold" panose="020B0800000000000000" charset="-122"/>
                <a:sym typeface="+mn-lt"/>
              </a:endParaRPr>
            </a:p>
          </p:txBody>
        </p:sp>
        <p:sp>
          <p:nvSpPr>
            <p:cNvPr id="43" name="宇神PPT-6-3"/>
            <p:cNvSpPr txBox="1"/>
            <p:nvPr>
              <p:custDataLst>
                <p:tags r:id="rId13"/>
              </p:custDataLst>
            </p:nvPr>
          </p:nvSpPr>
          <p:spPr>
            <a:xfrm>
              <a:off x="8857746" y="4006330"/>
              <a:ext cx="201168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kern="0" dirty="0">
                  <a:solidFill>
                    <a:schemeClr val="accent1">
                      <a:lumMod val="781"/>
                      <a:lumOff val="99219"/>
                    </a:schemeClr>
                  </a:solidFill>
                  <a:effectLst>
                    <a:outerShdw blurRad="38100" dist="38100" dir="2700000" algn="tl">
                      <a:schemeClr val="accent1">
                        <a:lumMod val="0"/>
                        <a:alpha val="43137"/>
                      </a:schemeClr>
                    </a:outerShdw>
                  </a:effectLst>
                  <a:latin typeface="思源黑体 CN Bold" panose="020B0800000000000000" charset="-122"/>
                  <a:ea typeface="思源黑体 CN Bold" panose="020B0800000000000000" charset="-122"/>
                  <a:cs typeface="+mn-ea"/>
                  <a:sym typeface="+mn-ea"/>
                </a:rPr>
                <a:t>捷克斯洛伐克</a:t>
              </a:r>
              <a:endParaRPr kumimoji="0" lang="zh-CN" altLang="en-US" sz="2400" b="1" i="0" u="none" strike="noStrike" kern="0" cap="none" spc="0" normalizeH="0" baseline="0" dirty="0">
                <a:solidFill>
                  <a:schemeClr val="accent1">
                    <a:lumMod val="781"/>
                    <a:lumOff val="99219"/>
                  </a:schemeClr>
                </a:solidFill>
                <a:effectLst>
                  <a:outerShdw blurRad="38100" dist="38100" dir="2700000" algn="tl">
                    <a:schemeClr val="accent1">
                      <a:lumMod val="0"/>
                      <a:alpha val="43137"/>
                    </a:schemeClr>
                  </a:outerShdw>
                </a:effectLst>
                <a:latin typeface="思源黑体 CN Bold" panose="020B0800000000000000" charset="-122"/>
                <a:ea typeface="思源黑体 CN Bold" panose="020B0800000000000000" charset="-122"/>
                <a:cs typeface="+mn-ea"/>
                <a:sym typeface="+mn-ea"/>
              </a:endParaRPr>
            </a:p>
          </p:txBody>
        </p:sp>
        <p:sp>
          <p:nvSpPr>
            <p:cNvPr id="44" name="宇神PPT-6-4"/>
            <p:cNvSpPr/>
            <p:nvPr>
              <p:custDataLst>
                <p:tags r:id="rId14"/>
              </p:custDataLst>
            </p:nvPr>
          </p:nvSpPr>
          <p:spPr>
            <a:xfrm rot="10800000">
              <a:off x="9734383" y="3585800"/>
              <a:ext cx="258400" cy="222758"/>
            </a:xfrm>
            <a:prstGeom prst="triangle">
              <a:avLst/>
            </a:prstGeom>
            <a:gradFill flip="none" rotWithShape="0">
              <a:gsLst>
                <a:gs pos="0">
                  <a:schemeClr val="accent1"/>
                </a:gs>
                <a:gs pos="100000">
                  <a:schemeClr val="accent2"/>
                </a:gs>
              </a:gsLst>
              <a:lin ang="2700000" scaled="1"/>
              <a:tileRect/>
            </a:gradFill>
            <a:ln w="12700" cap="flat" cmpd="sng" algn="ctr">
              <a:noFill/>
              <a:prstDash val="solid"/>
              <a:miter lim="800000"/>
            </a:ln>
            <a:effectLst>
              <a:outerShdw blurRad="127000" dist="38100" dir="2700000" algn="tl" rotWithShape="0">
                <a:schemeClr val="accent2">
                  <a:alpha val="30000"/>
                </a:scheme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pic>
          <p:nvPicPr>
            <p:cNvPr id="9" name="宇神PPT-6-5" descr="卡通人物&#10;&#10;中度可信度描述已自动生成"/>
            <p:cNvPicPr>
              <a:picLocks noChangeAspect="1"/>
            </p:cNvPicPr>
            <p:nvPr>
              <p:custDataLst>
                <p:tags r:id="rId15"/>
              </p:custDataLst>
            </p:nvPr>
          </p:nvPicPr>
          <p:blipFill>
            <a:blip r:embed="rId16" cstate="print">
              <a:extLst>
                <a:ext uri="{28A0092B-C50C-407E-A947-70E740481C1C}">
                  <a14:useLocalDpi xmlns:a14="http://schemas.microsoft.com/office/drawing/2010/main" val="0"/>
                </a:ext>
              </a:extLst>
            </a:blip>
            <a:stretch>
              <a:fillRect/>
            </a:stretch>
          </p:blipFill>
          <p:spPr>
            <a:xfrm>
              <a:off x="8803274" y="1596579"/>
              <a:ext cx="2134366" cy="1840283"/>
            </a:xfrm>
            <a:prstGeom prst="rect">
              <a:avLst/>
            </a:prstGeom>
          </p:spPr>
        </p:pic>
      </p:grpSp>
      <p:grpSp>
        <p:nvGrpSpPr>
          <p:cNvPr id="12" name="宇神PPT-7"/>
          <p:cNvGrpSpPr/>
          <p:nvPr>
            <p:custDataLst>
              <p:tags r:id="rId17"/>
            </p:custDataLst>
          </p:nvPr>
        </p:nvGrpSpPr>
        <p:grpSpPr>
          <a:xfrm>
            <a:off x="908191" y="1426004"/>
            <a:ext cx="2819611" cy="4839910"/>
            <a:chOff x="908191" y="1628574"/>
            <a:chExt cx="2819611" cy="4839910"/>
          </a:xfrm>
        </p:grpSpPr>
        <p:sp>
          <p:nvSpPr>
            <p:cNvPr id="35" name="宇神PPT-7-1"/>
            <p:cNvSpPr txBox="1"/>
            <p:nvPr>
              <p:custDataLst>
                <p:tags r:id="rId18"/>
              </p:custDataLst>
            </p:nvPr>
          </p:nvSpPr>
          <p:spPr>
            <a:xfrm>
              <a:off x="1021377" y="4715249"/>
              <a:ext cx="2593238" cy="1753235"/>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b="0" i="0" u="none" strike="noStrike" kern="1200" cap="none" spc="0" normalizeH="0" baseline="0" noProof="0" dirty="0">
                  <a:ln>
                    <a:noFill/>
                  </a:ln>
                  <a:solidFill>
                    <a:sysClr val="windowText" lastClr="000000"/>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1934年，意大利法西斯军队侵略阿比西尼亚（埃塞俄比亚），泰戈尔立即严厉谴责。</a:t>
              </a:r>
              <a:endParaRPr kumimoji="0" lang="zh-CN" altLang="en-US" b="0" i="0" u="none" strike="noStrike" kern="1200" cap="none" spc="0" normalizeH="0" baseline="0" noProof="0" dirty="0">
                <a:ln>
                  <a:noFill/>
                </a:ln>
                <a:solidFill>
                  <a:sysClr val="windowText" lastClr="000000"/>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sp>
          <p:nvSpPr>
            <p:cNvPr id="36" name="宇神PPT-7-2"/>
            <p:cNvSpPr/>
            <p:nvPr>
              <p:custDataLst>
                <p:tags r:id="rId19"/>
              </p:custDataLst>
            </p:nvPr>
          </p:nvSpPr>
          <p:spPr>
            <a:xfrm>
              <a:off x="908191" y="3970292"/>
              <a:ext cx="2819611" cy="645737"/>
            </a:xfrm>
            <a:prstGeom prst="round2DiagRect">
              <a:avLst>
                <a:gd name="adj1" fmla="val 0"/>
                <a:gd name="adj2" fmla="val 0"/>
              </a:avLst>
            </a:prstGeom>
            <a:gradFill flip="none" rotWithShape="0">
              <a:gsLst>
                <a:gs pos="0">
                  <a:schemeClr val="accent1"/>
                </a:gs>
                <a:gs pos="100000">
                  <a:schemeClr val="accent2"/>
                </a:gs>
              </a:gsLst>
              <a:lin ang="2700000" scaled="1"/>
              <a:tileRect/>
            </a:gradFill>
            <a:ln w="12700" cap="flat" cmpd="sng" algn="ctr">
              <a:noFill/>
              <a:prstDash val="solid"/>
              <a:miter lim="800000"/>
            </a:ln>
            <a:effectLst>
              <a:outerShdw blurRad="127000" dist="38100" dir="2700000" algn="tl" rotWithShape="0">
                <a:schemeClr val="accent2">
                  <a:alpha val="30000"/>
                </a:scheme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思源黑体 CN Bold" panose="020B0800000000000000" charset="-122"/>
                <a:ea typeface="思源黑体 CN Bold" panose="020B0800000000000000" charset="-122"/>
                <a:cs typeface="思源黑体 CN Bold" panose="020B0800000000000000" charset="-122"/>
                <a:sym typeface="+mn-lt"/>
              </a:endParaRPr>
            </a:p>
          </p:txBody>
        </p:sp>
        <p:sp>
          <p:nvSpPr>
            <p:cNvPr id="37" name="宇神PPT-7-3"/>
            <p:cNvSpPr txBox="1"/>
            <p:nvPr>
              <p:custDataLst>
                <p:tags r:id="rId20"/>
              </p:custDataLst>
            </p:nvPr>
          </p:nvSpPr>
          <p:spPr>
            <a:xfrm>
              <a:off x="1464556" y="4069512"/>
              <a:ext cx="170688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kern="0" dirty="0">
                  <a:solidFill>
                    <a:schemeClr val="accent1">
                      <a:lumMod val="781"/>
                      <a:lumOff val="99219"/>
                    </a:schemeClr>
                  </a:solidFill>
                  <a:effectLst>
                    <a:outerShdw blurRad="38100" dist="38100" dir="2700000" algn="tl">
                      <a:schemeClr val="accent1">
                        <a:lumMod val="0"/>
                        <a:alpha val="43137"/>
                      </a:schemeClr>
                    </a:outerShdw>
                  </a:effectLst>
                  <a:latin typeface="思源黑体 CN Bold" panose="020B0800000000000000" charset="-122"/>
                  <a:ea typeface="思源黑体 CN Bold" panose="020B0800000000000000" charset="-122"/>
                  <a:cs typeface="+mn-ea"/>
                  <a:sym typeface="+mn-ea"/>
                </a:rPr>
                <a:t>阿比西尼亚</a:t>
              </a:r>
              <a:endParaRPr kumimoji="0" lang="zh-CN" altLang="en-US" sz="2400" b="1" i="0" u="none" strike="noStrike" kern="0" cap="none" spc="0" normalizeH="0" baseline="0" noProof="0" dirty="0">
                <a:ln>
                  <a:noFill/>
                </a:ln>
                <a:solidFill>
                  <a:schemeClr val="accent1">
                    <a:lumMod val="781"/>
                    <a:lumOff val="99219"/>
                  </a:schemeClr>
                </a:solidFill>
                <a:effectLst>
                  <a:outerShdw blurRad="38100" dist="38100" dir="2700000" algn="tl">
                    <a:schemeClr val="accent1">
                      <a:lumMod val="0"/>
                      <a:alpha val="43137"/>
                    </a:schemeClr>
                  </a:outerShdw>
                </a:effectLst>
                <a:uLnTx/>
                <a:uFillTx/>
                <a:latin typeface="思源黑体 CN Bold" panose="020B0800000000000000" charset="-122"/>
                <a:ea typeface="思源黑体 CN Bold" panose="020B0800000000000000" charset="-122"/>
                <a:cs typeface="+mn-ea"/>
                <a:sym typeface="+mn-lt"/>
              </a:endParaRPr>
            </a:p>
          </p:txBody>
        </p:sp>
        <p:sp>
          <p:nvSpPr>
            <p:cNvPr id="38" name="宇神PPT-7-4"/>
            <p:cNvSpPr/>
            <p:nvPr>
              <p:custDataLst>
                <p:tags r:id="rId21"/>
              </p:custDataLst>
            </p:nvPr>
          </p:nvSpPr>
          <p:spPr>
            <a:xfrm rot="10800000">
              <a:off x="2188797" y="3648982"/>
              <a:ext cx="258399" cy="222758"/>
            </a:xfrm>
            <a:prstGeom prst="triangle">
              <a:avLst/>
            </a:prstGeom>
            <a:gradFill flip="none" rotWithShape="0">
              <a:gsLst>
                <a:gs pos="0">
                  <a:schemeClr val="accent1"/>
                </a:gs>
                <a:gs pos="100000">
                  <a:schemeClr val="accent2"/>
                </a:gs>
              </a:gsLst>
              <a:lin ang="2700000" scaled="1"/>
              <a:tileRect/>
            </a:gradFill>
            <a:ln w="12700" cap="flat" cmpd="sng" algn="ctr">
              <a:noFill/>
              <a:prstDash val="solid"/>
              <a:miter lim="800000"/>
            </a:ln>
            <a:effectLst>
              <a:outerShdw blurRad="127000" dist="38100" dir="2700000" algn="tl" rotWithShape="0">
                <a:schemeClr val="accent2">
                  <a:alpha val="30000"/>
                </a:scheme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pic>
          <p:nvPicPr>
            <p:cNvPr id="11" name="宇神PPT-7-5" descr="图标&#10;&#10;描述已自动生成"/>
            <p:cNvPicPr>
              <a:picLocks noChangeAspect="1"/>
            </p:cNvPicPr>
            <p:nvPr>
              <p:custDataLst>
                <p:tags r:id="rId22"/>
              </p:custDataLst>
            </p:nvPr>
          </p:nvPicPr>
          <p:blipFill>
            <a:blip r:embed="rId23" cstate="print">
              <a:extLst>
                <a:ext uri="{28A0092B-C50C-407E-A947-70E740481C1C}">
                  <a14:useLocalDpi xmlns:a14="http://schemas.microsoft.com/office/drawing/2010/main" val="0"/>
                </a:ext>
              </a:extLst>
            </a:blip>
            <a:stretch>
              <a:fillRect/>
            </a:stretch>
          </p:blipFill>
          <p:spPr>
            <a:xfrm>
              <a:off x="1106304" y="1628574"/>
              <a:ext cx="2382990" cy="1862204"/>
            </a:xfrm>
            <a:prstGeom prst="rect">
              <a:avLst/>
            </a:prstGeom>
          </p:spPr>
        </p:pic>
      </p:grpSp>
      <p:grpSp>
        <p:nvGrpSpPr>
          <p:cNvPr id="20" name="宇神PPT-4"/>
          <p:cNvGrpSpPr/>
          <p:nvPr/>
        </p:nvGrpSpPr>
        <p:grpSpPr>
          <a:xfrm>
            <a:off x="472301" y="173243"/>
            <a:ext cx="3459398" cy="915132"/>
            <a:chOff x="7655386" y="1280673"/>
            <a:chExt cx="3459398" cy="915132"/>
          </a:xfrm>
        </p:grpSpPr>
        <p:grpSp>
          <p:nvGrpSpPr>
            <p:cNvPr id="21" name="组合 20"/>
            <p:cNvGrpSpPr/>
            <p:nvPr/>
          </p:nvGrpSpPr>
          <p:grpSpPr>
            <a:xfrm>
              <a:off x="8732602" y="1280673"/>
              <a:ext cx="2382182" cy="915132"/>
              <a:chOff x="8732602" y="1280673"/>
              <a:chExt cx="2382182" cy="915132"/>
            </a:xfrm>
          </p:grpSpPr>
          <p:sp>
            <p:nvSpPr>
              <p:cNvPr id="25" name="宇神PPT-4-1"/>
              <p:cNvSpPr txBox="1"/>
              <p:nvPr/>
            </p:nvSpPr>
            <p:spPr>
              <a:xfrm>
                <a:off x="8732602" y="1280673"/>
                <a:ext cx="848309" cy="769441"/>
              </a:xfrm>
              <a:prstGeom prst="rect">
                <a:avLst/>
              </a:prstGeom>
              <a:noFill/>
            </p:spPr>
            <p:txBody>
              <a:bodyPr wrap="none" rtlCol="0">
                <a:spAutoFit/>
              </a:bodyPr>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rPr>
                  <a:t>01</a:t>
                </a:r>
                <a:endParaRPr kumimoji="0" lang="zh-CN" altLang="en-US" sz="4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26" name="宇神PPT-4-2"/>
              <p:cNvSpPr txBox="1"/>
              <p:nvPr/>
            </p:nvSpPr>
            <p:spPr>
              <a:xfrm>
                <a:off x="8811081" y="1918806"/>
                <a:ext cx="2303703" cy="276999"/>
              </a:xfrm>
              <a:prstGeom prst="rect">
                <a:avLst/>
              </a:prstGeom>
              <a:noFill/>
            </p:spPr>
            <p:txBody>
              <a:bodyPr wrap="square" rtlCol="0">
                <a:spAutoFit/>
              </a:bodyPr>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Light" panose="020B0300000000000000" pitchFamily="34" charset="-122"/>
                    <a:ea typeface="思源黑体 CN Light" panose="020B0300000000000000" pitchFamily="34" charset="-122"/>
                    <a:cs typeface="+mn-ea"/>
                    <a:sym typeface="+mn-lt"/>
                  </a:rPr>
                  <a:t>AUTHOR PROFILE</a:t>
                </a:r>
                <a:endParaRPr kumimoji="0" lang="en-US" altLang="zh-CN" sz="12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Light" panose="020B0300000000000000" pitchFamily="34" charset="-122"/>
                  <a:ea typeface="思源黑体 CN Light" panose="020B0300000000000000" pitchFamily="34" charset="-122"/>
                  <a:cs typeface="+mn-ea"/>
                  <a:sym typeface="+mn-lt"/>
                </a:endParaRPr>
              </a:p>
            </p:txBody>
          </p:sp>
          <p:sp>
            <p:nvSpPr>
              <p:cNvPr id="27" name="宇神PPT-4-3"/>
              <p:cNvSpPr txBox="1"/>
              <p:nvPr/>
            </p:nvSpPr>
            <p:spPr>
              <a:xfrm>
                <a:off x="9677835" y="1463090"/>
                <a:ext cx="1415772" cy="461665"/>
              </a:xfrm>
              <a:prstGeom prst="rect">
                <a:avLst/>
              </a:prstGeom>
              <a:noFill/>
            </p:spPr>
            <p:txBody>
              <a:bodyPr wrap="none" rtlCol="0">
                <a:spAutoFit/>
              </a:bodyPr>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mn-ea"/>
                    <a:sym typeface="+mn-lt"/>
                  </a:rPr>
                  <a:t>作家简介</a:t>
                </a:r>
                <a:endParaRPr kumimoji="0" lang="zh-CN" altLang="en-US" sz="2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mn-ea"/>
                  <a:sym typeface="+mn-lt"/>
                </a:endParaRPr>
              </a:p>
            </p:txBody>
          </p:sp>
        </p:grpSp>
        <p:grpSp>
          <p:nvGrpSpPr>
            <p:cNvPr id="22" name="组合 21"/>
            <p:cNvGrpSpPr/>
            <p:nvPr/>
          </p:nvGrpSpPr>
          <p:grpSpPr>
            <a:xfrm>
              <a:off x="7655386" y="1327724"/>
              <a:ext cx="821030" cy="821030"/>
              <a:chOff x="7655386" y="1368425"/>
              <a:chExt cx="821030" cy="821030"/>
            </a:xfrm>
          </p:grpSpPr>
          <p:sp>
            <p:nvSpPr>
              <p:cNvPr id="23" name="宇神PPT-4-4"/>
              <p:cNvSpPr/>
              <p:nvPr/>
            </p:nvSpPr>
            <p:spPr>
              <a:xfrm>
                <a:off x="7833588" y="1578886"/>
                <a:ext cx="464626" cy="400108"/>
              </a:xfrm>
              <a:custGeom>
                <a:avLst/>
                <a:gdLst>
                  <a:gd name="connsiteX0" fmla="*/ 292030 w 457214"/>
                  <a:gd name="connsiteY0" fmla="*/ 101570 h 393726"/>
                  <a:gd name="connsiteX1" fmla="*/ 292030 w 457214"/>
                  <a:gd name="connsiteY1" fmla="*/ 368232 h 393726"/>
                  <a:gd name="connsiteX2" fmla="*/ 393643 w 457214"/>
                  <a:gd name="connsiteY2" fmla="*/ 368232 h 393726"/>
                  <a:gd name="connsiteX3" fmla="*/ 393643 w 457214"/>
                  <a:gd name="connsiteY3" fmla="*/ 114284 h 393726"/>
                  <a:gd name="connsiteX4" fmla="*/ 380929 w 457214"/>
                  <a:gd name="connsiteY4" fmla="*/ 101570 h 393726"/>
                  <a:gd name="connsiteX5" fmla="*/ 101581 w 457214"/>
                  <a:gd name="connsiteY5" fmla="*/ 88883 h 393726"/>
                  <a:gd name="connsiteX6" fmla="*/ 228557 w 457214"/>
                  <a:gd name="connsiteY6" fmla="*/ 88883 h 393726"/>
                  <a:gd name="connsiteX7" fmla="*/ 228557 w 457214"/>
                  <a:gd name="connsiteY7" fmla="*/ 114278 h 393726"/>
                  <a:gd name="connsiteX8" fmla="*/ 101581 w 457214"/>
                  <a:gd name="connsiteY8" fmla="*/ 114278 h 393726"/>
                  <a:gd name="connsiteX9" fmla="*/ 76186 w 457214"/>
                  <a:gd name="connsiteY9" fmla="*/ 25381 h 393726"/>
                  <a:gd name="connsiteX10" fmla="*/ 63472 w 457214"/>
                  <a:gd name="connsiteY10" fmla="*/ 38095 h 393726"/>
                  <a:gd name="connsiteX11" fmla="*/ 63472 w 457214"/>
                  <a:gd name="connsiteY11" fmla="*/ 368232 h 393726"/>
                  <a:gd name="connsiteX12" fmla="*/ 266650 w 457214"/>
                  <a:gd name="connsiteY12" fmla="*/ 368232 h 393726"/>
                  <a:gd name="connsiteX13" fmla="*/ 266650 w 457214"/>
                  <a:gd name="connsiteY13" fmla="*/ 38095 h 393726"/>
                  <a:gd name="connsiteX14" fmla="*/ 253937 w 457214"/>
                  <a:gd name="connsiteY14" fmla="*/ 25381 h 393726"/>
                  <a:gd name="connsiteX15" fmla="*/ 76186 w 457214"/>
                  <a:gd name="connsiteY15" fmla="*/ 0 h 393726"/>
                  <a:gd name="connsiteX16" fmla="*/ 253937 w 457214"/>
                  <a:gd name="connsiteY16" fmla="*/ 0 h 393726"/>
                  <a:gd name="connsiteX17" fmla="*/ 292030 w 457214"/>
                  <a:gd name="connsiteY17" fmla="*/ 38095 h 393726"/>
                  <a:gd name="connsiteX18" fmla="*/ 292030 w 457214"/>
                  <a:gd name="connsiteY18" fmla="*/ 76189 h 393726"/>
                  <a:gd name="connsiteX19" fmla="*/ 380929 w 457214"/>
                  <a:gd name="connsiteY19" fmla="*/ 76189 h 393726"/>
                  <a:gd name="connsiteX20" fmla="*/ 419022 w 457214"/>
                  <a:gd name="connsiteY20" fmla="*/ 114284 h 393726"/>
                  <a:gd name="connsiteX21" fmla="*/ 419022 w 457214"/>
                  <a:gd name="connsiteY21" fmla="*/ 368232 h 393726"/>
                  <a:gd name="connsiteX22" fmla="*/ 457214 w 457214"/>
                  <a:gd name="connsiteY22" fmla="*/ 368232 h 393726"/>
                  <a:gd name="connsiteX23" fmla="*/ 457214 w 457214"/>
                  <a:gd name="connsiteY23" fmla="*/ 393726 h 393726"/>
                  <a:gd name="connsiteX24" fmla="*/ 0 w 457214"/>
                  <a:gd name="connsiteY24" fmla="*/ 393726 h 393726"/>
                  <a:gd name="connsiteX25" fmla="*/ 0 w 457214"/>
                  <a:gd name="connsiteY25" fmla="*/ 368232 h 393726"/>
                  <a:gd name="connsiteX26" fmla="*/ 38093 w 457214"/>
                  <a:gd name="connsiteY26" fmla="*/ 368232 h 393726"/>
                  <a:gd name="connsiteX27" fmla="*/ 38093 w 457214"/>
                  <a:gd name="connsiteY27" fmla="*/ 38095 h 393726"/>
                  <a:gd name="connsiteX28" fmla="*/ 76186 w 457214"/>
                  <a:gd name="connsiteY28" fmla="*/ 0 h 393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57214" h="393726">
                    <a:moveTo>
                      <a:pt x="292030" y="101570"/>
                    </a:moveTo>
                    <a:lnTo>
                      <a:pt x="292030" y="368232"/>
                    </a:lnTo>
                    <a:lnTo>
                      <a:pt x="393643" y="368232"/>
                    </a:lnTo>
                    <a:lnTo>
                      <a:pt x="393643" y="114284"/>
                    </a:lnTo>
                    <a:cubicBezTo>
                      <a:pt x="393643" y="107284"/>
                      <a:pt x="387929" y="101570"/>
                      <a:pt x="380929" y="101570"/>
                    </a:cubicBezTo>
                    <a:close/>
                    <a:moveTo>
                      <a:pt x="101581" y="88883"/>
                    </a:moveTo>
                    <a:lnTo>
                      <a:pt x="228557" y="88883"/>
                    </a:lnTo>
                    <a:lnTo>
                      <a:pt x="228557" y="114278"/>
                    </a:lnTo>
                    <a:lnTo>
                      <a:pt x="101581" y="114278"/>
                    </a:lnTo>
                    <a:close/>
                    <a:moveTo>
                      <a:pt x="76186" y="25381"/>
                    </a:moveTo>
                    <a:cubicBezTo>
                      <a:pt x="69186" y="25381"/>
                      <a:pt x="63472" y="31095"/>
                      <a:pt x="63472" y="38095"/>
                    </a:cubicBezTo>
                    <a:lnTo>
                      <a:pt x="63472" y="368232"/>
                    </a:lnTo>
                    <a:lnTo>
                      <a:pt x="266650" y="368232"/>
                    </a:lnTo>
                    <a:lnTo>
                      <a:pt x="266650" y="38095"/>
                    </a:lnTo>
                    <a:cubicBezTo>
                      <a:pt x="266650" y="31095"/>
                      <a:pt x="260984" y="25381"/>
                      <a:pt x="253937" y="25381"/>
                    </a:cubicBezTo>
                    <a:close/>
                    <a:moveTo>
                      <a:pt x="76186" y="0"/>
                    </a:moveTo>
                    <a:lnTo>
                      <a:pt x="253937" y="0"/>
                    </a:lnTo>
                    <a:cubicBezTo>
                      <a:pt x="274983" y="0"/>
                      <a:pt x="292030" y="17047"/>
                      <a:pt x="292030" y="38095"/>
                    </a:cubicBezTo>
                    <a:lnTo>
                      <a:pt x="292030" y="76189"/>
                    </a:lnTo>
                    <a:lnTo>
                      <a:pt x="380929" y="76189"/>
                    </a:lnTo>
                    <a:cubicBezTo>
                      <a:pt x="401975" y="76189"/>
                      <a:pt x="419022" y="93237"/>
                      <a:pt x="419022" y="114284"/>
                    </a:cubicBezTo>
                    <a:lnTo>
                      <a:pt x="419022" y="368232"/>
                    </a:lnTo>
                    <a:lnTo>
                      <a:pt x="457214" y="368232"/>
                    </a:lnTo>
                    <a:lnTo>
                      <a:pt x="457214" y="393726"/>
                    </a:lnTo>
                    <a:lnTo>
                      <a:pt x="0" y="393726"/>
                    </a:lnTo>
                    <a:lnTo>
                      <a:pt x="0" y="368232"/>
                    </a:lnTo>
                    <a:lnTo>
                      <a:pt x="38093" y="368232"/>
                    </a:lnTo>
                    <a:lnTo>
                      <a:pt x="38093" y="38095"/>
                    </a:lnTo>
                    <a:cubicBezTo>
                      <a:pt x="38093" y="17047"/>
                      <a:pt x="55140" y="0"/>
                      <a:pt x="76186" y="0"/>
                    </a:cubicBezTo>
                    <a:close/>
                  </a:path>
                </a:pathLst>
              </a:custGeom>
              <a:gradFill>
                <a:gsLst>
                  <a:gs pos="100000">
                    <a:schemeClr val="accent2"/>
                  </a:gs>
                  <a:gs pos="0">
                    <a:schemeClr val="accent1"/>
                  </a:gs>
                </a:gsLst>
                <a:lin ang="27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24" name="宇神PPT-4-5"/>
              <p:cNvSpPr/>
              <p:nvPr/>
            </p:nvSpPr>
            <p:spPr>
              <a:xfrm>
                <a:off x="7655386" y="1368425"/>
                <a:ext cx="821030" cy="821030"/>
              </a:xfrm>
              <a:prstGeom prst="ellipse">
                <a:avLst/>
              </a:prstGeom>
              <a:noFill/>
              <a:ln w="19050">
                <a:gradFill>
                  <a:gsLst>
                    <a:gs pos="0">
                      <a:schemeClr val="accent1"/>
                    </a:gs>
                    <a:gs pos="100000">
                      <a:schemeClr val="accent2"/>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gradFill>
                    <a:gsLst>
                      <a:gs pos="100000">
                        <a:schemeClr val="accent2"/>
                      </a:gs>
                      <a:gs pos="0">
                        <a:schemeClr val="accent1"/>
                      </a:gs>
                    </a:gsLst>
                    <a:lin ang="2700000" scaled="0"/>
                  </a:gradFill>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anim calcmode="lin" valueType="num">
                                      <p:cBhvr>
                                        <p:cTn id="8" dur="500" fill="hold"/>
                                        <p:tgtEl>
                                          <p:spTgt spid="12"/>
                                        </p:tgtEl>
                                        <p:attrNameLst>
                                          <p:attrName>ppt_x</p:attrName>
                                        </p:attrNameLst>
                                      </p:cBhvr>
                                      <p:tavLst>
                                        <p:tav tm="0">
                                          <p:val>
                                            <p:strVal val="#ppt_x"/>
                                          </p:val>
                                        </p:tav>
                                        <p:tav tm="100000">
                                          <p:val>
                                            <p:strVal val="#ppt_x"/>
                                          </p:val>
                                        </p:tav>
                                      </p:tavLst>
                                    </p:anim>
                                    <p:anim calcmode="lin" valueType="num">
                                      <p:cBhvr>
                                        <p:cTn id="9" dur="5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anim calcmode="lin" valueType="num">
                                      <p:cBhvr>
                                        <p:cTn id="14" dur="500" fill="hold"/>
                                        <p:tgtEl>
                                          <p:spTgt spid="13"/>
                                        </p:tgtEl>
                                        <p:attrNameLst>
                                          <p:attrName>ppt_x</p:attrName>
                                        </p:attrNameLst>
                                      </p:cBhvr>
                                      <p:tavLst>
                                        <p:tav tm="0">
                                          <p:val>
                                            <p:strVal val="#ppt_x"/>
                                          </p:val>
                                        </p:tav>
                                        <p:tav tm="100000">
                                          <p:val>
                                            <p:strVal val="#ppt_x"/>
                                          </p:val>
                                        </p:tav>
                                      </p:tavLst>
                                    </p:anim>
                                    <p:anim calcmode="lin" valueType="num">
                                      <p:cBhvr>
                                        <p:cTn id="15" dur="500" fill="hold"/>
                                        <p:tgtEl>
                                          <p:spTgt spid="13"/>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anim calcmode="lin" valueType="num">
                                      <p:cBhvr>
                                        <p:cTn id="20" dur="500" fill="hold"/>
                                        <p:tgtEl>
                                          <p:spTgt spid="14"/>
                                        </p:tgtEl>
                                        <p:attrNameLst>
                                          <p:attrName>ppt_x</p:attrName>
                                        </p:attrNameLst>
                                      </p:cBhvr>
                                      <p:tavLst>
                                        <p:tav tm="0">
                                          <p:val>
                                            <p:strVal val="#ppt_x"/>
                                          </p:val>
                                        </p:tav>
                                        <p:tav tm="100000">
                                          <p:val>
                                            <p:strVal val="#ppt_x"/>
                                          </p:val>
                                        </p:tav>
                                      </p:tavLst>
                                    </p:anim>
                                    <p:anim calcmode="lin" valueType="num">
                                      <p:cBhvr>
                                        <p:cTn id="21" dur="5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宇神PPT-1" hidden="1"/>
          <p:cNvSpPr txBox="1"/>
          <p:nvPr/>
        </p:nvSpPr>
        <p:spPr>
          <a:xfrm>
            <a:off x="10580913" y="-603126"/>
            <a:ext cx="1727200" cy="369332"/>
          </a:xfrm>
          <a:prstGeom prst="rect">
            <a:avLst/>
          </a:prstGeom>
          <a:noFill/>
        </p:spPr>
        <p:txBody>
          <a:bodyPr wrap="square" rtlCol="0">
            <a:spAutoFit/>
          </a:bodyPr>
          <a:lstStyle/>
          <a:p>
            <a:pPr algn="ctr"/>
            <a:r>
              <a:rPr lang="en-US" altLang="zh-CN" dirty="0">
                <a:ln>
                  <a:noFill/>
                </a:ln>
                <a:noFill/>
                <a:cs typeface="思源黑体 CN Bold" panose="020B0800000000000000" charset="-122"/>
              </a:rPr>
              <a:t>By  </a:t>
            </a:r>
            <a:r>
              <a:rPr lang="en-US" altLang="zh-CN" dirty="0" err="1">
                <a:ln>
                  <a:noFill/>
                </a:ln>
                <a:noFill/>
                <a:cs typeface="思源黑体 CN Bold" panose="020B0800000000000000" charset="-122"/>
              </a:rPr>
              <a:t>Yushen</a:t>
            </a:r>
            <a:endParaRPr lang="zh-CN" altLang="en-US" dirty="0">
              <a:ln>
                <a:noFill/>
              </a:ln>
              <a:noFill/>
              <a:cs typeface="思源黑体 CN Bold" panose="020B0800000000000000" charset="-122"/>
            </a:endParaRPr>
          </a:p>
        </p:txBody>
      </p:sp>
      <p:sp>
        <p:nvSpPr>
          <p:cNvPr id="4" name="宇神PPT-5"/>
          <p:cNvSpPr/>
          <p:nvPr/>
        </p:nvSpPr>
        <p:spPr>
          <a:xfrm>
            <a:off x="3414135" y="1860010"/>
            <a:ext cx="8105562" cy="4528923"/>
          </a:xfrm>
          <a:prstGeom prst="roundRect">
            <a:avLst>
              <a:gd name="adj" fmla="val 3838"/>
            </a:avLst>
          </a:prstGeom>
          <a:solidFill>
            <a:schemeClr val="accent1">
              <a:lumMod val="781"/>
              <a:lumOff val="99219"/>
            </a:schemeClr>
          </a:solidFill>
          <a:ln w="12700" cap="flat" cmpd="sng" algn="ctr">
            <a:solidFill>
              <a:schemeClr val="accent3"/>
            </a:solidFill>
            <a:prstDash val="solid"/>
            <a:miter lim="800000"/>
            <a:headEnd type="none" w="med" len="med"/>
            <a:tailEnd type="none" w="med" len="med"/>
          </a:ln>
          <a:effectLst/>
        </p:spPr>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6" name="宇神PPT-6"/>
          <p:cNvSpPr/>
          <p:nvPr/>
        </p:nvSpPr>
        <p:spPr>
          <a:xfrm>
            <a:off x="3271260" y="1726660"/>
            <a:ext cx="8105562" cy="4528923"/>
          </a:xfrm>
          <a:prstGeom prst="roundRect">
            <a:avLst>
              <a:gd name="adj" fmla="val 3838"/>
            </a:avLst>
          </a:prstGeom>
          <a:solidFill>
            <a:schemeClr val="accent1">
              <a:lumMod val="781"/>
              <a:lumOff val="99219"/>
            </a:schemeClr>
          </a:solidFill>
          <a:ln w="12700" cap="flat" cmpd="sng" algn="ctr">
            <a:solidFill>
              <a:schemeClr val="accent2">
                <a:alpha val="20000"/>
              </a:schemeClr>
            </a:solidFill>
            <a:prstDash val="solid"/>
            <a:miter lim="800000"/>
            <a:headEnd type="none" w="med" len="med"/>
            <a:tailEnd type="none" w="med" len="med"/>
          </a:ln>
          <a:effectLst/>
        </p:spPr>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grpSp>
        <p:nvGrpSpPr>
          <p:cNvPr id="9" name="宇神PPT-7"/>
          <p:cNvGrpSpPr/>
          <p:nvPr/>
        </p:nvGrpSpPr>
        <p:grpSpPr>
          <a:xfrm>
            <a:off x="5217242" y="2118800"/>
            <a:ext cx="5850890" cy="3718931"/>
            <a:chOff x="5749728" y="2739830"/>
            <a:chExt cx="5850890" cy="3718931"/>
          </a:xfrm>
        </p:grpSpPr>
        <p:grpSp>
          <p:nvGrpSpPr>
            <p:cNvPr id="10" name="组合 9"/>
            <p:cNvGrpSpPr/>
            <p:nvPr/>
          </p:nvGrpSpPr>
          <p:grpSpPr>
            <a:xfrm>
              <a:off x="5768143" y="2739830"/>
              <a:ext cx="5832475" cy="1986915"/>
              <a:chOff x="5768143" y="2739830"/>
              <a:chExt cx="5832475" cy="1986915"/>
            </a:xfrm>
          </p:grpSpPr>
          <p:sp>
            <p:nvSpPr>
              <p:cNvPr id="17" name="宇神PPT-7-1"/>
              <p:cNvSpPr/>
              <p:nvPr/>
            </p:nvSpPr>
            <p:spPr>
              <a:xfrm>
                <a:off x="5768143" y="2855398"/>
                <a:ext cx="150826" cy="380604"/>
              </a:xfrm>
              <a:prstGeom prst="roundRect">
                <a:avLst/>
              </a:prstGeom>
              <a:gradFill>
                <a:gsLst>
                  <a:gs pos="0">
                    <a:schemeClr val="accent1"/>
                  </a:gs>
                  <a:gs pos="100000">
                    <a:schemeClr val="accent2"/>
                  </a:gs>
                </a:gsLst>
                <a:lin ang="2700000" scaled="0"/>
              </a:gradFill>
              <a:ln w="12700" cap="flat" cmpd="sng" algn="ctr">
                <a:no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black">
                      <a:lumMod val="75000"/>
                      <a:lumOff val="25000"/>
                    </a:prstClr>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18" name="宇神PPT-7-2"/>
              <p:cNvSpPr txBox="1"/>
              <p:nvPr/>
            </p:nvSpPr>
            <p:spPr>
              <a:xfrm>
                <a:off x="6024683" y="2739830"/>
                <a:ext cx="5575935" cy="1986915"/>
              </a:xfrm>
              <a:prstGeom prst="rect">
                <a:avLst/>
              </a:prstGeom>
              <a:noFill/>
            </p:spPr>
            <p:txBody>
              <a:bodyPr wrap="square" rtlCol="0">
                <a:no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b="0" i="0" u="none" strike="noStrike" kern="1200" cap="none" spc="0" normalizeH="0" baseline="0" noProof="0" dirty="0">
                    <a:ln>
                      <a:noFill/>
                    </a:ln>
                    <a:solidFill>
                      <a:schemeClr val="tx1">
                        <a:lumMod val="85000"/>
                        <a:lumOff val="1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1919年，发生了</a:t>
                </a:r>
                <a:r>
                  <a:rPr kumimoji="0" lang="en-US" b="0" i="0" u="none" strike="noStrike" kern="1200" cap="none" spc="0" normalizeH="0" baseline="0" noProof="0" dirty="0">
                    <a:ln>
                      <a:noFill/>
                    </a:ln>
                    <a:solidFill>
                      <a:schemeClr val="tx1">
                        <a:lumMod val="85000"/>
                        <a:lumOff val="1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a:t>
                </a:r>
                <a:r>
                  <a:rPr kumimoji="0" b="0" i="0" u="none" strike="noStrike" kern="1200" cap="none" spc="0" normalizeH="0" baseline="0" noProof="0" dirty="0">
                    <a:ln>
                      <a:noFill/>
                    </a:ln>
                    <a:solidFill>
                      <a:schemeClr val="tx1">
                        <a:lumMod val="85000"/>
                        <a:lumOff val="1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阿姆利则惨案</a:t>
                </a:r>
                <a:r>
                  <a:rPr kumimoji="0" lang="en-US" b="0" i="0" u="none" strike="noStrike" kern="1200" cap="none" spc="0" normalizeH="0" baseline="0" noProof="0" dirty="0">
                    <a:ln>
                      <a:noFill/>
                    </a:ln>
                    <a:solidFill>
                      <a:schemeClr val="tx1">
                        <a:lumMod val="85000"/>
                        <a:lumOff val="1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a:t>
                </a:r>
                <a:r>
                  <a:rPr kumimoji="0" b="0" i="0" u="none" strike="noStrike" kern="1200" cap="none" spc="0" normalizeH="0" baseline="0" noProof="0" dirty="0">
                    <a:ln>
                      <a:noFill/>
                    </a:ln>
                    <a:solidFill>
                      <a:schemeClr val="tx1">
                        <a:lumMod val="85000"/>
                        <a:lumOff val="1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，英国军队开枪打死了1000多印度平民。泰戈尔非常气愤，挺身而出，写了一封义正辞严的信给印度总督，提出抗议，并声明放弃英国国王给他的“爵士”称号。</a:t>
                </a:r>
                <a:endParaRPr kumimoji="0" b="0" i="0" u="none" strike="noStrike" kern="1200" cap="none" spc="0" normalizeH="0" baseline="0" noProof="0" dirty="0">
                  <a:ln>
                    <a:noFill/>
                  </a:ln>
                  <a:solidFill>
                    <a:schemeClr val="tx1">
                      <a:lumMod val="85000"/>
                      <a:lumOff val="1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grpSp>
        <p:grpSp>
          <p:nvGrpSpPr>
            <p:cNvPr id="11" name="组合 10"/>
            <p:cNvGrpSpPr/>
            <p:nvPr/>
          </p:nvGrpSpPr>
          <p:grpSpPr>
            <a:xfrm>
              <a:off x="5749728" y="4705526"/>
              <a:ext cx="5850255" cy="1753235"/>
              <a:chOff x="5749728" y="4871700"/>
              <a:chExt cx="5850255" cy="1753235"/>
            </a:xfrm>
          </p:grpSpPr>
          <p:sp>
            <p:nvSpPr>
              <p:cNvPr id="15" name="宇神PPT-7-3"/>
              <p:cNvSpPr/>
              <p:nvPr/>
            </p:nvSpPr>
            <p:spPr>
              <a:xfrm>
                <a:off x="5749728" y="4972665"/>
                <a:ext cx="150826" cy="380604"/>
              </a:xfrm>
              <a:prstGeom prst="roundRect">
                <a:avLst/>
              </a:prstGeom>
              <a:gradFill>
                <a:gsLst>
                  <a:gs pos="0">
                    <a:schemeClr val="accent1"/>
                  </a:gs>
                  <a:gs pos="100000">
                    <a:schemeClr val="accent2"/>
                  </a:gs>
                </a:gsLst>
                <a:lin ang="2700000" scaled="0"/>
              </a:gradFill>
              <a:ln w="12700" cap="flat" cmpd="sng" algn="ctr">
                <a:no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black">
                      <a:lumMod val="75000"/>
                      <a:lumOff val="25000"/>
                    </a:prstClr>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16" name="宇神PPT-7-4"/>
              <p:cNvSpPr txBox="1"/>
              <p:nvPr/>
            </p:nvSpPr>
            <p:spPr>
              <a:xfrm>
                <a:off x="6024683" y="4871700"/>
                <a:ext cx="5575300" cy="1753235"/>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b="0" i="0" u="none" strike="noStrike" kern="1200" cap="none" spc="0" normalizeH="0" baseline="0" noProof="0" dirty="0">
                    <a:ln>
                      <a:noFill/>
                    </a:ln>
                    <a:solidFill>
                      <a:schemeClr val="tx1">
                        <a:lumMod val="85000"/>
                        <a:lumOff val="1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1924年，他访问了中国。他从年幼起就向往这个古老而富饶的东方大国，并且十分同情中国人民的处境，写文怒斥英国殖民主义者的鸦片贸易。这次访问终于实现了他多年的愿望。</a:t>
                </a:r>
                <a:endParaRPr kumimoji="0" b="0" i="0" u="none" strike="noStrike" kern="1200" cap="none" spc="0" normalizeH="0" baseline="0" noProof="0" dirty="0">
                  <a:ln>
                    <a:noFill/>
                  </a:ln>
                  <a:solidFill>
                    <a:schemeClr val="tx1">
                      <a:lumMod val="85000"/>
                      <a:lumOff val="1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grpSp>
      </p:grpSp>
      <p:pic>
        <p:nvPicPr>
          <p:cNvPr id="20" name="宇神PPT-8" descr="图片包含 日历&#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82816" y="2118694"/>
            <a:ext cx="4098782" cy="4061412"/>
          </a:xfrm>
          <a:prstGeom prst="rect">
            <a:avLst/>
          </a:prstGeom>
        </p:spPr>
      </p:pic>
      <p:grpSp>
        <p:nvGrpSpPr>
          <p:cNvPr id="3" name="宇神PPT-4"/>
          <p:cNvGrpSpPr/>
          <p:nvPr/>
        </p:nvGrpSpPr>
        <p:grpSpPr>
          <a:xfrm>
            <a:off x="472301" y="173243"/>
            <a:ext cx="3459398" cy="915132"/>
            <a:chOff x="7655386" y="1280673"/>
            <a:chExt cx="3459398" cy="915132"/>
          </a:xfrm>
        </p:grpSpPr>
        <p:grpSp>
          <p:nvGrpSpPr>
            <p:cNvPr id="21" name="组合 20"/>
            <p:cNvGrpSpPr/>
            <p:nvPr/>
          </p:nvGrpSpPr>
          <p:grpSpPr>
            <a:xfrm>
              <a:off x="8732602" y="1280673"/>
              <a:ext cx="2382182" cy="915132"/>
              <a:chOff x="8732602" y="1280673"/>
              <a:chExt cx="2382182" cy="915132"/>
            </a:xfrm>
          </p:grpSpPr>
          <p:sp>
            <p:nvSpPr>
              <p:cNvPr id="25" name="宇神PPT-4-1"/>
              <p:cNvSpPr txBox="1"/>
              <p:nvPr/>
            </p:nvSpPr>
            <p:spPr>
              <a:xfrm>
                <a:off x="8732602" y="1280673"/>
                <a:ext cx="848309" cy="769441"/>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rPr>
                  <a:t>01</a:t>
                </a:r>
                <a:endParaRPr kumimoji="0" lang="zh-CN" altLang="en-US" sz="4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26" name="宇神PPT-4-2"/>
              <p:cNvSpPr txBox="1"/>
              <p:nvPr/>
            </p:nvSpPr>
            <p:spPr>
              <a:xfrm>
                <a:off x="8811081" y="1918806"/>
                <a:ext cx="2303703" cy="276999"/>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Light" panose="020B0300000000000000" pitchFamily="34" charset="-122"/>
                    <a:ea typeface="思源黑体 CN Light" panose="020B0300000000000000" pitchFamily="34" charset="-122"/>
                    <a:cs typeface="+mn-ea"/>
                    <a:sym typeface="+mn-lt"/>
                  </a:rPr>
                  <a:t>AUTHOR PROFILE</a:t>
                </a:r>
                <a:endParaRPr kumimoji="0" lang="en-US" altLang="zh-CN" sz="12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Light" panose="020B0300000000000000" pitchFamily="34" charset="-122"/>
                  <a:ea typeface="思源黑体 CN Light" panose="020B0300000000000000" pitchFamily="34" charset="-122"/>
                  <a:cs typeface="+mn-ea"/>
                  <a:sym typeface="+mn-lt"/>
                </a:endParaRPr>
              </a:p>
            </p:txBody>
          </p:sp>
          <p:sp>
            <p:nvSpPr>
              <p:cNvPr id="27" name="宇神PPT-4-3"/>
              <p:cNvSpPr txBox="1"/>
              <p:nvPr/>
            </p:nvSpPr>
            <p:spPr>
              <a:xfrm>
                <a:off x="9677835" y="1463090"/>
                <a:ext cx="1415772" cy="46166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mn-ea"/>
                    <a:sym typeface="+mn-lt"/>
                  </a:rPr>
                  <a:t>作家简介</a:t>
                </a:r>
                <a:endParaRPr kumimoji="0" lang="zh-CN" altLang="en-US" sz="2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mn-ea"/>
                  <a:sym typeface="+mn-lt"/>
                </a:endParaRPr>
              </a:p>
            </p:txBody>
          </p:sp>
        </p:grpSp>
        <p:grpSp>
          <p:nvGrpSpPr>
            <p:cNvPr id="22" name="组合 21"/>
            <p:cNvGrpSpPr/>
            <p:nvPr/>
          </p:nvGrpSpPr>
          <p:grpSpPr>
            <a:xfrm>
              <a:off x="7655386" y="1327724"/>
              <a:ext cx="821030" cy="821030"/>
              <a:chOff x="7655386" y="1368425"/>
              <a:chExt cx="821030" cy="821030"/>
            </a:xfrm>
          </p:grpSpPr>
          <p:sp>
            <p:nvSpPr>
              <p:cNvPr id="23" name="宇神PPT-4-4"/>
              <p:cNvSpPr/>
              <p:nvPr/>
            </p:nvSpPr>
            <p:spPr>
              <a:xfrm>
                <a:off x="7833588" y="1578886"/>
                <a:ext cx="464626" cy="400108"/>
              </a:xfrm>
              <a:custGeom>
                <a:avLst/>
                <a:gdLst>
                  <a:gd name="connsiteX0" fmla="*/ 292030 w 457214"/>
                  <a:gd name="connsiteY0" fmla="*/ 101570 h 393726"/>
                  <a:gd name="connsiteX1" fmla="*/ 292030 w 457214"/>
                  <a:gd name="connsiteY1" fmla="*/ 368232 h 393726"/>
                  <a:gd name="connsiteX2" fmla="*/ 393643 w 457214"/>
                  <a:gd name="connsiteY2" fmla="*/ 368232 h 393726"/>
                  <a:gd name="connsiteX3" fmla="*/ 393643 w 457214"/>
                  <a:gd name="connsiteY3" fmla="*/ 114284 h 393726"/>
                  <a:gd name="connsiteX4" fmla="*/ 380929 w 457214"/>
                  <a:gd name="connsiteY4" fmla="*/ 101570 h 393726"/>
                  <a:gd name="connsiteX5" fmla="*/ 101581 w 457214"/>
                  <a:gd name="connsiteY5" fmla="*/ 88883 h 393726"/>
                  <a:gd name="connsiteX6" fmla="*/ 228557 w 457214"/>
                  <a:gd name="connsiteY6" fmla="*/ 88883 h 393726"/>
                  <a:gd name="connsiteX7" fmla="*/ 228557 w 457214"/>
                  <a:gd name="connsiteY7" fmla="*/ 114278 h 393726"/>
                  <a:gd name="connsiteX8" fmla="*/ 101581 w 457214"/>
                  <a:gd name="connsiteY8" fmla="*/ 114278 h 393726"/>
                  <a:gd name="connsiteX9" fmla="*/ 76186 w 457214"/>
                  <a:gd name="connsiteY9" fmla="*/ 25381 h 393726"/>
                  <a:gd name="connsiteX10" fmla="*/ 63472 w 457214"/>
                  <a:gd name="connsiteY10" fmla="*/ 38095 h 393726"/>
                  <a:gd name="connsiteX11" fmla="*/ 63472 w 457214"/>
                  <a:gd name="connsiteY11" fmla="*/ 368232 h 393726"/>
                  <a:gd name="connsiteX12" fmla="*/ 266650 w 457214"/>
                  <a:gd name="connsiteY12" fmla="*/ 368232 h 393726"/>
                  <a:gd name="connsiteX13" fmla="*/ 266650 w 457214"/>
                  <a:gd name="connsiteY13" fmla="*/ 38095 h 393726"/>
                  <a:gd name="connsiteX14" fmla="*/ 253937 w 457214"/>
                  <a:gd name="connsiteY14" fmla="*/ 25381 h 393726"/>
                  <a:gd name="connsiteX15" fmla="*/ 76186 w 457214"/>
                  <a:gd name="connsiteY15" fmla="*/ 0 h 393726"/>
                  <a:gd name="connsiteX16" fmla="*/ 253937 w 457214"/>
                  <a:gd name="connsiteY16" fmla="*/ 0 h 393726"/>
                  <a:gd name="connsiteX17" fmla="*/ 292030 w 457214"/>
                  <a:gd name="connsiteY17" fmla="*/ 38095 h 393726"/>
                  <a:gd name="connsiteX18" fmla="*/ 292030 w 457214"/>
                  <a:gd name="connsiteY18" fmla="*/ 76189 h 393726"/>
                  <a:gd name="connsiteX19" fmla="*/ 380929 w 457214"/>
                  <a:gd name="connsiteY19" fmla="*/ 76189 h 393726"/>
                  <a:gd name="connsiteX20" fmla="*/ 419022 w 457214"/>
                  <a:gd name="connsiteY20" fmla="*/ 114284 h 393726"/>
                  <a:gd name="connsiteX21" fmla="*/ 419022 w 457214"/>
                  <a:gd name="connsiteY21" fmla="*/ 368232 h 393726"/>
                  <a:gd name="connsiteX22" fmla="*/ 457214 w 457214"/>
                  <a:gd name="connsiteY22" fmla="*/ 368232 h 393726"/>
                  <a:gd name="connsiteX23" fmla="*/ 457214 w 457214"/>
                  <a:gd name="connsiteY23" fmla="*/ 393726 h 393726"/>
                  <a:gd name="connsiteX24" fmla="*/ 0 w 457214"/>
                  <a:gd name="connsiteY24" fmla="*/ 393726 h 393726"/>
                  <a:gd name="connsiteX25" fmla="*/ 0 w 457214"/>
                  <a:gd name="connsiteY25" fmla="*/ 368232 h 393726"/>
                  <a:gd name="connsiteX26" fmla="*/ 38093 w 457214"/>
                  <a:gd name="connsiteY26" fmla="*/ 368232 h 393726"/>
                  <a:gd name="connsiteX27" fmla="*/ 38093 w 457214"/>
                  <a:gd name="connsiteY27" fmla="*/ 38095 h 393726"/>
                  <a:gd name="connsiteX28" fmla="*/ 76186 w 457214"/>
                  <a:gd name="connsiteY28" fmla="*/ 0 h 393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57214" h="393726">
                    <a:moveTo>
                      <a:pt x="292030" y="101570"/>
                    </a:moveTo>
                    <a:lnTo>
                      <a:pt x="292030" y="368232"/>
                    </a:lnTo>
                    <a:lnTo>
                      <a:pt x="393643" y="368232"/>
                    </a:lnTo>
                    <a:lnTo>
                      <a:pt x="393643" y="114284"/>
                    </a:lnTo>
                    <a:cubicBezTo>
                      <a:pt x="393643" y="107284"/>
                      <a:pt x="387929" y="101570"/>
                      <a:pt x="380929" y="101570"/>
                    </a:cubicBezTo>
                    <a:close/>
                    <a:moveTo>
                      <a:pt x="101581" y="88883"/>
                    </a:moveTo>
                    <a:lnTo>
                      <a:pt x="228557" y="88883"/>
                    </a:lnTo>
                    <a:lnTo>
                      <a:pt x="228557" y="114278"/>
                    </a:lnTo>
                    <a:lnTo>
                      <a:pt x="101581" y="114278"/>
                    </a:lnTo>
                    <a:close/>
                    <a:moveTo>
                      <a:pt x="76186" y="25381"/>
                    </a:moveTo>
                    <a:cubicBezTo>
                      <a:pt x="69186" y="25381"/>
                      <a:pt x="63472" y="31095"/>
                      <a:pt x="63472" y="38095"/>
                    </a:cubicBezTo>
                    <a:lnTo>
                      <a:pt x="63472" y="368232"/>
                    </a:lnTo>
                    <a:lnTo>
                      <a:pt x="266650" y="368232"/>
                    </a:lnTo>
                    <a:lnTo>
                      <a:pt x="266650" y="38095"/>
                    </a:lnTo>
                    <a:cubicBezTo>
                      <a:pt x="266650" y="31095"/>
                      <a:pt x="260984" y="25381"/>
                      <a:pt x="253937" y="25381"/>
                    </a:cubicBezTo>
                    <a:close/>
                    <a:moveTo>
                      <a:pt x="76186" y="0"/>
                    </a:moveTo>
                    <a:lnTo>
                      <a:pt x="253937" y="0"/>
                    </a:lnTo>
                    <a:cubicBezTo>
                      <a:pt x="274983" y="0"/>
                      <a:pt x="292030" y="17047"/>
                      <a:pt x="292030" y="38095"/>
                    </a:cubicBezTo>
                    <a:lnTo>
                      <a:pt x="292030" y="76189"/>
                    </a:lnTo>
                    <a:lnTo>
                      <a:pt x="380929" y="76189"/>
                    </a:lnTo>
                    <a:cubicBezTo>
                      <a:pt x="401975" y="76189"/>
                      <a:pt x="419022" y="93237"/>
                      <a:pt x="419022" y="114284"/>
                    </a:cubicBezTo>
                    <a:lnTo>
                      <a:pt x="419022" y="368232"/>
                    </a:lnTo>
                    <a:lnTo>
                      <a:pt x="457214" y="368232"/>
                    </a:lnTo>
                    <a:lnTo>
                      <a:pt x="457214" y="393726"/>
                    </a:lnTo>
                    <a:lnTo>
                      <a:pt x="0" y="393726"/>
                    </a:lnTo>
                    <a:lnTo>
                      <a:pt x="0" y="368232"/>
                    </a:lnTo>
                    <a:lnTo>
                      <a:pt x="38093" y="368232"/>
                    </a:lnTo>
                    <a:lnTo>
                      <a:pt x="38093" y="38095"/>
                    </a:lnTo>
                    <a:cubicBezTo>
                      <a:pt x="38093" y="17047"/>
                      <a:pt x="55140" y="0"/>
                      <a:pt x="76186" y="0"/>
                    </a:cubicBezTo>
                    <a:close/>
                  </a:path>
                </a:pathLst>
              </a:custGeom>
              <a:gradFill>
                <a:gsLst>
                  <a:gs pos="100000">
                    <a:schemeClr val="accent2"/>
                  </a:gs>
                  <a:gs pos="0">
                    <a:schemeClr val="accent1"/>
                  </a:gs>
                </a:gsLst>
                <a:lin ang="27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24" name="宇神PPT-4-5"/>
              <p:cNvSpPr/>
              <p:nvPr/>
            </p:nvSpPr>
            <p:spPr>
              <a:xfrm>
                <a:off x="7655386" y="1368425"/>
                <a:ext cx="821030" cy="821030"/>
              </a:xfrm>
              <a:prstGeom prst="ellipse">
                <a:avLst/>
              </a:prstGeom>
              <a:noFill/>
              <a:ln w="19050">
                <a:gradFill>
                  <a:gsLst>
                    <a:gs pos="0">
                      <a:schemeClr val="accent1"/>
                    </a:gs>
                    <a:gs pos="100000">
                      <a:schemeClr val="accent2"/>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100000">
                        <a:schemeClr val="accent2"/>
                      </a:gs>
                      <a:gs pos="0">
                        <a:schemeClr val="accent1"/>
                      </a:gs>
                    </a:gsLst>
                    <a:lin ang="2700000" scaled="0"/>
                  </a:gradFill>
                </a:endParaRPr>
              </a:p>
            </p:txBody>
          </p:sp>
        </p:grpSp>
      </p:grpSp>
      <p:sp>
        <p:nvSpPr>
          <p:cNvPr id="7" name="宇神PPT-4"/>
          <p:cNvSpPr/>
          <p:nvPr/>
        </p:nvSpPr>
        <p:spPr>
          <a:xfrm>
            <a:off x="0" y="580009"/>
            <a:ext cx="348000" cy="45719"/>
          </a:xfrm>
          <a:custGeom>
            <a:avLst/>
            <a:gdLst>
              <a:gd name="connsiteX0" fmla="*/ 0 w 348000"/>
              <a:gd name="connsiteY0" fmla="*/ 0 h 45719"/>
              <a:gd name="connsiteX1" fmla="*/ 348000 w 348000"/>
              <a:gd name="connsiteY1" fmla="*/ 0 h 45719"/>
              <a:gd name="connsiteX2" fmla="*/ 348000 w 348000"/>
              <a:gd name="connsiteY2" fmla="*/ 45719 h 45719"/>
              <a:gd name="connsiteX3" fmla="*/ 0 w 34800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348000" h="45719">
                <a:moveTo>
                  <a:pt x="0" y="0"/>
                </a:moveTo>
                <a:lnTo>
                  <a:pt x="348000" y="0"/>
                </a:lnTo>
                <a:lnTo>
                  <a:pt x="348000" y="45719"/>
                </a:lnTo>
                <a:lnTo>
                  <a:pt x="0" y="45719"/>
                </a:lnTo>
                <a:close/>
              </a:path>
            </a:pathLst>
          </a:custGeom>
          <a:gradFill>
            <a:gsLst>
              <a:gs pos="100000">
                <a:schemeClr val="accent2"/>
              </a:gs>
              <a:gs pos="0">
                <a:schemeClr val="accent1"/>
              </a:gs>
            </a:gsLst>
            <a:lin ang="2700000" scaled="0"/>
          </a:gradFill>
          <a:ln w="3429" cap="flat">
            <a:noFill/>
            <a:prstDash val="solid"/>
            <a:miter/>
          </a:ln>
        </p:spPr>
        <p:txBody>
          <a:bodyPr wrap="square" rtlCol="0" anchor="ctr">
            <a:noAutofit/>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100000">
                    <a:srgbClr val="8C127D"/>
                  </a:gs>
                  <a:gs pos="0">
                    <a:srgbClr val="E56758"/>
                  </a:gs>
                </a:gsLst>
                <a:lin ang="2700000" scaled="0"/>
              </a:gra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62" name="宇神PPT-3"/>
          <p:cNvSpPr/>
          <p:nvPr/>
        </p:nvSpPr>
        <p:spPr>
          <a:xfrm>
            <a:off x="4056000" y="580009"/>
            <a:ext cx="8136000" cy="45719"/>
          </a:xfrm>
          <a:custGeom>
            <a:avLst/>
            <a:gdLst>
              <a:gd name="connsiteX0" fmla="*/ 0 w 4686857"/>
              <a:gd name="connsiteY0" fmla="*/ 0 h 20571"/>
              <a:gd name="connsiteX1" fmla="*/ 4686857 w 4686857"/>
              <a:gd name="connsiteY1" fmla="*/ 0 h 20571"/>
              <a:gd name="connsiteX2" fmla="*/ 4686857 w 4686857"/>
              <a:gd name="connsiteY2" fmla="*/ 20571 h 20571"/>
              <a:gd name="connsiteX3" fmla="*/ 0 w 4686857"/>
              <a:gd name="connsiteY3" fmla="*/ 20571 h 20571"/>
            </a:gdLst>
            <a:ahLst/>
            <a:cxnLst>
              <a:cxn ang="0">
                <a:pos x="connsiteX0" y="connsiteY0"/>
              </a:cxn>
              <a:cxn ang="0">
                <a:pos x="connsiteX1" y="connsiteY1"/>
              </a:cxn>
              <a:cxn ang="0">
                <a:pos x="connsiteX2" y="connsiteY2"/>
              </a:cxn>
              <a:cxn ang="0">
                <a:pos x="connsiteX3" y="connsiteY3"/>
              </a:cxn>
            </a:cxnLst>
            <a:rect l="l" t="t" r="r" b="b"/>
            <a:pathLst>
              <a:path w="4686857" h="20571">
                <a:moveTo>
                  <a:pt x="0" y="0"/>
                </a:moveTo>
                <a:lnTo>
                  <a:pt x="4686857" y="0"/>
                </a:lnTo>
                <a:lnTo>
                  <a:pt x="4686857" y="20571"/>
                </a:lnTo>
                <a:lnTo>
                  <a:pt x="0" y="20571"/>
                </a:lnTo>
                <a:close/>
              </a:path>
            </a:pathLst>
          </a:custGeom>
          <a:gradFill>
            <a:gsLst>
              <a:gs pos="100000">
                <a:schemeClr val="accent2"/>
              </a:gs>
              <a:gs pos="0">
                <a:schemeClr val="accent1"/>
              </a:gs>
            </a:gsLst>
            <a:lin ang="2700000" scaled="0"/>
          </a:gradFill>
          <a:ln w="3429" cap="flat">
            <a:noFill/>
            <a:prstDash val="solid"/>
            <a:miter/>
          </a:ln>
        </p:spPr>
        <p:txBody>
          <a:bodyPr rtlCol="0"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100000">
                    <a:srgbClr val="8C127D"/>
                  </a:gs>
                  <a:gs pos="0">
                    <a:srgbClr val="E56758"/>
                  </a:gs>
                </a:gsLst>
                <a:lin ang="2700000" scaled="0"/>
              </a:gra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anim calcmode="lin" valueType="num">
                                      <p:cBhvr>
                                        <p:cTn id="8" dur="500" fill="hold"/>
                                        <p:tgtEl>
                                          <p:spTgt spid="20"/>
                                        </p:tgtEl>
                                        <p:attrNameLst>
                                          <p:attrName>ppt_x</p:attrName>
                                        </p:attrNameLst>
                                      </p:cBhvr>
                                      <p:tavLst>
                                        <p:tav tm="0">
                                          <p:val>
                                            <p:strVal val="#ppt_x"/>
                                          </p:val>
                                        </p:tav>
                                        <p:tav tm="100000">
                                          <p:val>
                                            <p:strVal val="#ppt_x"/>
                                          </p:val>
                                        </p:tav>
                                      </p:tavLst>
                                    </p:anim>
                                    <p:anim calcmode="lin" valueType="num">
                                      <p:cBhvr>
                                        <p:cTn id="9" dur="500" fill="hold"/>
                                        <p:tgtEl>
                                          <p:spTgt spid="20"/>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anim calcmode="lin" valueType="num">
                                      <p:cBhvr>
                                        <p:cTn id="14" dur="500" fill="hold"/>
                                        <p:tgtEl>
                                          <p:spTgt spid="9"/>
                                        </p:tgtEl>
                                        <p:attrNameLst>
                                          <p:attrName>ppt_x</p:attrName>
                                        </p:attrNameLst>
                                      </p:cBhvr>
                                      <p:tavLst>
                                        <p:tav tm="0">
                                          <p:val>
                                            <p:strVal val="#ppt_x"/>
                                          </p:val>
                                        </p:tav>
                                        <p:tav tm="100000">
                                          <p:val>
                                            <p:strVal val="#ppt_x"/>
                                          </p:val>
                                        </p:tav>
                                      </p:tavLst>
                                    </p:anim>
                                    <p:anim calcmode="lin" valueType="num">
                                      <p:cBhvr>
                                        <p:cTn id="15"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宇神PPT-1" hidden="1"/>
          <p:cNvSpPr txBox="1"/>
          <p:nvPr/>
        </p:nvSpPr>
        <p:spPr>
          <a:xfrm>
            <a:off x="10580913" y="-603126"/>
            <a:ext cx="1727200" cy="369332"/>
          </a:xfrm>
          <a:prstGeom prst="rect">
            <a:avLst/>
          </a:prstGeom>
          <a:noFill/>
        </p:spPr>
        <p:txBody>
          <a:bodyPr wrap="square" rtlCol="0">
            <a:spAutoFit/>
          </a:bodyPr>
          <a:lstStyle/>
          <a:p>
            <a:pPr algn="ctr"/>
            <a:r>
              <a:rPr lang="en-US" altLang="zh-CN" dirty="0">
                <a:ln>
                  <a:noFill/>
                </a:ln>
                <a:noFill/>
                <a:cs typeface="思源黑体 CN Bold" panose="020B0800000000000000" charset="-122"/>
              </a:rPr>
              <a:t>By  </a:t>
            </a:r>
            <a:r>
              <a:rPr lang="en-US" altLang="zh-CN" dirty="0" err="1">
                <a:ln>
                  <a:noFill/>
                </a:ln>
                <a:noFill/>
                <a:cs typeface="思源黑体 CN Bold" panose="020B0800000000000000" charset="-122"/>
              </a:rPr>
              <a:t>Yushen</a:t>
            </a:r>
            <a:endParaRPr lang="zh-CN" altLang="en-US" dirty="0">
              <a:ln>
                <a:noFill/>
              </a:ln>
              <a:noFill/>
              <a:cs typeface="思源黑体 CN Bold" panose="020B0800000000000000" charset="-122"/>
            </a:endParaRPr>
          </a:p>
        </p:txBody>
      </p:sp>
      <p:sp>
        <p:nvSpPr>
          <p:cNvPr id="3" name="宇神PPT-2"/>
          <p:cNvSpPr/>
          <p:nvPr/>
        </p:nvSpPr>
        <p:spPr>
          <a:xfrm flipV="1">
            <a:off x="1001486" y="1893675"/>
            <a:ext cx="10189029" cy="4601972"/>
          </a:xfrm>
          <a:custGeom>
            <a:avLst/>
            <a:gdLst>
              <a:gd name="connsiteX0" fmla="*/ 191911 w 9080500"/>
              <a:gd name="connsiteY0" fmla="*/ 4601972 h 4601972"/>
              <a:gd name="connsiteX1" fmla="*/ 8888589 w 9080500"/>
              <a:gd name="connsiteY1" fmla="*/ 4601972 h 4601972"/>
              <a:gd name="connsiteX2" fmla="*/ 9080500 w 9080500"/>
              <a:gd name="connsiteY2" fmla="*/ 4410061 h 4601972"/>
              <a:gd name="connsiteX3" fmla="*/ 9080500 w 9080500"/>
              <a:gd name="connsiteY3" fmla="*/ 621897 h 4601972"/>
              <a:gd name="connsiteX4" fmla="*/ 8888589 w 9080500"/>
              <a:gd name="connsiteY4" fmla="*/ 429986 h 4601972"/>
              <a:gd name="connsiteX5" fmla="*/ 1127125 w 9080500"/>
              <a:gd name="connsiteY5" fmla="*/ 429986 h 4601972"/>
              <a:gd name="connsiteX6" fmla="*/ 870860 w 9080500"/>
              <a:gd name="connsiteY6" fmla="*/ 0 h 4601972"/>
              <a:gd name="connsiteX7" fmla="*/ 831433 w 9080500"/>
              <a:gd name="connsiteY7" fmla="*/ 429986 h 4601972"/>
              <a:gd name="connsiteX8" fmla="*/ 191911 w 9080500"/>
              <a:gd name="connsiteY8" fmla="*/ 429986 h 4601972"/>
              <a:gd name="connsiteX9" fmla="*/ 0 w 9080500"/>
              <a:gd name="connsiteY9" fmla="*/ 621897 h 4601972"/>
              <a:gd name="connsiteX10" fmla="*/ 0 w 9080500"/>
              <a:gd name="connsiteY10" fmla="*/ 4410061 h 4601972"/>
              <a:gd name="connsiteX11" fmla="*/ 191911 w 9080500"/>
              <a:gd name="connsiteY11" fmla="*/ 4601972 h 460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80500" h="4601972">
                <a:moveTo>
                  <a:pt x="191911" y="4601972"/>
                </a:moveTo>
                <a:lnTo>
                  <a:pt x="8888589" y="4601972"/>
                </a:lnTo>
                <a:cubicBezTo>
                  <a:pt x="8994579" y="4601972"/>
                  <a:pt x="9080500" y="4516051"/>
                  <a:pt x="9080500" y="4410061"/>
                </a:cubicBezTo>
                <a:lnTo>
                  <a:pt x="9080500" y="621897"/>
                </a:lnTo>
                <a:cubicBezTo>
                  <a:pt x="9080500" y="515907"/>
                  <a:pt x="8994579" y="429986"/>
                  <a:pt x="8888589" y="429986"/>
                </a:cubicBezTo>
                <a:lnTo>
                  <a:pt x="1127125" y="429986"/>
                </a:lnTo>
                <a:lnTo>
                  <a:pt x="870860" y="0"/>
                </a:lnTo>
                <a:lnTo>
                  <a:pt x="831433" y="429986"/>
                </a:lnTo>
                <a:lnTo>
                  <a:pt x="191911" y="429986"/>
                </a:lnTo>
                <a:cubicBezTo>
                  <a:pt x="85921" y="429986"/>
                  <a:pt x="0" y="515907"/>
                  <a:pt x="0" y="621897"/>
                </a:cubicBezTo>
                <a:lnTo>
                  <a:pt x="0" y="4410061"/>
                </a:lnTo>
                <a:cubicBezTo>
                  <a:pt x="0" y="4516051"/>
                  <a:pt x="85921" y="4601972"/>
                  <a:pt x="191911" y="4601972"/>
                </a:cubicBezTo>
                <a:close/>
              </a:path>
            </a:pathLst>
          </a:custGeom>
          <a:solidFill>
            <a:schemeClr val="accent1">
              <a:lumMod val="781"/>
              <a:lumOff val="99219"/>
            </a:schemeClr>
          </a:solidFill>
          <a:ln w="12700" cap="flat" cmpd="sng" algn="ctr">
            <a:solidFill>
              <a:schemeClr val="accent1"/>
            </a:solidFill>
            <a:prstDash val="solid"/>
            <a:miter lim="800000"/>
            <a:headEnd type="none" w="med" len="med"/>
            <a:tailEnd type="none" w="med" len="med"/>
          </a:ln>
          <a:effectLst>
            <a:outerShdw blurRad="127000" dist="63500" dir="2700000" algn="tl" rotWithShape="0">
              <a:schemeClr val="accent2">
                <a:lumMod val="40000"/>
                <a:lumOff val="60000"/>
                <a:alpha val="20000"/>
              </a:scheme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grpSp>
        <p:nvGrpSpPr>
          <p:cNvPr id="25" name="宇神PPT-3"/>
          <p:cNvGrpSpPr/>
          <p:nvPr/>
        </p:nvGrpSpPr>
        <p:grpSpPr>
          <a:xfrm>
            <a:off x="5521274" y="2091860"/>
            <a:ext cx="5738495" cy="4577080"/>
            <a:chOff x="5521274" y="2277280"/>
            <a:chExt cx="5738495" cy="4577080"/>
          </a:xfrm>
        </p:grpSpPr>
        <p:sp>
          <p:nvSpPr>
            <p:cNvPr id="7" name="宇神PPT-3-1"/>
            <p:cNvSpPr txBox="1">
              <a:spLocks noChangeArrowheads="1"/>
            </p:cNvSpPr>
            <p:nvPr/>
          </p:nvSpPr>
          <p:spPr bwMode="auto">
            <a:xfrm>
              <a:off x="5521274" y="2277280"/>
              <a:ext cx="2281383" cy="519351"/>
            </a:xfrm>
            <a:prstGeom prst="roundRect">
              <a:avLst>
                <a:gd name="adj" fmla="val 50000"/>
              </a:avLst>
            </a:prstGeom>
            <a:gradFill flip="none" rotWithShape="0">
              <a:gsLst>
                <a:gs pos="0">
                  <a:schemeClr val="accent2"/>
                </a:gs>
                <a:gs pos="100000">
                  <a:schemeClr val="accent1"/>
                </a:gs>
              </a:gsLst>
              <a:lin ang="2700000" scaled="0"/>
              <a:tileRect/>
            </a:gradFill>
            <a:ln w="12700" cap="flat" cmpd="sng" algn="ctr">
              <a:noFill/>
              <a:prstDash val="solid"/>
              <a:miter lim="800000"/>
            </a:ln>
            <a:effectLst>
              <a:outerShdw blurRad="127000" dist="63500" dir="5400000" algn="t" rotWithShape="0">
                <a:schemeClr val="accent2">
                  <a:alpha val="20000"/>
                </a:schemeClr>
              </a:outerShdw>
            </a:effectLst>
          </p:spPr>
          <p:txBody>
            <a:bodyPr wrap="square" rtlCol="0" anchor="ctr">
              <a:noAutofit/>
            </a:bodyPr>
            <a:lstStyle>
              <a:defPPr>
                <a:defRPr lang="zh-CN"/>
              </a:defPPr>
              <a:lvl1pPr marR="0" lvl="0" indent="0" algn="ctr" fontAlgn="auto">
                <a:lnSpc>
                  <a:spcPct val="100000"/>
                </a:lnSpc>
                <a:spcBef>
                  <a:spcPts val="0"/>
                </a:spcBef>
                <a:spcAft>
                  <a:spcPts val="0"/>
                </a:spcAft>
                <a:buClrTx/>
                <a:buSzTx/>
                <a:buFontTx/>
                <a:buNone/>
                <a:defRPr kumimoji="0" b="0" i="0" u="none" strike="noStrike" kern="0" cap="none" spc="0" normalizeH="0" baseline="0">
                  <a:ln>
                    <a:noFill/>
                  </a:ln>
                  <a:solidFill>
                    <a:prstClr val="white"/>
                  </a:solidFill>
                  <a:effectLst/>
                  <a:uLnTx/>
                  <a:uFillTx/>
                  <a:latin typeface="思源黑体 CN Bold" panose="020B0800000000000000" charset="-122"/>
                  <a:ea typeface="思源黑体 CN Bold" panose="020B0800000000000000" charset="-122"/>
                </a:defRPr>
              </a:lvl1pPr>
              <a:lvl2pPr marL="4000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accent1">
                      <a:lumMod val="781"/>
                      <a:lumOff val="99219"/>
                    </a:schemeClr>
                  </a:solidFill>
                  <a:effectLst>
                    <a:outerShdw blurRad="38100" dist="38100" dir="2700000" algn="tl">
                      <a:schemeClr val="accent1">
                        <a:lumMod val="0"/>
                        <a:alpha val="43137"/>
                      </a:schemeClr>
                    </a:outerShdw>
                  </a:effectLst>
                  <a:uLnTx/>
                  <a:uFillTx/>
                  <a:latin typeface="思源黑体 CN Bold" panose="020B0800000000000000" charset="-122"/>
                  <a:ea typeface="思源黑体 CN Bold" panose="020B0800000000000000" charset="-122"/>
                  <a:cs typeface="思源黑体 CN Bold" panose="020B0800000000000000" charset="-122"/>
                </a:rPr>
                <a:t>向往社会主义</a:t>
              </a:r>
              <a:endParaRPr kumimoji="0" lang="zh-CN" altLang="en-US" sz="2400" b="0" i="0" u="none" strike="noStrike" kern="0" cap="none" spc="0" normalizeH="0" baseline="0" noProof="0" dirty="0">
                <a:ln>
                  <a:noFill/>
                </a:ln>
                <a:solidFill>
                  <a:schemeClr val="accent1">
                    <a:lumMod val="781"/>
                    <a:lumOff val="99219"/>
                  </a:schemeClr>
                </a:solidFill>
                <a:effectLst>
                  <a:outerShdw blurRad="38100" dist="38100" dir="2700000" algn="tl">
                    <a:schemeClr val="accent1">
                      <a:lumMod val="0"/>
                      <a:alpha val="43137"/>
                    </a:schemeClr>
                  </a:outerShdw>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10" name="宇神PPT-3-2"/>
            <p:cNvSpPr txBox="1">
              <a:spLocks noChangeArrowheads="1"/>
            </p:cNvSpPr>
            <p:nvPr/>
          </p:nvSpPr>
          <p:spPr bwMode="auto">
            <a:xfrm>
              <a:off x="5610174" y="2853225"/>
              <a:ext cx="5649595" cy="4001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oAutofit/>
            </a:bodyPr>
            <a:lstStyle>
              <a:lvl1pPr eaLnBrk="0" hangingPunct="0">
                <a:defRPr>
                  <a:solidFill>
                    <a:schemeClr val="tx1"/>
                  </a:solidFill>
                  <a:latin typeface="Calibri" panose="020F0502020204030204" pitchFamily="34" charset="0"/>
                  <a:ea typeface="宋体" panose="02010600030101010101" pitchFamily="2" charset="-122"/>
                </a:defRPr>
              </a:lvl1pPr>
              <a:lvl2pPr marL="4000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R="0" lvl="0" indent="457200" algn="l" defTabSz="914400" rtl="0" fontAlgn="auto">
                <a:lnSpc>
                  <a:spcPct val="150000"/>
                </a:lnSpc>
                <a:spcBef>
                  <a:spcPts val="0"/>
                </a:spcBef>
                <a:spcAft>
                  <a:spcPts val="0"/>
                </a:spcAft>
                <a:buClrTx/>
                <a:buSzTx/>
                <a:buFontTx/>
                <a:buNone/>
                <a:defRPr/>
                <a:extLst>
                  <a:ext uri="{35155182-B16C-46BC-9424-99874614C6A1}">
                    <wpsdc:indentchars xmlns:wpsdc="http://www.wps.cn/officeDocument/2017/drawingmlCustomData" val="200" checksum="59296752"/>
                  </a:ext>
                </a:extLst>
              </a:pPr>
              <a:r>
                <a:rPr kumimoji="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1930年，泰戈尔访问了年轻的社会主义国家苏联</a:t>
              </a:r>
              <a:r>
                <a:rPr kumimoji="0" lang="zh-CN"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a:t>
              </a:r>
              <a:r>
                <a:rPr kumimoji="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他在那里看到了一个神奇的世界，使他极为振奋，兴之所至，写成了歌颂苏联的《俄罗斯书简》一书。</a:t>
              </a:r>
              <a:r>
                <a:rPr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sym typeface="+mn-ea"/>
                </a:rPr>
                <a:t>他</a:t>
              </a:r>
              <a:r>
                <a:rPr kumimoji="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虽然不充分了解</a:t>
              </a:r>
              <a:r>
                <a:rPr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sym typeface="+mn-ea"/>
                </a:rPr>
                <a:t>社会主义</a:t>
              </a:r>
              <a:r>
                <a:rPr kumimoji="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，但是他向往这个崭新社会，想把这个神奇的世界搬到印度人民中去。他对世界上第一个社会主义国家的向往始终如一，在80岁生日述怀的文章中，还特别强调和赞扬苏联的成就</a:t>
              </a:r>
              <a:r>
                <a:rPr kumimoji="0" lang="zh-CN"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a:t>
              </a:r>
              <a:r>
                <a:rPr kumimoji="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别人的攻击并没有影响他心目中苏联的美好形象。</a:t>
              </a:r>
              <a:endParaRPr kumimoji="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grpSp>
      <p:pic>
        <p:nvPicPr>
          <p:cNvPr id="5" name="宇神PPT-7" descr="图片包含 片, 木, 桌子, 棕色&#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06643" y="1928156"/>
            <a:ext cx="4534646" cy="4286428"/>
          </a:xfrm>
          <a:prstGeom prst="rect">
            <a:avLst/>
          </a:prstGeom>
        </p:spPr>
      </p:pic>
      <p:sp>
        <p:nvSpPr>
          <p:cNvPr id="62" name="宇神PPT-3"/>
          <p:cNvSpPr/>
          <p:nvPr/>
        </p:nvSpPr>
        <p:spPr>
          <a:xfrm>
            <a:off x="4056000" y="580009"/>
            <a:ext cx="8136000" cy="45719"/>
          </a:xfrm>
          <a:custGeom>
            <a:avLst/>
            <a:gdLst>
              <a:gd name="connsiteX0" fmla="*/ 0 w 4686857"/>
              <a:gd name="connsiteY0" fmla="*/ 0 h 20571"/>
              <a:gd name="connsiteX1" fmla="*/ 4686857 w 4686857"/>
              <a:gd name="connsiteY1" fmla="*/ 0 h 20571"/>
              <a:gd name="connsiteX2" fmla="*/ 4686857 w 4686857"/>
              <a:gd name="connsiteY2" fmla="*/ 20571 h 20571"/>
              <a:gd name="connsiteX3" fmla="*/ 0 w 4686857"/>
              <a:gd name="connsiteY3" fmla="*/ 20571 h 20571"/>
            </a:gdLst>
            <a:ahLst/>
            <a:cxnLst>
              <a:cxn ang="0">
                <a:pos x="connsiteX0" y="connsiteY0"/>
              </a:cxn>
              <a:cxn ang="0">
                <a:pos x="connsiteX1" y="connsiteY1"/>
              </a:cxn>
              <a:cxn ang="0">
                <a:pos x="connsiteX2" y="connsiteY2"/>
              </a:cxn>
              <a:cxn ang="0">
                <a:pos x="connsiteX3" y="connsiteY3"/>
              </a:cxn>
            </a:cxnLst>
            <a:rect l="l" t="t" r="r" b="b"/>
            <a:pathLst>
              <a:path w="4686857" h="20571">
                <a:moveTo>
                  <a:pt x="0" y="0"/>
                </a:moveTo>
                <a:lnTo>
                  <a:pt x="4686857" y="0"/>
                </a:lnTo>
                <a:lnTo>
                  <a:pt x="4686857" y="20571"/>
                </a:lnTo>
                <a:lnTo>
                  <a:pt x="0" y="20571"/>
                </a:lnTo>
                <a:close/>
              </a:path>
            </a:pathLst>
          </a:custGeom>
          <a:gradFill>
            <a:gsLst>
              <a:gs pos="100000">
                <a:schemeClr val="accent2"/>
              </a:gs>
              <a:gs pos="0">
                <a:schemeClr val="accent1"/>
              </a:gs>
            </a:gsLst>
            <a:lin ang="2700000" scaled="0"/>
          </a:gra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100000">
                    <a:srgbClr val="8C127D"/>
                  </a:gs>
                  <a:gs pos="0">
                    <a:srgbClr val="E56758"/>
                  </a:gs>
                </a:gsLst>
                <a:lin ang="2700000" scaled="0"/>
              </a:gra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grpSp>
        <p:nvGrpSpPr>
          <p:cNvPr id="4" name="宇神PPT-4"/>
          <p:cNvGrpSpPr/>
          <p:nvPr/>
        </p:nvGrpSpPr>
        <p:grpSpPr>
          <a:xfrm>
            <a:off x="472301" y="173243"/>
            <a:ext cx="3459398" cy="915132"/>
            <a:chOff x="7655386" y="1280673"/>
            <a:chExt cx="3459398" cy="915132"/>
          </a:xfrm>
        </p:grpSpPr>
        <p:grpSp>
          <p:nvGrpSpPr>
            <p:cNvPr id="21" name="组合 20"/>
            <p:cNvGrpSpPr/>
            <p:nvPr/>
          </p:nvGrpSpPr>
          <p:grpSpPr>
            <a:xfrm>
              <a:off x="8732602" y="1280673"/>
              <a:ext cx="2382182" cy="915132"/>
              <a:chOff x="8732602" y="1280673"/>
              <a:chExt cx="2382182" cy="915132"/>
            </a:xfrm>
          </p:grpSpPr>
          <p:sp>
            <p:nvSpPr>
              <p:cNvPr id="8" name="宇神PPT-4-1"/>
              <p:cNvSpPr txBox="1"/>
              <p:nvPr/>
            </p:nvSpPr>
            <p:spPr>
              <a:xfrm>
                <a:off x="8732602" y="1280673"/>
                <a:ext cx="848309" cy="769441"/>
              </a:xfrm>
              <a:prstGeom prst="rect">
                <a:avLst/>
              </a:prstGeom>
              <a:noFill/>
            </p:spPr>
            <p:txBody>
              <a:bodyPr wrap="none" rtlCol="0">
                <a:spAutoFit/>
              </a:bodyPr>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rPr>
                  <a:t>01</a:t>
                </a:r>
                <a:endParaRPr kumimoji="0" lang="zh-CN" altLang="en-US" sz="4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9" name="宇神PPT-4-2"/>
              <p:cNvSpPr txBox="1"/>
              <p:nvPr/>
            </p:nvSpPr>
            <p:spPr>
              <a:xfrm>
                <a:off x="8811081" y="1918806"/>
                <a:ext cx="2303703" cy="276999"/>
              </a:xfrm>
              <a:prstGeom prst="rect">
                <a:avLst/>
              </a:prstGeom>
              <a:noFill/>
            </p:spPr>
            <p:txBody>
              <a:bodyPr wrap="square" rtlCol="0">
                <a:spAutoFit/>
              </a:bodyPr>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Light" panose="020B0300000000000000" pitchFamily="34" charset="-122"/>
                    <a:ea typeface="思源黑体 CN Light" panose="020B0300000000000000" pitchFamily="34" charset="-122"/>
                    <a:cs typeface="+mn-ea"/>
                    <a:sym typeface="+mn-lt"/>
                  </a:rPr>
                  <a:t>AUTHOR PROFILE</a:t>
                </a:r>
                <a:endParaRPr kumimoji="0" lang="en-US" altLang="zh-CN" sz="12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Light" panose="020B0300000000000000" pitchFamily="34" charset="-122"/>
                  <a:ea typeface="思源黑体 CN Light" panose="020B0300000000000000" pitchFamily="34" charset="-122"/>
                  <a:cs typeface="+mn-ea"/>
                  <a:sym typeface="+mn-lt"/>
                </a:endParaRPr>
              </a:p>
            </p:txBody>
          </p:sp>
          <p:sp>
            <p:nvSpPr>
              <p:cNvPr id="11" name="宇神PPT-4-3"/>
              <p:cNvSpPr txBox="1"/>
              <p:nvPr/>
            </p:nvSpPr>
            <p:spPr>
              <a:xfrm>
                <a:off x="9677835" y="1463090"/>
                <a:ext cx="1415772" cy="461665"/>
              </a:xfrm>
              <a:prstGeom prst="rect">
                <a:avLst/>
              </a:prstGeom>
              <a:noFill/>
            </p:spPr>
            <p:txBody>
              <a:bodyPr wrap="none" rtlCol="0">
                <a:spAutoFit/>
              </a:bodyPr>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mn-ea"/>
                    <a:sym typeface="+mn-lt"/>
                  </a:rPr>
                  <a:t>作家简介</a:t>
                </a:r>
                <a:endParaRPr kumimoji="0" lang="zh-CN" altLang="en-US" sz="2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mn-ea"/>
                  <a:sym typeface="+mn-lt"/>
                </a:endParaRPr>
              </a:p>
            </p:txBody>
          </p:sp>
        </p:grpSp>
        <p:grpSp>
          <p:nvGrpSpPr>
            <p:cNvPr id="22" name="组合 21"/>
            <p:cNvGrpSpPr/>
            <p:nvPr/>
          </p:nvGrpSpPr>
          <p:grpSpPr>
            <a:xfrm>
              <a:off x="7655386" y="1327724"/>
              <a:ext cx="821030" cy="821030"/>
              <a:chOff x="7655386" y="1368425"/>
              <a:chExt cx="821030" cy="821030"/>
            </a:xfrm>
          </p:grpSpPr>
          <p:sp>
            <p:nvSpPr>
              <p:cNvPr id="23" name="宇神PPT-4-4"/>
              <p:cNvSpPr/>
              <p:nvPr/>
            </p:nvSpPr>
            <p:spPr>
              <a:xfrm>
                <a:off x="7833588" y="1578886"/>
                <a:ext cx="464626" cy="400108"/>
              </a:xfrm>
              <a:custGeom>
                <a:avLst/>
                <a:gdLst>
                  <a:gd name="connsiteX0" fmla="*/ 292030 w 457214"/>
                  <a:gd name="connsiteY0" fmla="*/ 101570 h 393726"/>
                  <a:gd name="connsiteX1" fmla="*/ 292030 w 457214"/>
                  <a:gd name="connsiteY1" fmla="*/ 368232 h 393726"/>
                  <a:gd name="connsiteX2" fmla="*/ 393643 w 457214"/>
                  <a:gd name="connsiteY2" fmla="*/ 368232 h 393726"/>
                  <a:gd name="connsiteX3" fmla="*/ 393643 w 457214"/>
                  <a:gd name="connsiteY3" fmla="*/ 114284 h 393726"/>
                  <a:gd name="connsiteX4" fmla="*/ 380929 w 457214"/>
                  <a:gd name="connsiteY4" fmla="*/ 101570 h 393726"/>
                  <a:gd name="connsiteX5" fmla="*/ 101581 w 457214"/>
                  <a:gd name="connsiteY5" fmla="*/ 88883 h 393726"/>
                  <a:gd name="connsiteX6" fmla="*/ 228557 w 457214"/>
                  <a:gd name="connsiteY6" fmla="*/ 88883 h 393726"/>
                  <a:gd name="connsiteX7" fmla="*/ 228557 w 457214"/>
                  <a:gd name="connsiteY7" fmla="*/ 114278 h 393726"/>
                  <a:gd name="connsiteX8" fmla="*/ 101581 w 457214"/>
                  <a:gd name="connsiteY8" fmla="*/ 114278 h 393726"/>
                  <a:gd name="connsiteX9" fmla="*/ 76186 w 457214"/>
                  <a:gd name="connsiteY9" fmla="*/ 25381 h 393726"/>
                  <a:gd name="connsiteX10" fmla="*/ 63472 w 457214"/>
                  <a:gd name="connsiteY10" fmla="*/ 38095 h 393726"/>
                  <a:gd name="connsiteX11" fmla="*/ 63472 w 457214"/>
                  <a:gd name="connsiteY11" fmla="*/ 368232 h 393726"/>
                  <a:gd name="connsiteX12" fmla="*/ 266650 w 457214"/>
                  <a:gd name="connsiteY12" fmla="*/ 368232 h 393726"/>
                  <a:gd name="connsiteX13" fmla="*/ 266650 w 457214"/>
                  <a:gd name="connsiteY13" fmla="*/ 38095 h 393726"/>
                  <a:gd name="connsiteX14" fmla="*/ 253937 w 457214"/>
                  <a:gd name="connsiteY14" fmla="*/ 25381 h 393726"/>
                  <a:gd name="connsiteX15" fmla="*/ 76186 w 457214"/>
                  <a:gd name="connsiteY15" fmla="*/ 0 h 393726"/>
                  <a:gd name="connsiteX16" fmla="*/ 253937 w 457214"/>
                  <a:gd name="connsiteY16" fmla="*/ 0 h 393726"/>
                  <a:gd name="connsiteX17" fmla="*/ 292030 w 457214"/>
                  <a:gd name="connsiteY17" fmla="*/ 38095 h 393726"/>
                  <a:gd name="connsiteX18" fmla="*/ 292030 w 457214"/>
                  <a:gd name="connsiteY18" fmla="*/ 76189 h 393726"/>
                  <a:gd name="connsiteX19" fmla="*/ 380929 w 457214"/>
                  <a:gd name="connsiteY19" fmla="*/ 76189 h 393726"/>
                  <a:gd name="connsiteX20" fmla="*/ 419022 w 457214"/>
                  <a:gd name="connsiteY20" fmla="*/ 114284 h 393726"/>
                  <a:gd name="connsiteX21" fmla="*/ 419022 w 457214"/>
                  <a:gd name="connsiteY21" fmla="*/ 368232 h 393726"/>
                  <a:gd name="connsiteX22" fmla="*/ 457214 w 457214"/>
                  <a:gd name="connsiteY22" fmla="*/ 368232 h 393726"/>
                  <a:gd name="connsiteX23" fmla="*/ 457214 w 457214"/>
                  <a:gd name="connsiteY23" fmla="*/ 393726 h 393726"/>
                  <a:gd name="connsiteX24" fmla="*/ 0 w 457214"/>
                  <a:gd name="connsiteY24" fmla="*/ 393726 h 393726"/>
                  <a:gd name="connsiteX25" fmla="*/ 0 w 457214"/>
                  <a:gd name="connsiteY25" fmla="*/ 368232 h 393726"/>
                  <a:gd name="connsiteX26" fmla="*/ 38093 w 457214"/>
                  <a:gd name="connsiteY26" fmla="*/ 368232 h 393726"/>
                  <a:gd name="connsiteX27" fmla="*/ 38093 w 457214"/>
                  <a:gd name="connsiteY27" fmla="*/ 38095 h 393726"/>
                  <a:gd name="connsiteX28" fmla="*/ 76186 w 457214"/>
                  <a:gd name="connsiteY28" fmla="*/ 0 h 393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57214" h="393726">
                    <a:moveTo>
                      <a:pt x="292030" y="101570"/>
                    </a:moveTo>
                    <a:lnTo>
                      <a:pt x="292030" y="368232"/>
                    </a:lnTo>
                    <a:lnTo>
                      <a:pt x="393643" y="368232"/>
                    </a:lnTo>
                    <a:lnTo>
                      <a:pt x="393643" y="114284"/>
                    </a:lnTo>
                    <a:cubicBezTo>
                      <a:pt x="393643" y="107284"/>
                      <a:pt x="387929" y="101570"/>
                      <a:pt x="380929" y="101570"/>
                    </a:cubicBezTo>
                    <a:close/>
                    <a:moveTo>
                      <a:pt x="101581" y="88883"/>
                    </a:moveTo>
                    <a:lnTo>
                      <a:pt x="228557" y="88883"/>
                    </a:lnTo>
                    <a:lnTo>
                      <a:pt x="228557" y="114278"/>
                    </a:lnTo>
                    <a:lnTo>
                      <a:pt x="101581" y="114278"/>
                    </a:lnTo>
                    <a:close/>
                    <a:moveTo>
                      <a:pt x="76186" y="25381"/>
                    </a:moveTo>
                    <a:cubicBezTo>
                      <a:pt x="69186" y="25381"/>
                      <a:pt x="63472" y="31095"/>
                      <a:pt x="63472" y="38095"/>
                    </a:cubicBezTo>
                    <a:lnTo>
                      <a:pt x="63472" y="368232"/>
                    </a:lnTo>
                    <a:lnTo>
                      <a:pt x="266650" y="368232"/>
                    </a:lnTo>
                    <a:lnTo>
                      <a:pt x="266650" y="38095"/>
                    </a:lnTo>
                    <a:cubicBezTo>
                      <a:pt x="266650" y="31095"/>
                      <a:pt x="260984" y="25381"/>
                      <a:pt x="253937" y="25381"/>
                    </a:cubicBezTo>
                    <a:close/>
                    <a:moveTo>
                      <a:pt x="76186" y="0"/>
                    </a:moveTo>
                    <a:lnTo>
                      <a:pt x="253937" y="0"/>
                    </a:lnTo>
                    <a:cubicBezTo>
                      <a:pt x="274983" y="0"/>
                      <a:pt x="292030" y="17047"/>
                      <a:pt x="292030" y="38095"/>
                    </a:cubicBezTo>
                    <a:lnTo>
                      <a:pt x="292030" y="76189"/>
                    </a:lnTo>
                    <a:lnTo>
                      <a:pt x="380929" y="76189"/>
                    </a:lnTo>
                    <a:cubicBezTo>
                      <a:pt x="401975" y="76189"/>
                      <a:pt x="419022" y="93237"/>
                      <a:pt x="419022" y="114284"/>
                    </a:cubicBezTo>
                    <a:lnTo>
                      <a:pt x="419022" y="368232"/>
                    </a:lnTo>
                    <a:lnTo>
                      <a:pt x="457214" y="368232"/>
                    </a:lnTo>
                    <a:lnTo>
                      <a:pt x="457214" y="393726"/>
                    </a:lnTo>
                    <a:lnTo>
                      <a:pt x="0" y="393726"/>
                    </a:lnTo>
                    <a:lnTo>
                      <a:pt x="0" y="368232"/>
                    </a:lnTo>
                    <a:lnTo>
                      <a:pt x="38093" y="368232"/>
                    </a:lnTo>
                    <a:lnTo>
                      <a:pt x="38093" y="38095"/>
                    </a:lnTo>
                    <a:cubicBezTo>
                      <a:pt x="38093" y="17047"/>
                      <a:pt x="55140" y="0"/>
                      <a:pt x="76186" y="0"/>
                    </a:cubicBezTo>
                    <a:close/>
                  </a:path>
                </a:pathLst>
              </a:custGeom>
              <a:gradFill>
                <a:gsLst>
                  <a:gs pos="100000">
                    <a:schemeClr val="accent2"/>
                  </a:gs>
                  <a:gs pos="0">
                    <a:schemeClr val="accent1"/>
                  </a:gs>
                </a:gsLst>
                <a:lin ang="27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24" name="宇神PPT-4-5"/>
              <p:cNvSpPr/>
              <p:nvPr/>
            </p:nvSpPr>
            <p:spPr>
              <a:xfrm>
                <a:off x="7655386" y="1368425"/>
                <a:ext cx="821030" cy="821030"/>
              </a:xfrm>
              <a:prstGeom prst="ellipse">
                <a:avLst/>
              </a:prstGeom>
              <a:noFill/>
              <a:ln w="19050">
                <a:gradFill>
                  <a:gsLst>
                    <a:gs pos="0">
                      <a:schemeClr val="accent1"/>
                    </a:gs>
                    <a:gs pos="100000">
                      <a:schemeClr val="accent2"/>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gradFill>
                    <a:gsLst>
                      <a:gs pos="100000">
                        <a:schemeClr val="accent2"/>
                      </a:gs>
                      <a:gs pos="0">
                        <a:schemeClr val="accent1"/>
                      </a:gs>
                    </a:gsLst>
                    <a:lin ang="2700000" scaled="0"/>
                  </a:gradFill>
                </a:endParaRPr>
              </a:p>
            </p:txBody>
          </p:sp>
        </p:grpSp>
      </p:grpSp>
      <p:sp>
        <p:nvSpPr>
          <p:cNvPr id="12" name="宇神PPT-4"/>
          <p:cNvSpPr/>
          <p:nvPr/>
        </p:nvSpPr>
        <p:spPr>
          <a:xfrm>
            <a:off x="0" y="580009"/>
            <a:ext cx="348000" cy="45719"/>
          </a:xfrm>
          <a:custGeom>
            <a:avLst/>
            <a:gdLst>
              <a:gd name="connsiteX0" fmla="*/ 0 w 348000"/>
              <a:gd name="connsiteY0" fmla="*/ 0 h 45719"/>
              <a:gd name="connsiteX1" fmla="*/ 348000 w 348000"/>
              <a:gd name="connsiteY1" fmla="*/ 0 h 45719"/>
              <a:gd name="connsiteX2" fmla="*/ 348000 w 348000"/>
              <a:gd name="connsiteY2" fmla="*/ 45719 h 45719"/>
              <a:gd name="connsiteX3" fmla="*/ 0 w 34800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348000" h="45719">
                <a:moveTo>
                  <a:pt x="0" y="0"/>
                </a:moveTo>
                <a:lnTo>
                  <a:pt x="348000" y="0"/>
                </a:lnTo>
                <a:lnTo>
                  <a:pt x="348000" y="45719"/>
                </a:lnTo>
                <a:lnTo>
                  <a:pt x="0" y="45719"/>
                </a:lnTo>
                <a:close/>
              </a:path>
            </a:pathLst>
          </a:custGeom>
          <a:gradFill>
            <a:gsLst>
              <a:gs pos="100000">
                <a:schemeClr val="accent2"/>
              </a:gs>
              <a:gs pos="0">
                <a:schemeClr val="accent1"/>
              </a:gs>
            </a:gsLst>
            <a:lin ang="2700000" scaled="0"/>
          </a:gradFill>
          <a:ln w="3429" cap="flat">
            <a:noFill/>
            <a:prstDash val="solid"/>
            <a:miter/>
          </a:ln>
        </p:spPr>
        <p:txBody>
          <a:bodyPr wrap="square" rtlCol="0" anchor="ctr">
            <a:noAutofit/>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100000">
                    <a:srgbClr val="8C127D"/>
                  </a:gs>
                  <a:gs pos="0">
                    <a:srgbClr val="E56758"/>
                  </a:gs>
                </a:gsLst>
                <a:lin ang="2700000" scaled="0"/>
              </a:gra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500"/>
                                        <p:tgtEl>
                                          <p:spTgt spid="25"/>
                                        </p:tgtEl>
                                      </p:cBhvr>
                                    </p:animEffect>
                                    <p:anim calcmode="lin" valueType="num">
                                      <p:cBhvr>
                                        <p:cTn id="14" dur="500" fill="hold"/>
                                        <p:tgtEl>
                                          <p:spTgt spid="25"/>
                                        </p:tgtEl>
                                        <p:attrNameLst>
                                          <p:attrName>ppt_x</p:attrName>
                                        </p:attrNameLst>
                                      </p:cBhvr>
                                      <p:tavLst>
                                        <p:tav tm="0">
                                          <p:val>
                                            <p:strVal val="#ppt_x"/>
                                          </p:val>
                                        </p:tav>
                                        <p:tav tm="100000">
                                          <p:val>
                                            <p:strVal val="#ppt_x"/>
                                          </p:val>
                                        </p:tav>
                                      </p:tavLst>
                                    </p:anim>
                                    <p:anim calcmode="lin" valueType="num">
                                      <p:cBhvr>
                                        <p:cTn id="15" dur="5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宇神PPT-1" hidden="1"/>
          <p:cNvSpPr txBox="1"/>
          <p:nvPr/>
        </p:nvSpPr>
        <p:spPr>
          <a:xfrm>
            <a:off x="10580913" y="-603126"/>
            <a:ext cx="1727200" cy="369332"/>
          </a:xfrm>
          <a:prstGeom prst="rect">
            <a:avLst/>
          </a:prstGeom>
          <a:noFill/>
        </p:spPr>
        <p:txBody>
          <a:bodyPr wrap="square" rtlCol="0">
            <a:spAutoFit/>
          </a:bodyPr>
          <a:lstStyle/>
          <a:p>
            <a:pPr algn="ctr"/>
            <a:r>
              <a:rPr lang="en-US" altLang="zh-CN" dirty="0">
                <a:ln>
                  <a:noFill/>
                </a:ln>
                <a:noFill/>
                <a:cs typeface="思源黑体 CN Bold" panose="020B0800000000000000" charset="-122"/>
              </a:rPr>
              <a:t>By  </a:t>
            </a:r>
            <a:r>
              <a:rPr lang="en-US" altLang="zh-CN" dirty="0" err="1">
                <a:ln>
                  <a:noFill/>
                </a:ln>
                <a:noFill/>
                <a:cs typeface="思源黑体 CN Bold" panose="020B0800000000000000" charset="-122"/>
              </a:rPr>
              <a:t>Yushen</a:t>
            </a:r>
            <a:endParaRPr lang="zh-CN" altLang="en-US" dirty="0">
              <a:ln>
                <a:noFill/>
              </a:ln>
              <a:noFill/>
              <a:cs typeface="思源黑体 CN Bold" panose="020B0800000000000000" charset="-122"/>
            </a:endParaRPr>
          </a:p>
        </p:txBody>
      </p:sp>
      <p:grpSp>
        <p:nvGrpSpPr>
          <p:cNvPr id="54" name="宇神PPT-2"/>
          <p:cNvGrpSpPr/>
          <p:nvPr/>
        </p:nvGrpSpPr>
        <p:grpSpPr>
          <a:xfrm>
            <a:off x="5918835" y="1003935"/>
            <a:ext cx="5678805" cy="4555490"/>
            <a:chOff x="6138134" y="1669229"/>
            <a:chExt cx="4722060" cy="4053518"/>
          </a:xfrm>
        </p:grpSpPr>
        <p:sp>
          <p:nvSpPr>
            <p:cNvPr id="16" name="宇神PPT-2-1"/>
            <p:cNvSpPr txBox="1"/>
            <p:nvPr/>
          </p:nvSpPr>
          <p:spPr>
            <a:xfrm>
              <a:off x="6354093" y="2386816"/>
              <a:ext cx="4506101" cy="3335931"/>
            </a:xfrm>
            <a:prstGeom prst="rect">
              <a:avLst/>
            </a:prstGeom>
            <a:noFill/>
          </p:spPr>
          <p:txBody>
            <a:bodyPr wrap="square" rtlCol="0">
              <a:noAutofit/>
            </a:bodyPr>
            <a:lstStyle/>
            <a:p>
              <a:pPr marR="0" lvl="0" indent="508000" algn="l" defTabSz="457200" rtl="0" fontAlgn="auto">
                <a:lnSpc>
                  <a:spcPct val="150000"/>
                </a:lnSpc>
                <a:spcBef>
                  <a:spcPts val="0"/>
                </a:spcBef>
                <a:spcAft>
                  <a:spcPts val="0"/>
                </a:spcAft>
                <a:buClrTx/>
                <a:buSzTx/>
                <a:buFontTx/>
                <a:buNone/>
                <a:defRPr/>
                <a:extLst>
                  <a:ext uri="{35155182-B16C-46BC-9424-99874614C6A1}">
                    <wpsdc:indentchars xmlns:wpsdc="http://www.wps.cn/officeDocument/2017/drawingmlCustomData" val="200" checksum="282533468"/>
                  </a:ext>
                </a:extLst>
              </a:pPr>
              <a:r>
                <a:rPr kumimoji="0" lang="en-US" altLang="zh-CN"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1939</a:t>
              </a:r>
              <a:r>
                <a:rPr kumimoji="0" lang="zh-CN" altLang="en-US"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年，德国法西斯悍然发动世界大战，他又应欧洲朋友之邀，撰文怒斥德国“领袖”的不义行径。泰戈尔一贯痛恨法西斯，但是对被欺压的弱小民族，他则表示无限同情，特别是对中国，他更是始终抱有好感与希望。 </a:t>
              </a:r>
              <a:endParaRPr kumimoji="0" lang="zh-CN" altLang="en-US"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a:p>
              <a:pPr marR="0" lvl="0" indent="508000" algn="l" defTabSz="457200" rtl="0" fontAlgn="auto">
                <a:lnSpc>
                  <a:spcPct val="150000"/>
                </a:lnSpc>
                <a:spcBef>
                  <a:spcPts val="0"/>
                </a:spcBef>
                <a:spcAft>
                  <a:spcPts val="0"/>
                </a:spcAft>
                <a:buClrTx/>
                <a:buSzTx/>
                <a:buFontTx/>
                <a:buNone/>
                <a:defRPr/>
                <a:extLst>
                  <a:ext uri="{35155182-B16C-46BC-9424-99874614C6A1}">
                    <wpsdc:indentchars xmlns:wpsdc="http://www.wps.cn/officeDocument/2017/drawingmlCustomData" val="200" checksum="282533468"/>
                  </a:ext>
                </a:extLst>
              </a:pPr>
              <a:r>
                <a:rPr kumimoji="0" lang="en-US" altLang="zh-CN"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1941</a:t>
              </a:r>
              <a:r>
                <a:rPr kumimoji="0" lang="zh-CN" altLang="en-US"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年</a:t>
              </a:r>
              <a:r>
                <a:rPr kumimoji="0" lang="en-US" altLang="zh-CN"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8</a:t>
              </a:r>
              <a:r>
                <a:rPr kumimoji="0" lang="zh-CN" altLang="en-US"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月</a:t>
              </a:r>
              <a:r>
                <a:rPr kumimoji="0" lang="en-US" altLang="zh-CN"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6</a:t>
              </a:r>
              <a:r>
                <a:rPr kumimoji="0" lang="zh-CN" altLang="en-US"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日，泰戈尔在加尔各答祖居宅第里平静地离开人世，成千上万的市民为他送葬。</a:t>
              </a:r>
              <a:endParaRPr kumimoji="0" lang="zh-CN" altLang="en-US"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grpSp>
          <p:nvGrpSpPr>
            <p:cNvPr id="52" name="组合 51"/>
            <p:cNvGrpSpPr/>
            <p:nvPr/>
          </p:nvGrpSpPr>
          <p:grpSpPr>
            <a:xfrm>
              <a:off x="6138134" y="1669229"/>
              <a:ext cx="2357281" cy="745010"/>
              <a:chOff x="6138134" y="1669229"/>
              <a:chExt cx="2357281" cy="745010"/>
            </a:xfrm>
          </p:grpSpPr>
          <p:sp>
            <p:nvSpPr>
              <p:cNvPr id="14" name="宇神PPT-2-2"/>
              <p:cNvSpPr>
                <a:spLocks noChangeAspect="1"/>
              </p:cNvSpPr>
              <p:nvPr/>
            </p:nvSpPr>
            <p:spPr>
              <a:xfrm>
                <a:off x="6138134" y="1669229"/>
                <a:ext cx="432000" cy="432000"/>
              </a:xfrm>
              <a:prstGeom prst="ellipse">
                <a:avLst/>
              </a:prstGeom>
              <a:gradFill>
                <a:gsLst>
                  <a:gs pos="100000">
                    <a:schemeClr val="accent2"/>
                  </a:gs>
                  <a:gs pos="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800" b="0" i="0" u="none" strike="noStrike" kern="1200" cap="none" spc="0" normalizeH="0" baseline="0" noProof="0" dirty="0">
                  <a:ln>
                    <a:noFill/>
                  </a:ln>
                  <a:no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sp>
            <p:nvSpPr>
              <p:cNvPr id="17" name="宇神PPT-2-3"/>
              <p:cNvSpPr txBox="1"/>
              <p:nvPr/>
            </p:nvSpPr>
            <p:spPr>
              <a:xfrm>
                <a:off x="6340219" y="1840170"/>
                <a:ext cx="2155196" cy="574069"/>
              </a:xfrm>
              <a:prstGeom prst="rect">
                <a:avLst/>
              </a:prstGeom>
              <a:noFill/>
            </p:spPr>
            <p:txBody>
              <a:bodyPr wrap="square" rtlCol="0">
                <a:spAutoFit/>
              </a:bodyPr>
              <a:lstStyle/>
              <a:p>
                <a:pPr>
                  <a:defRPr/>
                </a:pPr>
                <a:r>
                  <a:rPr lang="zh-CN" altLang="en-US" sz="3600" kern="0" dirty="0">
                    <a:gradFill>
                      <a:gsLst>
                        <a:gs pos="0">
                          <a:schemeClr val="accent1"/>
                        </a:gs>
                        <a:gs pos="100000">
                          <a:schemeClr val="accent2"/>
                        </a:gs>
                      </a:gsLst>
                      <a:lin ang="2700000" scaled="1"/>
                    </a:gradFill>
                    <a:latin typeface="思源黑体 CN Bold" panose="020B0800000000000000" charset="-122"/>
                    <a:ea typeface="思源黑体 CN Bold" panose="020B0800000000000000" charset="-122"/>
                  </a:rPr>
                  <a:t>晚年事迹</a:t>
                </a:r>
                <a:endParaRPr lang="zh-CN" altLang="en-US" sz="3600" kern="0" dirty="0">
                  <a:gradFill>
                    <a:gsLst>
                      <a:gs pos="0">
                        <a:schemeClr val="accent1"/>
                      </a:gs>
                      <a:gs pos="100000">
                        <a:schemeClr val="accent2"/>
                      </a:gs>
                    </a:gsLst>
                    <a:lin ang="2700000" scaled="1"/>
                  </a:gradFill>
                  <a:latin typeface="思源黑体 CN Bold" panose="020B0800000000000000" charset="-122"/>
                  <a:ea typeface="思源黑体 CN Bold" panose="020B0800000000000000" charset="-122"/>
                </a:endParaRPr>
              </a:p>
            </p:txBody>
          </p:sp>
        </p:grpSp>
      </p:grpSp>
      <p:grpSp>
        <p:nvGrpSpPr>
          <p:cNvPr id="53" name="宇神PPT-3"/>
          <p:cNvGrpSpPr/>
          <p:nvPr/>
        </p:nvGrpSpPr>
        <p:grpSpPr>
          <a:xfrm>
            <a:off x="6325235" y="5654675"/>
            <a:ext cx="5636895" cy="604520"/>
            <a:chOff x="6325332" y="5501139"/>
            <a:chExt cx="4942564" cy="604800"/>
          </a:xfrm>
        </p:grpSpPr>
        <p:grpSp>
          <p:nvGrpSpPr>
            <p:cNvPr id="19" name="PPT世界-4"/>
            <p:cNvGrpSpPr/>
            <p:nvPr/>
          </p:nvGrpSpPr>
          <p:grpSpPr>
            <a:xfrm>
              <a:off x="6325332" y="5501139"/>
              <a:ext cx="2899364" cy="604800"/>
              <a:chOff x="6325332" y="3884930"/>
              <a:chExt cx="2899364" cy="604800"/>
            </a:xfrm>
          </p:grpSpPr>
          <p:sp>
            <p:nvSpPr>
              <p:cNvPr id="35" name="宇神PPT-3-1"/>
              <p:cNvSpPr txBox="1"/>
              <p:nvPr/>
            </p:nvSpPr>
            <p:spPr>
              <a:xfrm>
                <a:off x="6979546" y="4002664"/>
                <a:ext cx="2245150" cy="460588"/>
              </a:xfrm>
              <a:prstGeom prst="rect">
                <a:avLst/>
              </a:prstGeom>
              <a:noFill/>
            </p:spPr>
            <p:txBody>
              <a:bodyPr wrap="square" rtlCol="0">
                <a:spAutoFit/>
              </a:bodyPr>
              <a:lstStyle/>
              <a:p>
                <a:pPr>
                  <a:defRPr/>
                </a:pPr>
                <a:r>
                  <a:rPr lang="zh-CN" altLang="en-US" sz="2400" kern="0" dirty="0">
                    <a:gradFill>
                      <a:gsLst>
                        <a:gs pos="0">
                          <a:schemeClr val="accent1"/>
                        </a:gs>
                        <a:gs pos="100000">
                          <a:schemeClr val="accent2"/>
                        </a:gs>
                      </a:gsLst>
                      <a:lin ang="2700000" scaled="1"/>
                    </a:gradFill>
                    <a:latin typeface="思源黑体 CN Bold" panose="020B0800000000000000" charset="-122"/>
                    <a:ea typeface="思源黑体 CN Bold" panose="020B0800000000000000" charset="-122"/>
                  </a:rPr>
                  <a:t>不怕法西斯</a:t>
                </a:r>
                <a:endParaRPr lang="zh-CN" altLang="en-US" sz="2400" kern="0" dirty="0">
                  <a:gradFill>
                    <a:gsLst>
                      <a:gs pos="0">
                        <a:schemeClr val="accent1"/>
                      </a:gs>
                      <a:gs pos="100000">
                        <a:schemeClr val="accent2"/>
                      </a:gs>
                    </a:gsLst>
                    <a:lin ang="2700000" scaled="1"/>
                  </a:gradFill>
                  <a:latin typeface="思源黑体 CN Bold" panose="020B0800000000000000" charset="-122"/>
                  <a:ea typeface="思源黑体 CN Bold" panose="020B0800000000000000" charset="-122"/>
                </a:endParaRPr>
              </a:p>
            </p:txBody>
          </p:sp>
          <p:grpSp>
            <p:nvGrpSpPr>
              <p:cNvPr id="36" name="组合 35"/>
              <p:cNvGrpSpPr/>
              <p:nvPr/>
            </p:nvGrpSpPr>
            <p:grpSpPr>
              <a:xfrm>
                <a:off x="6325332" y="3884930"/>
                <a:ext cx="604800" cy="604800"/>
                <a:chOff x="6018530" y="3884930"/>
                <a:chExt cx="604800" cy="604800"/>
              </a:xfrm>
            </p:grpSpPr>
            <p:sp>
              <p:nvSpPr>
                <p:cNvPr id="37" name="宇神PPT-3-2"/>
                <p:cNvSpPr>
                  <a:spLocks noChangeAspect="1"/>
                </p:cNvSpPr>
                <p:nvPr/>
              </p:nvSpPr>
              <p:spPr>
                <a:xfrm>
                  <a:off x="6018530" y="3884930"/>
                  <a:ext cx="604800" cy="604800"/>
                </a:xfrm>
                <a:prstGeom prst="ellipse">
                  <a:avLst/>
                </a:prstGeom>
                <a:gradFill>
                  <a:gsLst>
                    <a:gs pos="0">
                      <a:schemeClr val="accent1"/>
                    </a:gs>
                    <a:gs pos="100000">
                      <a:schemeClr val="accent2"/>
                    </a:gs>
                  </a:gsLst>
                  <a:lin ang="2700000" scaled="0"/>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pic>
              <p:nvPicPr>
                <p:cNvPr id="38" name="宇神PPT-3-3" descr="shangye1"/>
                <p:cNvPicPr>
                  <a:picLocks noChangeAspect="1"/>
                </p:cNvPicPr>
                <p:nvPr/>
              </p:nvPicPr>
              <p:blipFill>
                <a:blip r:embed="rId1" cstate="email">
                  <a:extLst>
                    <a:ext uri="{96DAC541-7B7A-43D3-8B79-37D633B846F1}">
                      <asvg:svgBlip xmlns:asvg="http://schemas.microsoft.com/office/drawing/2016/SVG/main" r:embed="rId2"/>
                    </a:ext>
                  </a:extLst>
                </a:blip>
                <a:stretch>
                  <a:fillRect/>
                </a:stretch>
              </p:blipFill>
              <p:spPr>
                <a:xfrm>
                  <a:off x="6201410" y="4067950"/>
                  <a:ext cx="238760" cy="238760"/>
                </a:xfrm>
                <a:prstGeom prst="rect">
                  <a:avLst/>
                </a:prstGeom>
              </p:spPr>
            </p:pic>
          </p:grpSp>
        </p:grpSp>
        <p:grpSp>
          <p:nvGrpSpPr>
            <p:cNvPr id="21" name="PPT世界-7"/>
            <p:cNvGrpSpPr/>
            <p:nvPr/>
          </p:nvGrpSpPr>
          <p:grpSpPr>
            <a:xfrm>
              <a:off x="9022746" y="5501139"/>
              <a:ext cx="2245150" cy="604800"/>
              <a:chOff x="9022746" y="3884930"/>
              <a:chExt cx="2245150" cy="604800"/>
            </a:xfrm>
          </p:grpSpPr>
          <p:grpSp>
            <p:nvGrpSpPr>
              <p:cNvPr id="27" name="组合 26"/>
              <p:cNvGrpSpPr/>
              <p:nvPr/>
            </p:nvGrpSpPr>
            <p:grpSpPr>
              <a:xfrm>
                <a:off x="9022746" y="3884930"/>
                <a:ext cx="604800" cy="604800"/>
                <a:chOff x="8882380" y="3884930"/>
                <a:chExt cx="604800" cy="604800"/>
              </a:xfrm>
            </p:grpSpPr>
            <p:sp>
              <p:nvSpPr>
                <p:cNvPr id="29" name="宇神PPT-3-4"/>
                <p:cNvSpPr>
                  <a:spLocks noChangeAspect="1"/>
                </p:cNvSpPr>
                <p:nvPr/>
              </p:nvSpPr>
              <p:spPr>
                <a:xfrm>
                  <a:off x="8882380" y="3884930"/>
                  <a:ext cx="604800" cy="604800"/>
                </a:xfrm>
                <a:prstGeom prst="ellipse">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pic>
              <p:nvPicPr>
                <p:cNvPr id="30" name="宇神PPT-3-5" descr="shangye2"/>
                <p:cNvPicPr>
                  <a:picLocks noChangeAspect="1"/>
                </p:cNvPicPr>
                <p:nvPr/>
              </p:nvPicPr>
              <p:blipFill>
                <a:blip r:embed="rId3" cstate="email">
                  <a:extLst>
                    <a:ext uri="{96DAC541-7B7A-43D3-8B79-37D633B846F1}">
                      <asvg:svgBlip xmlns:asvg="http://schemas.microsoft.com/office/drawing/2016/SVG/main" r:embed="rId4"/>
                    </a:ext>
                  </a:extLst>
                </a:blip>
                <a:stretch>
                  <a:fillRect/>
                </a:stretch>
              </p:blipFill>
              <p:spPr>
                <a:xfrm>
                  <a:off x="9065400" y="4067950"/>
                  <a:ext cx="238760" cy="238760"/>
                </a:xfrm>
                <a:prstGeom prst="rect">
                  <a:avLst/>
                </a:prstGeom>
              </p:spPr>
            </p:pic>
          </p:grpSp>
          <p:sp>
            <p:nvSpPr>
              <p:cNvPr id="28" name="宇神PPT-3-6"/>
              <p:cNvSpPr txBox="1"/>
              <p:nvPr/>
            </p:nvSpPr>
            <p:spPr>
              <a:xfrm>
                <a:off x="9658139" y="4002664"/>
                <a:ext cx="1609757" cy="46058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2400" b="0" i="0" u="none" strike="noStrike" kern="1200" cap="none" spc="0" normalizeH="0" baseline="0" noProof="0" dirty="0">
                    <a:ln>
                      <a:noFill/>
                    </a:ln>
                    <a:solidFill>
                      <a:schemeClr val="accent3"/>
                    </a:solidFill>
                    <a:effectLst/>
                    <a:uLnTx/>
                    <a:uFillTx/>
                    <a:latin typeface="思源黑体 CN Bold" panose="020B0800000000000000" charset="-122"/>
                    <a:ea typeface="思源黑体 CN Bold" panose="020B0800000000000000" charset="-122"/>
                    <a:cs typeface="思源黑体 CN Bold" panose="020B0800000000000000" charset="-122"/>
                  </a:rPr>
                  <a:t>勇于发声</a:t>
                </a:r>
                <a:endParaRPr kumimoji="1" lang="zh-CN" altLang="en-US" sz="2400" b="0" i="0" u="none" strike="noStrike" kern="1200" cap="none" spc="0" normalizeH="0" baseline="0" noProof="0" dirty="0">
                  <a:ln>
                    <a:noFill/>
                  </a:ln>
                  <a:solidFill>
                    <a:schemeClr val="accent3"/>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grpSp>
      </p:grpSp>
      <p:sp>
        <p:nvSpPr>
          <p:cNvPr id="40" name="宇神PPT-4"/>
          <p:cNvSpPr/>
          <p:nvPr/>
        </p:nvSpPr>
        <p:spPr>
          <a:xfrm rot="16200000">
            <a:off x="747255" y="2718652"/>
            <a:ext cx="4623565" cy="3655131"/>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164" h="6454">
                <a:moveTo>
                  <a:pt x="0" y="5470"/>
                </a:moveTo>
                <a:lnTo>
                  <a:pt x="4877" y="5470"/>
                </a:lnTo>
                <a:cubicBezTo>
                  <a:pt x="5149" y="5470"/>
                  <a:pt x="5369" y="5690"/>
                  <a:pt x="5369" y="5962"/>
                </a:cubicBezTo>
                <a:cubicBezTo>
                  <a:pt x="5369" y="6234"/>
                  <a:pt x="5149" y="6454"/>
                  <a:pt x="4877" y="6454"/>
                </a:cubicBezTo>
                <a:lnTo>
                  <a:pt x="0" y="6454"/>
                </a:lnTo>
                <a:lnTo>
                  <a:pt x="0" y="5470"/>
                </a:lnTo>
                <a:close/>
                <a:moveTo>
                  <a:pt x="0" y="3661"/>
                </a:moveTo>
                <a:lnTo>
                  <a:pt x="6905" y="3661"/>
                </a:lnTo>
                <a:cubicBezTo>
                  <a:pt x="7177" y="3661"/>
                  <a:pt x="7397" y="3881"/>
                  <a:pt x="7397" y="4153"/>
                </a:cubicBezTo>
                <a:cubicBezTo>
                  <a:pt x="7397" y="4425"/>
                  <a:pt x="7177" y="4645"/>
                  <a:pt x="6905" y="4645"/>
                </a:cubicBezTo>
                <a:lnTo>
                  <a:pt x="0" y="4645"/>
                </a:lnTo>
                <a:lnTo>
                  <a:pt x="0" y="3661"/>
                </a:lnTo>
                <a:close/>
                <a:moveTo>
                  <a:pt x="0" y="1836"/>
                </a:moveTo>
                <a:lnTo>
                  <a:pt x="7672" y="1836"/>
                </a:lnTo>
                <a:cubicBezTo>
                  <a:pt x="7944" y="1836"/>
                  <a:pt x="8164" y="2056"/>
                  <a:pt x="8164" y="2328"/>
                </a:cubicBezTo>
                <a:cubicBezTo>
                  <a:pt x="8164" y="2600"/>
                  <a:pt x="7944" y="2820"/>
                  <a:pt x="7672" y="2820"/>
                </a:cubicBezTo>
                <a:lnTo>
                  <a:pt x="0" y="2820"/>
                </a:lnTo>
                <a:lnTo>
                  <a:pt x="0" y="1836"/>
                </a:lnTo>
                <a:close/>
                <a:moveTo>
                  <a:pt x="0" y="0"/>
                </a:moveTo>
                <a:lnTo>
                  <a:pt x="5622" y="0"/>
                </a:lnTo>
                <a:cubicBezTo>
                  <a:pt x="5894" y="0"/>
                  <a:pt x="6114" y="220"/>
                  <a:pt x="6114" y="492"/>
                </a:cubicBezTo>
                <a:cubicBezTo>
                  <a:pt x="6114" y="764"/>
                  <a:pt x="5894" y="984"/>
                  <a:pt x="5622" y="984"/>
                </a:cubicBezTo>
                <a:lnTo>
                  <a:pt x="0" y="984"/>
                </a:lnTo>
                <a:lnTo>
                  <a:pt x="0" y="0"/>
                </a:lnTo>
                <a:close/>
              </a:path>
            </a:pathLst>
          </a:custGeom>
          <a:gradFill>
            <a:gsLst>
              <a:gs pos="0">
                <a:schemeClr val="accent1"/>
              </a:gs>
              <a:gs pos="10000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100000">
                    <a:srgbClr val="1C46F2"/>
                  </a:gs>
                  <a:gs pos="0">
                    <a:srgbClr val="00B0F0"/>
                  </a:gs>
                </a:gsLst>
                <a:lin ang="2700000" scaled="1"/>
              </a:gradFill>
              <a:effectLst/>
              <a:uLnTx/>
              <a:uFillTx/>
              <a:latin typeface="思源黑体 CN Light" panose="020B0300000000000000" pitchFamily="34" charset="-122"/>
              <a:ea typeface="思源黑体 CN Bold" panose="020B0800000000000000" charset="-122"/>
              <a:cs typeface="思源黑体 CN Bold" panose="020B0800000000000000" charset="-122"/>
            </a:endParaRPr>
          </a:p>
        </p:txBody>
      </p:sp>
      <p:grpSp>
        <p:nvGrpSpPr>
          <p:cNvPr id="42" name="宇神PPT-5"/>
          <p:cNvGrpSpPr/>
          <p:nvPr/>
        </p:nvGrpSpPr>
        <p:grpSpPr>
          <a:xfrm>
            <a:off x="472301" y="173243"/>
            <a:ext cx="3459398" cy="915132"/>
            <a:chOff x="7655386" y="1280673"/>
            <a:chExt cx="3459398" cy="915132"/>
          </a:xfrm>
        </p:grpSpPr>
        <p:grpSp>
          <p:nvGrpSpPr>
            <p:cNvPr id="43" name="组合 42"/>
            <p:cNvGrpSpPr/>
            <p:nvPr/>
          </p:nvGrpSpPr>
          <p:grpSpPr>
            <a:xfrm>
              <a:off x="8732602" y="1280673"/>
              <a:ext cx="2382182" cy="915132"/>
              <a:chOff x="8732602" y="1280673"/>
              <a:chExt cx="2382182" cy="915132"/>
            </a:xfrm>
          </p:grpSpPr>
          <p:sp>
            <p:nvSpPr>
              <p:cNvPr id="47" name="宇神PPT-5-1"/>
              <p:cNvSpPr txBox="1"/>
              <p:nvPr/>
            </p:nvSpPr>
            <p:spPr>
              <a:xfrm>
                <a:off x="8732602" y="1280673"/>
                <a:ext cx="848309" cy="769441"/>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rPr>
                  <a:t>01</a:t>
                </a:r>
                <a:endParaRPr kumimoji="0" lang="zh-CN" altLang="en-US" sz="4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48" name="宇神PPT-5-2"/>
              <p:cNvSpPr txBox="1"/>
              <p:nvPr/>
            </p:nvSpPr>
            <p:spPr>
              <a:xfrm>
                <a:off x="8811081" y="1918806"/>
                <a:ext cx="2303703" cy="276999"/>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Light" panose="020B0300000000000000" pitchFamily="34" charset="-122"/>
                    <a:ea typeface="思源黑体 CN Light" panose="020B0300000000000000" pitchFamily="34" charset="-122"/>
                    <a:cs typeface="+mn-ea"/>
                    <a:sym typeface="+mn-lt"/>
                  </a:rPr>
                  <a:t>AUTHOR PROFILE</a:t>
                </a:r>
                <a:endParaRPr kumimoji="0" lang="en-US" altLang="zh-CN" sz="12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Light" panose="020B0300000000000000" pitchFamily="34" charset="-122"/>
                  <a:ea typeface="思源黑体 CN Light" panose="020B0300000000000000" pitchFamily="34" charset="-122"/>
                  <a:cs typeface="+mn-ea"/>
                  <a:sym typeface="+mn-lt"/>
                </a:endParaRPr>
              </a:p>
            </p:txBody>
          </p:sp>
          <p:sp>
            <p:nvSpPr>
              <p:cNvPr id="49" name="宇神PPT-5-3"/>
              <p:cNvSpPr txBox="1"/>
              <p:nvPr/>
            </p:nvSpPr>
            <p:spPr>
              <a:xfrm>
                <a:off x="9677835" y="1463090"/>
                <a:ext cx="1415772" cy="46166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mn-ea"/>
                    <a:sym typeface="+mn-lt"/>
                  </a:rPr>
                  <a:t>作家简介</a:t>
                </a:r>
                <a:endParaRPr kumimoji="0" lang="zh-CN" altLang="en-US" sz="2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mn-ea"/>
                  <a:sym typeface="+mn-lt"/>
                </a:endParaRPr>
              </a:p>
            </p:txBody>
          </p:sp>
        </p:grpSp>
        <p:grpSp>
          <p:nvGrpSpPr>
            <p:cNvPr id="44" name="组合 43"/>
            <p:cNvGrpSpPr/>
            <p:nvPr/>
          </p:nvGrpSpPr>
          <p:grpSpPr>
            <a:xfrm>
              <a:off x="7655386" y="1327724"/>
              <a:ext cx="821030" cy="821030"/>
              <a:chOff x="7655386" y="1368425"/>
              <a:chExt cx="821030" cy="821030"/>
            </a:xfrm>
          </p:grpSpPr>
          <p:sp>
            <p:nvSpPr>
              <p:cNvPr id="45" name="宇神PPT-5-4"/>
              <p:cNvSpPr/>
              <p:nvPr/>
            </p:nvSpPr>
            <p:spPr>
              <a:xfrm>
                <a:off x="7833588" y="1578886"/>
                <a:ext cx="464626" cy="400108"/>
              </a:xfrm>
              <a:custGeom>
                <a:avLst/>
                <a:gdLst>
                  <a:gd name="connsiteX0" fmla="*/ 292030 w 457214"/>
                  <a:gd name="connsiteY0" fmla="*/ 101570 h 393726"/>
                  <a:gd name="connsiteX1" fmla="*/ 292030 w 457214"/>
                  <a:gd name="connsiteY1" fmla="*/ 368232 h 393726"/>
                  <a:gd name="connsiteX2" fmla="*/ 393643 w 457214"/>
                  <a:gd name="connsiteY2" fmla="*/ 368232 h 393726"/>
                  <a:gd name="connsiteX3" fmla="*/ 393643 w 457214"/>
                  <a:gd name="connsiteY3" fmla="*/ 114284 h 393726"/>
                  <a:gd name="connsiteX4" fmla="*/ 380929 w 457214"/>
                  <a:gd name="connsiteY4" fmla="*/ 101570 h 393726"/>
                  <a:gd name="connsiteX5" fmla="*/ 101581 w 457214"/>
                  <a:gd name="connsiteY5" fmla="*/ 88883 h 393726"/>
                  <a:gd name="connsiteX6" fmla="*/ 228557 w 457214"/>
                  <a:gd name="connsiteY6" fmla="*/ 88883 h 393726"/>
                  <a:gd name="connsiteX7" fmla="*/ 228557 w 457214"/>
                  <a:gd name="connsiteY7" fmla="*/ 114278 h 393726"/>
                  <a:gd name="connsiteX8" fmla="*/ 101581 w 457214"/>
                  <a:gd name="connsiteY8" fmla="*/ 114278 h 393726"/>
                  <a:gd name="connsiteX9" fmla="*/ 76186 w 457214"/>
                  <a:gd name="connsiteY9" fmla="*/ 25381 h 393726"/>
                  <a:gd name="connsiteX10" fmla="*/ 63472 w 457214"/>
                  <a:gd name="connsiteY10" fmla="*/ 38095 h 393726"/>
                  <a:gd name="connsiteX11" fmla="*/ 63472 w 457214"/>
                  <a:gd name="connsiteY11" fmla="*/ 368232 h 393726"/>
                  <a:gd name="connsiteX12" fmla="*/ 266650 w 457214"/>
                  <a:gd name="connsiteY12" fmla="*/ 368232 h 393726"/>
                  <a:gd name="connsiteX13" fmla="*/ 266650 w 457214"/>
                  <a:gd name="connsiteY13" fmla="*/ 38095 h 393726"/>
                  <a:gd name="connsiteX14" fmla="*/ 253937 w 457214"/>
                  <a:gd name="connsiteY14" fmla="*/ 25381 h 393726"/>
                  <a:gd name="connsiteX15" fmla="*/ 76186 w 457214"/>
                  <a:gd name="connsiteY15" fmla="*/ 0 h 393726"/>
                  <a:gd name="connsiteX16" fmla="*/ 253937 w 457214"/>
                  <a:gd name="connsiteY16" fmla="*/ 0 h 393726"/>
                  <a:gd name="connsiteX17" fmla="*/ 292030 w 457214"/>
                  <a:gd name="connsiteY17" fmla="*/ 38095 h 393726"/>
                  <a:gd name="connsiteX18" fmla="*/ 292030 w 457214"/>
                  <a:gd name="connsiteY18" fmla="*/ 76189 h 393726"/>
                  <a:gd name="connsiteX19" fmla="*/ 380929 w 457214"/>
                  <a:gd name="connsiteY19" fmla="*/ 76189 h 393726"/>
                  <a:gd name="connsiteX20" fmla="*/ 419022 w 457214"/>
                  <a:gd name="connsiteY20" fmla="*/ 114284 h 393726"/>
                  <a:gd name="connsiteX21" fmla="*/ 419022 w 457214"/>
                  <a:gd name="connsiteY21" fmla="*/ 368232 h 393726"/>
                  <a:gd name="connsiteX22" fmla="*/ 457214 w 457214"/>
                  <a:gd name="connsiteY22" fmla="*/ 368232 h 393726"/>
                  <a:gd name="connsiteX23" fmla="*/ 457214 w 457214"/>
                  <a:gd name="connsiteY23" fmla="*/ 393726 h 393726"/>
                  <a:gd name="connsiteX24" fmla="*/ 0 w 457214"/>
                  <a:gd name="connsiteY24" fmla="*/ 393726 h 393726"/>
                  <a:gd name="connsiteX25" fmla="*/ 0 w 457214"/>
                  <a:gd name="connsiteY25" fmla="*/ 368232 h 393726"/>
                  <a:gd name="connsiteX26" fmla="*/ 38093 w 457214"/>
                  <a:gd name="connsiteY26" fmla="*/ 368232 h 393726"/>
                  <a:gd name="connsiteX27" fmla="*/ 38093 w 457214"/>
                  <a:gd name="connsiteY27" fmla="*/ 38095 h 393726"/>
                  <a:gd name="connsiteX28" fmla="*/ 76186 w 457214"/>
                  <a:gd name="connsiteY28" fmla="*/ 0 h 393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57214" h="393726">
                    <a:moveTo>
                      <a:pt x="292030" y="101570"/>
                    </a:moveTo>
                    <a:lnTo>
                      <a:pt x="292030" y="368232"/>
                    </a:lnTo>
                    <a:lnTo>
                      <a:pt x="393643" y="368232"/>
                    </a:lnTo>
                    <a:lnTo>
                      <a:pt x="393643" y="114284"/>
                    </a:lnTo>
                    <a:cubicBezTo>
                      <a:pt x="393643" y="107284"/>
                      <a:pt x="387929" y="101570"/>
                      <a:pt x="380929" y="101570"/>
                    </a:cubicBezTo>
                    <a:close/>
                    <a:moveTo>
                      <a:pt x="101581" y="88883"/>
                    </a:moveTo>
                    <a:lnTo>
                      <a:pt x="228557" y="88883"/>
                    </a:lnTo>
                    <a:lnTo>
                      <a:pt x="228557" y="114278"/>
                    </a:lnTo>
                    <a:lnTo>
                      <a:pt x="101581" y="114278"/>
                    </a:lnTo>
                    <a:close/>
                    <a:moveTo>
                      <a:pt x="76186" y="25381"/>
                    </a:moveTo>
                    <a:cubicBezTo>
                      <a:pt x="69186" y="25381"/>
                      <a:pt x="63472" y="31095"/>
                      <a:pt x="63472" y="38095"/>
                    </a:cubicBezTo>
                    <a:lnTo>
                      <a:pt x="63472" y="368232"/>
                    </a:lnTo>
                    <a:lnTo>
                      <a:pt x="266650" y="368232"/>
                    </a:lnTo>
                    <a:lnTo>
                      <a:pt x="266650" y="38095"/>
                    </a:lnTo>
                    <a:cubicBezTo>
                      <a:pt x="266650" y="31095"/>
                      <a:pt x="260984" y="25381"/>
                      <a:pt x="253937" y="25381"/>
                    </a:cubicBezTo>
                    <a:close/>
                    <a:moveTo>
                      <a:pt x="76186" y="0"/>
                    </a:moveTo>
                    <a:lnTo>
                      <a:pt x="253937" y="0"/>
                    </a:lnTo>
                    <a:cubicBezTo>
                      <a:pt x="274983" y="0"/>
                      <a:pt x="292030" y="17047"/>
                      <a:pt x="292030" y="38095"/>
                    </a:cubicBezTo>
                    <a:lnTo>
                      <a:pt x="292030" y="76189"/>
                    </a:lnTo>
                    <a:lnTo>
                      <a:pt x="380929" y="76189"/>
                    </a:lnTo>
                    <a:cubicBezTo>
                      <a:pt x="401975" y="76189"/>
                      <a:pt x="419022" y="93237"/>
                      <a:pt x="419022" y="114284"/>
                    </a:cubicBezTo>
                    <a:lnTo>
                      <a:pt x="419022" y="368232"/>
                    </a:lnTo>
                    <a:lnTo>
                      <a:pt x="457214" y="368232"/>
                    </a:lnTo>
                    <a:lnTo>
                      <a:pt x="457214" y="393726"/>
                    </a:lnTo>
                    <a:lnTo>
                      <a:pt x="0" y="393726"/>
                    </a:lnTo>
                    <a:lnTo>
                      <a:pt x="0" y="368232"/>
                    </a:lnTo>
                    <a:lnTo>
                      <a:pt x="38093" y="368232"/>
                    </a:lnTo>
                    <a:lnTo>
                      <a:pt x="38093" y="38095"/>
                    </a:lnTo>
                    <a:cubicBezTo>
                      <a:pt x="38093" y="17047"/>
                      <a:pt x="55140" y="0"/>
                      <a:pt x="76186" y="0"/>
                    </a:cubicBezTo>
                    <a:close/>
                  </a:path>
                </a:pathLst>
              </a:custGeom>
              <a:gradFill>
                <a:gsLst>
                  <a:gs pos="100000">
                    <a:schemeClr val="accent2"/>
                  </a:gs>
                  <a:gs pos="0">
                    <a:schemeClr val="accent1"/>
                  </a:gs>
                </a:gsLst>
                <a:lin ang="27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46" name="宇神PPT-5-5"/>
              <p:cNvSpPr/>
              <p:nvPr/>
            </p:nvSpPr>
            <p:spPr>
              <a:xfrm>
                <a:off x="7655386" y="1368425"/>
                <a:ext cx="821030" cy="821030"/>
              </a:xfrm>
              <a:prstGeom prst="ellipse">
                <a:avLst/>
              </a:prstGeom>
              <a:noFill/>
              <a:ln w="19050">
                <a:gradFill>
                  <a:gsLst>
                    <a:gs pos="0">
                      <a:schemeClr val="accent1"/>
                    </a:gs>
                    <a:gs pos="100000">
                      <a:schemeClr val="accent2"/>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100000">
                        <a:schemeClr val="accent2"/>
                      </a:gs>
                      <a:gs pos="0">
                        <a:schemeClr val="accent1"/>
                      </a:gs>
                    </a:gsLst>
                    <a:lin ang="2700000" scaled="0"/>
                  </a:gradFill>
                </a:endParaRPr>
              </a:p>
            </p:txBody>
          </p:sp>
        </p:grpSp>
      </p:grpSp>
      <p:sp>
        <p:nvSpPr>
          <p:cNvPr id="50" name="宇神PPT-6"/>
          <p:cNvSpPr/>
          <p:nvPr/>
        </p:nvSpPr>
        <p:spPr>
          <a:xfrm>
            <a:off x="4056000" y="580009"/>
            <a:ext cx="8136000" cy="45719"/>
          </a:xfrm>
          <a:custGeom>
            <a:avLst/>
            <a:gdLst>
              <a:gd name="connsiteX0" fmla="*/ 0 w 4686857"/>
              <a:gd name="connsiteY0" fmla="*/ 0 h 20571"/>
              <a:gd name="connsiteX1" fmla="*/ 4686857 w 4686857"/>
              <a:gd name="connsiteY1" fmla="*/ 0 h 20571"/>
              <a:gd name="connsiteX2" fmla="*/ 4686857 w 4686857"/>
              <a:gd name="connsiteY2" fmla="*/ 20571 h 20571"/>
              <a:gd name="connsiteX3" fmla="*/ 0 w 4686857"/>
              <a:gd name="connsiteY3" fmla="*/ 20571 h 20571"/>
            </a:gdLst>
            <a:ahLst/>
            <a:cxnLst>
              <a:cxn ang="0">
                <a:pos x="connsiteX0" y="connsiteY0"/>
              </a:cxn>
              <a:cxn ang="0">
                <a:pos x="connsiteX1" y="connsiteY1"/>
              </a:cxn>
              <a:cxn ang="0">
                <a:pos x="connsiteX2" y="connsiteY2"/>
              </a:cxn>
              <a:cxn ang="0">
                <a:pos x="connsiteX3" y="connsiteY3"/>
              </a:cxn>
            </a:cxnLst>
            <a:rect l="l" t="t" r="r" b="b"/>
            <a:pathLst>
              <a:path w="4686857" h="20571">
                <a:moveTo>
                  <a:pt x="0" y="0"/>
                </a:moveTo>
                <a:lnTo>
                  <a:pt x="4686857" y="0"/>
                </a:lnTo>
                <a:lnTo>
                  <a:pt x="4686857" y="20571"/>
                </a:lnTo>
                <a:lnTo>
                  <a:pt x="0" y="20571"/>
                </a:lnTo>
                <a:close/>
              </a:path>
            </a:pathLst>
          </a:custGeom>
          <a:gradFill>
            <a:gsLst>
              <a:gs pos="100000">
                <a:schemeClr val="accent2"/>
              </a:gs>
              <a:gs pos="0">
                <a:schemeClr val="accent1"/>
              </a:gs>
            </a:gsLst>
            <a:lin ang="2700000" scaled="0"/>
          </a:gra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100000">
                    <a:srgbClr val="8C127D"/>
                  </a:gs>
                  <a:gs pos="0">
                    <a:srgbClr val="E56758"/>
                  </a:gs>
                </a:gsLst>
                <a:lin ang="2700000" scaled="0"/>
              </a:gra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5" name="宇神PPT-7"/>
          <p:cNvSpPr/>
          <p:nvPr/>
        </p:nvSpPr>
        <p:spPr>
          <a:xfrm>
            <a:off x="0" y="580009"/>
            <a:ext cx="348000" cy="45719"/>
          </a:xfrm>
          <a:custGeom>
            <a:avLst/>
            <a:gdLst>
              <a:gd name="connsiteX0" fmla="*/ 0 w 348000"/>
              <a:gd name="connsiteY0" fmla="*/ 0 h 45719"/>
              <a:gd name="connsiteX1" fmla="*/ 348000 w 348000"/>
              <a:gd name="connsiteY1" fmla="*/ 0 h 45719"/>
              <a:gd name="connsiteX2" fmla="*/ 348000 w 348000"/>
              <a:gd name="connsiteY2" fmla="*/ 45719 h 45719"/>
              <a:gd name="connsiteX3" fmla="*/ 0 w 34800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348000" h="45719">
                <a:moveTo>
                  <a:pt x="0" y="0"/>
                </a:moveTo>
                <a:lnTo>
                  <a:pt x="348000" y="0"/>
                </a:lnTo>
                <a:lnTo>
                  <a:pt x="348000" y="45719"/>
                </a:lnTo>
                <a:lnTo>
                  <a:pt x="0" y="45719"/>
                </a:lnTo>
                <a:close/>
              </a:path>
            </a:pathLst>
          </a:custGeom>
          <a:gradFill>
            <a:gsLst>
              <a:gs pos="100000">
                <a:schemeClr val="accent2"/>
              </a:gs>
              <a:gs pos="0">
                <a:schemeClr val="accent1"/>
              </a:gs>
            </a:gsLst>
            <a:lin ang="2700000" scaled="0"/>
          </a:gradFill>
          <a:ln w="3429"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100000">
                    <a:srgbClr val="8C127D"/>
                  </a:gs>
                  <a:gs pos="0">
                    <a:srgbClr val="E56758"/>
                  </a:gs>
                </a:gsLst>
                <a:lin ang="2700000" scaled="0"/>
              </a:gra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pic>
        <p:nvPicPr>
          <p:cNvPr id="4" name="宇神PPT-8" descr="卡通人物&#10;&#10;描述已自动生成"/>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0717" y="1167363"/>
            <a:ext cx="5277587" cy="527758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500"/>
                                        <p:tgtEl>
                                          <p:spTgt spid="54"/>
                                        </p:tgtEl>
                                      </p:cBhvr>
                                    </p:animEffect>
                                    <p:anim calcmode="lin" valueType="num">
                                      <p:cBhvr>
                                        <p:cTn id="8" dur="500" fill="hold"/>
                                        <p:tgtEl>
                                          <p:spTgt spid="54"/>
                                        </p:tgtEl>
                                        <p:attrNameLst>
                                          <p:attrName>ppt_x</p:attrName>
                                        </p:attrNameLst>
                                      </p:cBhvr>
                                      <p:tavLst>
                                        <p:tav tm="0">
                                          <p:val>
                                            <p:strVal val="#ppt_x"/>
                                          </p:val>
                                        </p:tav>
                                        <p:tav tm="100000">
                                          <p:val>
                                            <p:strVal val="#ppt_x"/>
                                          </p:val>
                                        </p:tav>
                                      </p:tavLst>
                                    </p:anim>
                                    <p:anim calcmode="lin" valueType="num">
                                      <p:cBhvr>
                                        <p:cTn id="9" dur="500" fill="hold"/>
                                        <p:tgtEl>
                                          <p:spTgt spid="54"/>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53"/>
                                        </p:tgtEl>
                                        <p:attrNameLst>
                                          <p:attrName>style.visibility</p:attrName>
                                        </p:attrNameLst>
                                      </p:cBhvr>
                                      <p:to>
                                        <p:strVal val="visible"/>
                                      </p:to>
                                    </p:set>
                                    <p:animEffect transition="in" filter="fade">
                                      <p:cBhvr>
                                        <p:cTn id="13" dur="500"/>
                                        <p:tgtEl>
                                          <p:spTgt spid="53"/>
                                        </p:tgtEl>
                                      </p:cBhvr>
                                    </p:animEffect>
                                    <p:anim calcmode="lin" valueType="num">
                                      <p:cBhvr>
                                        <p:cTn id="14" dur="500" fill="hold"/>
                                        <p:tgtEl>
                                          <p:spTgt spid="53"/>
                                        </p:tgtEl>
                                        <p:attrNameLst>
                                          <p:attrName>ppt_x</p:attrName>
                                        </p:attrNameLst>
                                      </p:cBhvr>
                                      <p:tavLst>
                                        <p:tav tm="0">
                                          <p:val>
                                            <p:strVal val="#ppt_x"/>
                                          </p:val>
                                        </p:tav>
                                        <p:tav tm="100000">
                                          <p:val>
                                            <p:strVal val="#ppt_x"/>
                                          </p:val>
                                        </p:tav>
                                      </p:tavLst>
                                    </p:anim>
                                    <p:anim calcmode="lin" valueType="num">
                                      <p:cBhvr>
                                        <p:cTn id="15" dur="500" fill="hold"/>
                                        <p:tgtEl>
                                          <p:spTgt spid="5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宇神PPT-1" descr="背景图案&#10;&#10;描述已自动生成"/>
          <p:cNvPicPr>
            <a:picLocks noChangeAspect="1"/>
          </p:cNvPicPr>
          <p:nvPr/>
        </p:nvPicPr>
        <p:blipFill>
          <a:blip r:embed="rId1">
            <a:extLst>
              <a:ext uri="{28A0092B-C50C-407E-A947-70E740481C1C}">
                <a14:useLocalDpi xmlns:a14="http://schemas.microsoft.com/office/drawing/2010/main" val="0"/>
              </a:ext>
            </a:extLst>
          </a:blip>
          <a:srcRect b="8108"/>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2" name="宇神PPT-2" hidden="1"/>
          <p:cNvSpPr txBox="1"/>
          <p:nvPr/>
        </p:nvSpPr>
        <p:spPr>
          <a:xfrm>
            <a:off x="10580913" y="-603126"/>
            <a:ext cx="1727200" cy="369332"/>
          </a:xfrm>
          <a:prstGeom prst="rect">
            <a:avLst/>
          </a:prstGeom>
          <a:noFill/>
        </p:spPr>
        <p:txBody>
          <a:bodyPr wrap="square" rtlCol="0">
            <a:spAutoFit/>
          </a:bodyPr>
          <a:lstStyle/>
          <a:p>
            <a:pPr algn="ctr"/>
            <a:r>
              <a:rPr lang="en-US" altLang="zh-CN" dirty="0">
                <a:ln>
                  <a:noFill/>
                </a:ln>
                <a:noFill/>
                <a:cs typeface="思源黑体 CN Bold" panose="020B0800000000000000" charset="-122"/>
              </a:rPr>
              <a:t>By  </a:t>
            </a:r>
            <a:r>
              <a:rPr lang="en-US" altLang="zh-CN" dirty="0" err="1">
                <a:ln>
                  <a:noFill/>
                </a:ln>
                <a:noFill/>
                <a:cs typeface="思源黑体 CN Bold" panose="020B0800000000000000" charset="-122"/>
              </a:rPr>
              <a:t>Yushen</a:t>
            </a:r>
            <a:endParaRPr lang="zh-CN" altLang="en-US" dirty="0">
              <a:ln>
                <a:noFill/>
              </a:ln>
              <a:noFill/>
              <a:cs typeface="思源黑体 CN Bold" panose="020B0800000000000000" charset="-122"/>
            </a:endParaRPr>
          </a:p>
        </p:txBody>
      </p:sp>
      <p:sp>
        <p:nvSpPr>
          <p:cNvPr id="49" name="宇神PPT-3"/>
          <p:cNvSpPr/>
          <p:nvPr/>
        </p:nvSpPr>
        <p:spPr>
          <a:xfrm>
            <a:off x="0" y="0"/>
            <a:ext cx="11231153" cy="6858000"/>
          </a:xfrm>
          <a:custGeom>
            <a:avLst/>
            <a:gdLst>
              <a:gd name="connsiteX0" fmla="*/ 0 w 11231153"/>
              <a:gd name="connsiteY0" fmla="*/ 0 h 6858000"/>
              <a:gd name="connsiteX1" fmla="*/ 11231153 w 11231153"/>
              <a:gd name="connsiteY1" fmla="*/ 0 h 6858000"/>
              <a:gd name="connsiteX2" fmla="*/ 11226154 w 11231153"/>
              <a:gd name="connsiteY2" fmla="*/ 9075 h 6858000"/>
              <a:gd name="connsiteX3" fmla="*/ 11050730 w 11231153"/>
              <a:gd name="connsiteY3" fmla="*/ 332112 h 6858000"/>
              <a:gd name="connsiteX4" fmla="*/ 9334009 w 11231153"/>
              <a:gd name="connsiteY4" fmla="*/ 2230509 h 6858000"/>
              <a:gd name="connsiteX5" fmla="*/ 7538299 w 11231153"/>
              <a:gd name="connsiteY5" fmla="*/ 2883495 h 6858000"/>
              <a:gd name="connsiteX6" fmla="*/ 6337647 w 11231153"/>
              <a:gd name="connsiteY6" fmla="*/ 4616013 h 6858000"/>
              <a:gd name="connsiteX7" fmla="*/ 5605671 w 11231153"/>
              <a:gd name="connsiteY7" fmla="*/ 6738217 h 6858000"/>
              <a:gd name="connsiteX8" fmla="*/ 5550832 w 11231153"/>
              <a:gd name="connsiteY8" fmla="*/ 6858000 h 6858000"/>
              <a:gd name="connsiteX9" fmla="*/ 0 w 11231153"/>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231153" h="6858000">
                <a:moveTo>
                  <a:pt x="0" y="0"/>
                </a:moveTo>
                <a:lnTo>
                  <a:pt x="11231153" y="0"/>
                </a:lnTo>
                <a:lnTo>
                  <a:pt x="11226154" y="9075"/>
                </a:lnTo>
                <a:cubicBezTo>
                  <a:pt x="11167899" y="117193"/>
                  <a:pt x="11109973" y="225475"/>
                  <a:pt x="11050730" y="332112"/>
                </a:cubicBezTo>
                <a:cubicBezTo>
                  <a:pt x="10613651" y="1124646"/>
                  <a:pt x="10065985" y="1875054"/>
                  <a:pt x="9334009" y="2230509"/>
                </a:cubicBezTo>
                <a:cubicBezTo>
                  <a:pt x="8752114" y="2512241"/>
                  <a:pt x="8091231" y="2525406"/>
                  <a:pt x="7538299" y="2883495"/>
                </a:cubicBezTo>
                <a:cubicBezTo>
                  <a:pt x="6980102" y="3246850"/>
                  <a:pt x="6603582" y="3918268"/>
                  <a:pt x="6337647" y="4616013"/>
                </a:cubicBezTo>
                <a:cubicBezTo>
                  <a:pt x="6071715" y="5311127"/>
                  <a:pt x="5895303" y="6056269"/>
                  <a:pt x="5605671" y="6738217"/>
                </a:cubicBezTo>
                <a:lnTo>
                  <a:pt x="5550832" y="6858000"/>
                </a:lnTo>
                <a:lnTo>
                  <a:pt x="0" y="6858000"/>
                </a:lnTo>
                <a:close/>
              </a:path>
            </a:pathLst>
          </a:custGeom>
          <a:solidFill>
            <a:schemeClr val="accent1">
              <a:lumMod val="781"/>
              <a:lumOff val="99219"/>
              <a:alpha val="37000"/>
            </a:schemeClr>
          </a:solidFill>
          <a:ln w="18992" cap="flat">
            <a:noFill/>
            <a:prstDash val="solid"/>
            <a:miter/>
          </a:ln>
        </p:spPr>
        <p:txBody>
          <a:bodyPr rtlCol="0" anchor="ctr"/>
          <a:lstStyle/>
          <a:p>
            <a:endParaRPr lang="zh-CN" altLang="en-US"/>
          </a:p>
        </p:txBody>
      </p:sp>
      <p:sp>
        <p:nvSpPr>
          <p:cNvPr id="51" name="宇神PPT-4"/>
          <p:cNvSpPr/>
          <p:nvPr/>
        </p:nvSpPr>
        <p:spPr>
          <a:xfrm>
            <a:off x="0" y="0"/>
            <a:ext cx="10895187" cy="6858000"/>
          </a:xfrm>
          <a:custGeom>
            <a:avLst/>
            <a:gdLst>
              <a:gd name="connsiteX0" fmla="*/ 0 w 10895187"/>
              <a:gd name="connsiteY0" fmla="*/ 0 h 6858000"/>
              <a:gd name="connsiteX1" fmla="*/ 10895187 w 10895187"/>
              <a:gd name="connsiteY1" fmla="*/ 0 h 6858000"/>
              <a:gd name="connsiteX2" fmla="*/ 10643067 w 10895187"/>
              <a:gd name="connsiteY2" fmla="*/ 226213 h 6858000"/>
              <a:gd name="connsiteX3" fmla="*/ 10079151 w 10895187"/>
              <a:gd name="connsiteY3" fmla="*/ 605942 h 6858000"/>
              <a:gd name="connsiteX4" fmla="*/ 7875325 w 10895187"/>
              <a:gd name="connsiteY4" fmla="*/ 1506430 h 6858000"/>
              <a:gd name="connsiteX5" fmla="*/ 6445601 w 10895187"/>
              <a:gd name="connsiteY5" fmla="*/ 3715523 h 6858000"/>
              <a:gd name="connsiteX6" fmla="*/ 5610938 w 10895187"/>
              <a:gd name="connsiteY6" fmla="*/ 6385391 h 6858000"/>
              <a:gd name="connsiteX7" fmla="*/ 5417166 w 10895187"/>
              <a:gd name="connsiteY7" fmla="*/ 6837157 h 6858000"/>
              <a:gd name="connsiteX8" fmla="*/ 5406856 w 10895187"/>
              <a:gd name="connsiteY8" fmla="*/ 6858000 h 6858000"/>
              <a:gd name="connsiteX9" fmla="*/ 0 w 10895187"/>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95187" h="6858000">
                <a:moveTo>
                  <a:pt x="0" y="0"/>
                </a:moveTo>
                <a:lnTo>
                  <a:pt x="10895187" y="0"/>
                </a:lnTo>
                <a:lnTo>
                  <a:pt x="10643067" y="226213"/>
                </a:lnTo>
                <a:cubicBezTo>
                  <a:pt x="10466203" y="371604"/>
                  <a:pt x="10278601" y="499305"/>
                  <a:pt x="10079151" y="605942"/>
                </a:cubicBezTo>
                <a:cubicBezTo>
                  <a:pt x="9368239" y="985095"/>
                  <a:pt x="8546741" y="1035121"/>
                  <a:pt x="7875325" y="1506430"/>
                </a:cubicBezTo>
                <a:cubicBezTo>
                  <a:pt x="7196008" y="1983004"/>
                  <a:pt x="6751030" y="2838731"/>
                  <a:pt x="6445601" y="3715523"/>
                </a:cubicBezTo>
                <a:cubicBezTo>
                  <a:pt x="6140172" y="4592313"/>
                  <a:pt x="5945330" y="5524397"/>
                  <a:pt x="5610938" y="6385391"/>
                </a:cubicBezTo>
                <a:cubicBezTo>
                  <a:pt x="5551696" y="6536789"/>
                  <a:pt x="5487187" y="6688351"/>
                  <a:pt x="5417166" y="6837157"/>
                </a:cubicBezTo>
                <a:lnTo>
                  <a:pt x="5406856" y="6858000"/>
                </a:lnTo>
                <a:lnTo>
                  <a:pt x="0" y="6858000"/>
                </a:lnTo>
                <a:close/>
              </a:path>
            </a:pathLst>
          </a:custGeom>
          <a:solidFill>
            <a:schemeClr val="accent1">
              <a:lumMod val="781"/>
              <a:lumOff val="99219"/>
              <a:alpha val="60000"/>
            </a:schemeClr>
          </a:solidFill>
          <a:ln w="18992" cap="flat">
            <a:noFill/>
            <a:prstDash val="solid"/>
            <a:miter/>
          </a:ln>
        </p:spPr>
        <p:txBody>
          <a:bodyPr rtlCol="0" anchor="ctr"/>
          <a:lstStyle/>
          <a:p>
            <a:endParaRPr lang="zh-CN" altLang="en-US"/>
          </a:p>
        </p:txBody>
      </p:sp>
      <p:sp>
        <p:nvSpPr>
          <p:cNvPr id="53" name="宇神PPT-5"/>
          <p:cNvSpPr/>
          <p:nvPr/>
        </p:nvSpPr>
        <p:spPr>
          <a:xfrm>
            <a:off x="0" y="0"/>
            <a:ext cx="10502009" cy="6858000"/>
          </a:xfrm>
          <a:custGeom>
            <a:avLst/>
            <a:gdLst>
              <a:gd name="connsiteX0" fmla="*/ 0 w 10502009"/>
              <a:gd name="connsiteY0" fmla="*/ 0 h 6858000"/>
              <a:gd name="connsiteX1" fmla="*/ 10502009 w 10502009"/>
              <a:gd name="connsiteY1" fmla="*/ 0 h 6858000"/>
              <a:gd name="connsiteX2" fmla="*/ 10385526 w 10502009"/>
              <a:gd name="connsiteY2" fmla="*/ 102093 h 6858000"/>
              <a:gd name="connsiteX3" fmla="*/ 9850079 w 10502009"/>
              <a:gd name="connsiteY3" fmla="*/ 466394 h 6858000"/>
              <a:gd name="connsiteX4" fmla="*/ 7454043 w 10502009"/>
              <a:gd name="connsiteY4" fmla="*/ 1503799 h 6858000"/>
              <a:gd name="connsiteX5" fmla="*/ 5924266 w 10502009"/>
              <a:gd name="connsiteY5" fmla="*/ 3955128 h 6858000"/>
              <a:gd name="connsiteX6" fmla="*/ 5178312 w 10502009"/>
              <a:gd name="connsiteY6" fmla="*/ 6539182 h 6858000"/>
              <a:gd name="connsiteX7" fmla="*/ 5066996 w 10502009"/>
              <a:gd name="connsiteY7" fmla="*/ 6858000 h 6858000"/>
              <a:gd name="connsiteX8" fmla="*/ 0 w 10502009"/>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02009" h="6858000">
                <a:moveTo>
                  <a:pt x="0" y="0"/>
                </a:moveTo>
                <a:lnTo>
                  <a:pt x="10502009" y="0"/>
                </a:lnTo>
                <a:lnTo>
                  <a:pt x="10385526" y="102093"/>
                </a:lnTo>
                <a:cubicBezTo>
                  <a:pt x="10216561" y="238968"/>
                  <a:pt x="10038339" y="361074"/>
                  <a:pt x="9850079" y="466394"/>
                </a:cubicBezTo>
                <a:cubicBezTo>
                  <a:pt x="9078608" y="898206"/>
                  <a:pt x="8183386" y="971932"/>
                  <a:pt x="7454043" y="1503799"/>
                </a:cubicBezTo>
                <a:cubicBezTo>
                  <a:pt x="6716802" y="2043565"/>
                  <a:pt x="6245493" y="2988815"/>
                  <a:pt x="5924266" y="3955128"/>
                </a:cubicBezTo>
                <a:cubicBezTo>
                  <a:pt x="5643193" y="4802956"/>
                  <a:pt x="5456867" y="5693118"/>
                  <a:pt x="5178312" y="6539182"/>
                </a:cubicBezTo>
                <a:lnTo>
                  <a:pt x="5066996" y="6858000"/>
                </a:lnTo>
                <a:lnTo>
                  <a:pt x="0" y="6858000"/>
                </a:lnTo>
                <a:close/>
              </a:path>
            </a:pathLst>
          </a:custGeom>
          <a:solidFill>
            <a:schemeClr val="accent1">
              <a:lumMod val="781"/>
              <a:lumOff val="99219"/>
            </a:schemeClr>
          </a:solidFill>
          <a:ln w="18992" cap="flat">
            <a:noFill/>
            <a:prstDash val="solid"/>
            <a:miter/>
          </a:ln>
        </p:spPr>
        <p:txBody>
          <a:bodyPr rtlCol="0" anchor="ctr"/>
          <a:lstStyle/>
          <a:p>
            <a:endParaRPr lang="zh-CN" altLang="en-US" dirty="0"/>
          </a:p>
        </p:txBody>
      </p:sp>
      <p:pic>
        <p:nvPicPr>
          <p:cNvPr id="6" name="宇神PPT-6" descr="图片包含 游戏机, 建筑, 灯光&#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0538" y="2630694"/>
            <a:ext cx="4176461" cy="2633455"/>
          </a:xfrm>
          <a:prstGeom prst="rect">
            <a:avLst/>
          </a:prstGeom>
          <a:effectLst>
            <a:reflection blurRad="6350" stA="77000" endPos="43000" dir="5400000" sy="-100000" algn="bl" rotWithShape="0"/>
          </a:effectLst>
        </p:spPr>
      </p:pic>
      <p:sp>
        <p:nvSpPr>
          <p:cNvPr id="59" name="宇神PPT-9"/>
          <p:cNvSpPr txBox="1"/>
          <p:nvPr/>
        </p:nvSpPr>
        <p:spPr>
          <a:xfrm>
            <a:off x="7397655" y="6184966"/>
            <a:ext cx="4416067" cy="442493"/>
          </a:xfrm>
          <a:prstGeom prst="rect">
            <a:avLst/>
          </a:prstGeom>
          <a:noFill/>
        </p:spPr>
        <p:txBody>
          <a:bodyPr wrap="square">
            <a:spAutoFit/>
          </a:bodyPr>
          <a:lstStyle/>
          <a:p>
            <a:pPr marL="0" marR="0" lvl="0" indent="0" algn="r" defTabSz="914400" rtl="0" eaLnBrk="1" fontAlgn="auto" latinLnBrk="0" hangingPunct="1">
              <a:lnSpc>
                <a:spcPct val="150000"/>
              </a:lnSpc>
              <a:spcBef>
                <a:spcPts val="0"/>
              </a:spcBef>
              <a:spcAft>
                <a:spcPts val="0"/>
              </a:spcAft>
              <a:buClrTx/>
              <a:buSzTx/>
              <a:buFontTx/>
              <a:buNone/>
              <a:defRPr/>
            </a:pPr>
            <a:r>
              <a:rPr kumimoji="0" lang="en-US" altLang="zh-CN" sz="800" b="0" i="0" u="none" strike="noStrike" kern="1200" cap="none" spc="0" normalizeH="0" baseline="0" noProof="0" dirty="0">
                <a:ln>
                  <a:noFill/>
                </a:ln>
                <a:solidFill>
                  <a:schemeClr val="accent1">
                    <a:lumMod val="781"/>
                    <a:lumOff val="99219"/>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PPT TEMPLATE OF LITERATURE NOVEL READING SHARING MEETING</a:t>
            </a:r>
            <a:r>
              <a:rPr kumimoji="0" lang="zh-CN" altLang="en-US" sz="800" b="0" i="0" u="none" strike="noStrike" kern="1200" cap="none" spc="0" normalizeH="0" baseline="0" noProof="0" dirty="0">
                <a:ln>
                  <a:noFill/>
                </a:ln>
                <a:solidFill>
                  <a:schemeClr val="accent1">
                    <a:lumMod val="781"/>
                    <a:lumOff val="99219"/>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a:t>
            </a:r>
            <a:r>
              <a:rPr kumimoji="0" lang="en-US" altLang="zh-CN" sz="800" b="0" i="0" u="none" strike="noStrike" kern="1200" cap="none" spc="0" normalizeH="0" baseline="0" noProof="0" dirty="0">
                <a:ln>
                  <a:noFill/>
                </a:ln>
                <a:solidFill>
                  <a:schemeClr val="accent1">
                    <a:lumMod val="781"/>
                    <a:lumOff val="99219"/>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PPT TEMPLATE OF LITERATURE NOVEL READING SHARING MEETING</a:t>
            </a:r>
            <a:endParaRPr kumimoji="0" lang="zh-CN" altLang="en-US" sz="800" b="0" i="0" u="none" strike="noStrike" kern="1200" cap="none" spc="0" normalizeH="0" baseline="0" noProof="0" dirty="0">
              <a:ln>
                <a:noFill/>
              </a:ln>
              <a:solidFill>
                <a:schemeClr val="accent1">
                  <a:lumMod val="781"/>
                  <a:lumOff val="99219"/>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grpSp>
        <p:nvGrpSpPr>
          <p:cNvPr id="5" name="宇神PPT-10"/>
          <p:cNvGrpSpPr/>
          <p:nvPr/>
        </p:nvGrpSpPr>
        <p:grpSpPr>
          <a:xfrm>
            <a:off x="743799" y="2449701"/>
            <a:ext cx="4477424" cy="1557157"/>
            <a:chOff x="787997" y="2924378"/>
            <a:chExt cx="4477424" cy="1557157"/>
          </a:xfrm>
        </p:grpSpPr>
        <p:grpSp>
          <p:nvGrpSpPr>
            <p:cNvPr id="47" name="组合 46"/>
            <p:cNvGrpSpPr/>
            <p:nvPr/>
          </p:nvGrpSpPr>
          <p:grpSpPr>
            <a:xfrm>
              <a:off x="787997" y="2924378"/>
              <a:ext cx="4477424" cy="1401709"/>
              <a:chOff x="8738261" y="1359842"/>
              <a:chExt cx="2336273" cy="731398"/>
            </a:xfrm>
          </p:grpSpPr>
          <p:sp>
            <p:nvSpPr>
              <p:cNvPr id="54" name="宇神PPT-10-1"/>
              <p:cNvSpPr txBox="1"/>
              <p:nvPr/>
            </p:nvSpPr>
            <p:spPr>
              <a:xfrm>
                <a:off x="8738261" y="1359842"/>
                <a:ext cx="663457" cy="626319"/>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7200" b="0" i="0" u="none" strike="noStrike" kern="120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思源黑体 CN Bold" panose="020B0800000000000000" charset="-122"/>
                  </a:rPr>
                  <a:t>02</a:t>
                </a:r>
                <a:endParaRPr kumimoji="0" lang="zh-CN" altLang="en-US" sz="7200" b="0" i="0" u="none" strike="noStrike" kern="120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55" name="宇神PPT-10-2"/>
              <p:cNvSpPr txBox="1"/>
              <p:nvPr/>
            </p:nvSpPr>
            <p:spPr>
              <a:xfrm>
                <a:off x="8770831" y="1923145"/>
                <a:ext cx="2303703" cy="16809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lang="en-US" altLang="zh-CN" sz="1600" noProof="0" dirty="0">
                    <a:ln>
                      <a:noFill/>
                    </a:ln>
                    <a:solidFill>
                      <a:schemeClr val="tx1">
                        <a:lumMod val="50000"/>
                        <a:lumOff val="50000"/>
                      </a:schemeClr>
                    </a:solidFill>
                    <a:uLnTx/>
                    <a:uFillTx/>
                    <a:latin typeface="思源黑体 CN Light" panose="020B0300000000000000" pitchFamily="34" charset="-122"/>
                    <a:ea typeface="思源黑体 CN Light" panose="020B0300000000000000" pitchFamily="34" charset="-122"/>
                    <a:cs typeface="+mn-ea"/>
                    <a:sym typeface="+mn-lt"/>
                  </a:rPr>
                  <a:t>CREATIVE FEATURES</a:t>
                </a:r>
                <a:endParaRPr kumimoji="0" lang="en-US" altLang="zh-CN" sz="1600" b="0" i="0" u="none" strike="noStrike" kern="1200" cap="none" spc="0" normalizeH="0" baseline="0" noProof="0" dirty="0">
                  <a:ln>
                    <a:noFill/>
                  </a:ln>
                  <a:solidFill>
                    <a:schemeClr val="tx1">
                      <a:lumMod val="50000"/>
                      <a:lumOff val="50000"/>
                    </a:schemeClr>
                  </a:solidFill>
                  <a:uLnTx/>
                  <a:uFillTx/>
                  <a:latin typeface="思源黑体 CN Light" panose="020B0300000000000000" pitchFamily="34" charset="-122"/>
                  <a:ea typeface="思源黑体 CN Light" panose="020B0300000000000000" pitchFamily="34" charset="-122"/>
                  <a:cs typeface="+mn-ea"/>
                  <a:sym typeface="+mn-lt"/>
                </a:endParaRPr>
              </a:p>
            </p:txBody>
          </p:sp>
          <p:sp>
            <p:nvSpPr>
              <p:cNvPr id="56" name="宇神PPT-10-3"/>
              <p:cNvSpPr txBox="1"/>
              <p:nvPr/>
            </p:nvSpPr>
            <p:spPr>
              <a:xfrm>
                <a:off x="9511685" y="1515794"/>
                <a:ext cx="1261729" cy="400918"/>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4400" b="0" i="0" u="none" strike="noStrike" kern="120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mn-ea"/>
                    <a:sym typeface="+mn-lt"/>
                  </a:rPr>
                  <a:t>创作特色</a:t>
                </a:r>
                <a:endParaRPr kumimoji="0" lang="zh-CN" altLang="en-US" sz="4400" b="0" i="0" u="none" strike="noStrike" kern="120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mn-ea"/>
                  <a:sym typeface="+mn-lt"/>
                </a:endParaRPr>
              </a:p>
            </p:txBody>
          </p:sp>
        </p:grpSp>
        <p:sp>
          <p:nvSpPr>
            <p:cNvPr id="67" name="宇神PPT-10-4"/>
            <p:cNvSpPr/>
            <p:nvPr/>
          </p:nvSpPr>
          <p:spPr>
            <a:xfrm>
              <a:off x="924682" y="4435816"/>
              <a:ext cx="4248000" cy="45719"/>
            </a:xfrm>
            <a:custGeom>
              <a:avLst/>
              <a:gdLst>
                <a:gd name="connsiteX0" fmla="*/ 0 w 4686857"/>
                <a:gd name="connsiteY0" fmla="*/ 0 h 20571"/>
                <a:gd name="connsiteX1" fmla="*/ 4686857 w 4686857"/>
                <a:gd name="connsiteY1" fmla="*/ 0 h 20571"/>
                <a:gd name="connsiteX2" fmla="*/ 4686857 w 4686857"/>
                <a:gd name="connsiteY2" fmla="*/ 20571 h 20571"/>
                <a:gd name="connsiteX3" fmla="*/ 0 w 4686857"/>
                <a:gd name="connsiteY3" fmla="*/ 20571 h 20571"/>
              </a:gdLst>
              <a:ahLst/>
              <a:cxnLst>
                <a:cxn ang="0">
                  <a:pos x="connsiteX0" y="connsiteY0"/>
                </a:cxn>
                <a:cxn ang="0">
                  <a:pos x="connsiteX1" y="connsiteY1"/>
                </a:cxn>
                <a:cxn ang="0">
                  <a:pos x="connsiteX2" y="connsiteY2"/>
                </a:cxn>
                <a:cxn ang="0">
                  <a:pos x="connsiteX3" y="connsiteY3"/>
                </a:cxn>
              </a:cxnLst>
              <a:rect l="l" t="t" r="r" b="b"/>
              <a:pathLst>
                <a:path w="4686857" h="20571">
                  <a:moveTo>
                    <a:pt x="0" y="0"/>
                  </a:moveTo>
                  <a:lnTo>
                    <a:pt x="4686857" y="0"/>
                  </a:lnTo>
                  <a:lnTo>
                    <a:pt x="4686857" y="20571"/>
                  </a:lnTo>
                  <a:lnTo>
                    <a:pt x="0" y="20571"/>
                  </a:lnTo>
                  <a:close/>
                </a:path>
              </a:pathLst>
            </a:custGeom>
            <a:solidFill>
              <a:schemeClr val="tx1">
                <a:lumMod val="50000"/>
                <a:lumOff val="50000"/>
              </a:schemeClr>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lumMod val="50000"/>
                    <a:lumOff val="50000"/>
                  </a:schemeClr>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grpSp>
      <p:grpSp>
        <p:nvGrpSpPr>
          <p:cNvPr id="33" name="宇神PPT-11"/>
          <p:cNvGrpSpPr/>
          <p:nvPr/>
        </p:nvGrpSpPr>
        <p:grpSpPr>
          <a:xfrm>
            <a:off x="4951480" y="1968872"/>
            <a:ext cx="821030" cy="821030"/>
            <a:chOff x="7655386" y="2666371"/>
            <a:chExt cx="821030" cy="821030"/>
          </a:xfrm>
        </p:grpSpPr>
        <p:sp>
          <p:nvSpPr>
            <p:cNvPr id="34" name="宇神PPT-11-1"/>
            <p:cNvSpPr/>
            <p:nvPr/>
          </p:nvSpPr>
          <p:spPr>
            <a:xfrm>
              <a:off x="7833587" y="2844573"/>
              <a:ext cx="464628" cy="464626"/>
            </a:xfrm>
            <a:custGeom>
              <a:avLst/>
              <a:gdLst>
                <a:gd name="T0" fmla="*/ 9715 w 10362"/>
                <a:gd name="T1" fmla="*/ 6476 h 10361"/>
                <a:gd name="T2" fmla="*/ 9087 w 10362"/>
                <a:gd name="T3" fmla="*/ 6476 h 10361"/>
                <a:gd name="T4" fmla="*/ 9087 w 10362"/>
                <a:gd name="T5" fmla="*/ 4857 h 10361"/>
                <a:gd name="T6" fmla="*/ 8845 w 10362"/>
                <a:gd name="T7" fmla="*/ 4615 h 10361"/>
                <a:gd name="T8" fmla="*/ 5424 w 10362"/>
                <a:gd name="T9" fmla="*/ 4615 h 10361"/>
                <a:gd name="T10" fmla="*/ 5424 w 10362"/>
                <a:gd name="T11" fmla="*/ 3886 h 10361"/>
                <a:gd name="T12" fmla="*/ 6476 w 10362"/>
                <a:gd name="T13" fmla="*/ 3886 h 10361"/>
                <a:gd name="T14" fmla="*/ 7124 w 10362"/>
                <a:gd name="T15" fmla="*/ 3239 h 10361"/>
                <a:gd name="T16" fmla="*/ 7124 w 10362"/>
                <a:gd name="T17" fmla="*/ 647 h 10361"/>
                <a:gd name="T18" fmla="*/ 6476 w 10362"/>
                <a:gd name="T19" fmla="*/ 0 h 10361"/>
                <a:gd name="T20" fmla="*/ 3886 w 10362"/>
                <a:gd name="T21" fmla="*/ 0 h 10361"/>
                <a:gd name="T22" fmla="*/ 3239 w 10362"/>
                <a:gd name="T23" fmla="*/ 647 h 10361"/>
                <a:gd name="T24" fmla="*/ 3239 w 10362"/>
                <a:gd name="T25" fmla="*/ 3237 h 10361"/>
                <a:gd name="T26" fmla="*/ 3886 w 10362"/>
                <a:gd name="T27" fmla="*/ 3885 h 10361"/>
                <a:gd name="T28" fmla="*/ 4939 w 10362"/>
                <a:gd name="T29" fmla="*/ 3885 h 10361"/>
                <a:gd name="T30" fmla="*/ 4939 w 10362"/>
                <a:gd name="T31" fmla="*/ 4614 h 10361"/>
                <a:gd name="T32" fmla="*/ 1519 w 10362"/>
                <a:gd name="T33" fmla="*/ 4614 h 10361"/>
                <a:gd name="T34" fmla="*/ 1276 w 10362"/>
                <a:gd name="T35" fmla="*/ 4856 h 10361"/>
                <a:gd name="T36" fmla="*/ 1276 w 10362"/>
                <a:gd name="T37" fmla="*/ 6475 h 10361"/>
                <a:gd name="T38" fmla="*/ 647 w 10362"/>
                <a:gd name="T39" fmla="*/ 6475 h 10361"/>
                <a:gd name="T40" fmla="*/ 0 w 10362"/>
                <a:gd name="T41" fmla="*/ 7122 h 10361"/>
                <a:gd name="T42" fmla="*/ 0 w 10362"/>
                <a:gd name="T43" fmla="*/ 9712 h 10361"/>
                <a:gd name="T44" fmla="*/ 647 w 10362"/>
                <a:gd name="T45" fmla="*/ 10360 h 10361"/>
                <a:gd name="T46" fmla="*/ 3237 w 10362"/>
                <a:gd name="T47" fmla="*/ 10360 h 10361"/>
                <a:gd name="T48" fmla="*/ 3885 w 10362"/>
                <a:gd name="T49" fmla="*/ 9712 h 10361"/>
                <a:gd name="T50" fmla="*/ 3885 w 10362"/>
                <a:gd name="T51" fmla="*/ 7124 h 10361"/>
                <a:gd name="T52" fmla="*/ 3237 w 10362"/>
                <a:gd name="T53" fmla="*/ 6476 h 10361"/>
                <a:gd name="T54" fmla="*/ 1761 w 10362"/>
                <a:gd name="T55" fmla="*/ 6476 h 10361"/>
                <a:gd name="T56" fmla="*/ 1761 w 10362"/>
                <a:gd name="T57" fmla="*/ 5100 h 10361"/>
                <a:gd name="T58" fmla="*/ 8602 w 10362"/>
                <a:gd name="T59" fmla="*/ 5100 h 10361"/>
                <a:gd name="T60" fmla="*/ 8602 w 10362"/>
                <a:gd name="T61" fmla="*/ 6476 h 10361"/>
                <a:gd name="T62" fmla="*/ 7124 w 10362"/>
                <a:gd name="T63" fmla="*/ 6476 h 10361"/>
                <a:gd name="T64" fmla="*/ 6476 w 10362"/>
                <a:gd name="T65" fmla="*/ 7124 h 10361"/>
                <a:gd name="T66" fmla="*/ 6476 w 10362"/>
                <a:gd name="T67" fmla="*/ 9713 h 10361"/>
                <a:gd name="T68" fmla="*/ 7124 w 10362"/>
                <a:gd name="T69" fmla="*/ 10361 h 10361"/>
                <a:gd name="T70" fmla="*/ 9713 w 10362"/>
                <a:gd name="T71" fmla="*/ 10361 h 10361"/>
                <a:gd name="T72" fmla="*/ 10361 w 10362"/>
                <a:gd name="T73" fmla="*/ 9713 h 10361"/>
                <a:gd name="T74" fmla="*/ 10361 w 10362"/>
                <a:gd name="T75" fmla="*/ 7124 h 10361"/>
                <a:gd name="T76" fmla="*/ 9715 w 10362"/>
                <a:gd name="T77" fmla="*/ 6476 h 10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362" h="10361">
                  <a:moveTo>
                    <a:pt x="9715" y="6476"/>
                  </a:moveTo>
                  <a:lnTo>
                    <a:pt x="9087" y="6476"/>
                  </a:lnTo>
                  <a:lnTo>
                    <a:pt x="9087" y="4857"/>
                  </a:lnTo>
                  <a:cubicBezTo>
                    <a:pt x="9087" y="4724"/>
                    <a:pt x="8979" y="4615"/>
                    <a:pt x="8845" y="4615"/>
                  </a:cubicBezTo>
                  <a:lnTo>
                    <a:pt x="5424" y="4615"/>
                  </a:lnTo>
                  <a:lnTo>
                    <a:pt x="5424" y="3886"/>
                  </a:lnTo>
                  <a:lnTo>
                    <a:pt x="6476" y="3886"/>
                  </a:lnTo>
                  <a:cubicBezTo>
                    <a:pt x="6834" y="3886"/>
                    <a:pt x="7124" y="3596"/>
                    <a:pt x="7124" y="3239"/>
                  </a:cubicBezTo>
                  <a:lnTo>
                    <a:pt x="7124" y="647"/>
                  </a:lnTo>
                  <a:cubicBezTo>
                    <a:pt x="7124" y="290"/>
                    <a:pt x="6833" y="0"/>
                    <a:pt x="6476" y="0"/>
                  </a:cubicBezTo>
                  <a:lnTo>
                    <a:pt x="3886" y="0"/>
                  </a:lnTo>
                  <a:cubicBezTo>
                    <a:pt x="3528" y="0"/>
                    <a:pt x="3239" y="290"/>
                    <a:pt x="3239" y="647"/>
                  </a:cubicBezTo>
                  <a:lnTo>
                    <a:pt x="3239" y="3237"/>
                  </a:lnTo>
                  <a:cubicBezTo>
                    <a:pt x="3239" y="3595"/>
                    <a:pt x="3528" y="3885"/>
                    <a:pt x="3886" y="3885"/>
                  </a:cubicBezTo>
                  <a:lnTo>
                    <a:pt x="4939" y="3885"/>
                  </a:lnTo>
                  <a:lnTo>
                    <a:pt x="4939" y="4614"/>
                  </a:lnTo>
                  <a:lnTo>
                    <a:pt x="1519" y="4614"/>
                  </a:lnTo>
                  <a:cubicBezTo>
                    <a:pt x="1385" y="4614"/>
                    <a:pt x="1276" y="4722"/>
                    <a:pt x="1276" y="4856"/>
                  </a:cubicBezTo>
                  <a:lnTo>
                    <a:pt x="1276" y="6475"/>
                  </a:lnTo>
                  <a:lnTo>
                    <a:pt x="647" y="6475"/>
                  </a:lnTo>
                  <a:cubicBezTo>
                    <a:pt x="290" y="6475"/>
                    <a:pt x="0" y="6765"/>
                    <a:pt x="0" y="7122"/>
                  </a:cubicBezTo>
                  <a:lnTo>
                    <a:pt x="0" y="9712"/>
                  </a:lnTo>
                  <a:cubicBezTo>
                    <a:pt x="0" y="10070"/>
                    <a:pt x="290" y="10360"/>
                    <a:pt x="647" y="10360"/>
                  </a:cubicBezTo>
                  <a:lnTo>
                    <a:pt x="3237" y="10360"/>
                  </a:lnTo>
                  <a:cubicBezTo>
                    <a:pt x="3595" y="10360"/>
                    <a:pt x="3885" y="10070"/>
                    <a:pt x="3885" y="9712"/>
                  </a:cubicBezTo>
                  <a:lnTo>
                    <a:pt x="3885" y="7124"/>
                  </a:lnTo>
                  <a:cubicBezTo>
                    <a:pt x="3885" y="6766"/>
                    <a:pt x="3595" y="6476"/>
                    <a:pt x="3237" y="6476"/>
                  </a:cubicBezTo>
                  <a:lnTo>
                    <a:pt x="1761" y="6476"/>
                  </a:lnTo>
                  <a:lnTo>
                    <a:pt x="1761" y="5100"/>
                  </a:lnTo>
                  <a:lnTo>
                    <a:pt x="8602" y="5100"/>
                  </a:lnTo>
                  <a:lnTo>
                    <a:pt x="8602" y="6476"/>
                  </a:lnTo>
                  <a:lnTo>
                    <a:pt x="7124" y="6476"/>
                  </a:lnTo>
                  <a:cubicBezTo>
                    <a:pt x="6766" y="6476"/>
                    <a:pt x="6476" y="6766"/>
                    <a:pt x="6476" y="7124"/>
                  </a:cubicBezTo>
                  <a:lnTo>
                    <a:pt x="6476" y="9713"/>
                  </a:lnTo>
                  <a:cubicBezTo>
                    <a:pt x="6476" y="10071"/>
                    <a:pt x="6766" y="10361"/>
                    <a:pt x="7124" y="10361"/>
                  </a:cubicBezTo>
                  <a:lnTo>
                    <a:pt x="9713" y="10361"/>
                  </a:lnTo>
                  <a:cubicBezTo>
                    <a:pt x="10071" y="10361"/>
                    <a:pt x="10361" y="10071"/>
                    <a:pt x="10361" y="9713"/>
                  </a:cubicBezTo>
                  <a:lnTo>
                    <a:pt x="10361" y="7124"/>
                  </a:lnTo>
                  <a:cubicBezTo>
                    <a:pt x="10362" y="6766"/>
                    <a:pt x="10072" y="6476"/>
                    <a:pt x="9715" y="6476"/>
                  </a:cubicBezTo>
                  <a:close/>
                </a:path>
              </a:pathLst>
            </a:custGeom>
            <a:solidFill>
              <a:schemeClr val="tx1">
                <a:lumMod val="50000"/>
                <a:lumOff val="5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gradFill>
                  <a:gsLst>
                    <a:gs pos="100000">
                      <a:srgbClr val="8C127D"/>
                    </a:gs>
                    <a:gs pos="0">
                      <a:srgbClr val="E56758"/>
                    </a:gs>
                  </a:gsLst>
                  <a:lin ang="2700000" scaled="0"/>
                </a:gra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35" name="宇神PPT-11-2"/>
            <p:cNvSpPr/>
            <p:nvPr/>
          </p:nvSpPr>
          <p:spPr>
            <a:xfrm>
              <a:off x="7655386" y="2666371"/>
              <a:ext cx="821030" cy="821030"/>
            </a:xfrm>
            <a:prstGeom prst="ellipse">
              <a:avLst/>
            </a:prstGeom>
            <a:noFill/>
            <a:ln w="19050" cap="flat" cmpd="sng" algn="ctr">
              <a:solidFill>
                <a:schemeClr val="tx1">
                  <a:lumMod val="50000"/>
                  <a:lumOff val="5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3" name="宇神PPT-12"/>
          <p:cNvGrpSpPr/>
          <p:nvPr/>
        </p:nvGrpSpPr>
        <p:grpSpPr>
          <a:xfrm>
            <a:off x="412079" y="6315846"/>
            <a:ext cx="1220258" cy="225097"/>
            <a:chOff x="9669291" y="6232264"/>
            <a:chExt cx="1850151" cy="341291"/>
          </a:xfrm>
        </p:grpSpPr>
        <p:sp>
          <p:nvSpPr>
            <p:cNvPr id="4" name="宇神PPT-12-1"/>
            <p:cNvSpPr/>
            <p:nvPr/>
          </p:nvSpPr>
          <p:spPr>
            <a:xfrm>
              <a:off x="9669291" y="6232264"/>
              <a:ext cx="341292" cy="341291"/>
            </a:xfrm>
            <a:prstGeom prst="ellipse">
              <a:avLst/>
            </a:prstGeom>
            <a:solidFill>
              <a:schemeClr val="accent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7" name="宇神PPT-12-2"/>
            <p:cNvSpPr/>
            <p:nvPr/>
          </p:nvSpPr>
          <p:spPr>
            <a:xfrm>
              <a:off x="9762216" y="6299289"/>
              <a:ext cx="155442" cy="207241"/>
            </a:xfrm>
            <a:custGeom>
              <a:avLst/>
              <a:gdLst>
                <a:gd name="T0" fmla="*/ 648 w 7770"/>
                <a:gd name="T1" fmla="*/ 0 h 10360"/>
                <a:gd name="T2" fmla="*/ 7123 w 7770"/>
                <a:gd name="T3" fmla="*/ 0 h 10360"/>
                <a:gd name="T4" fmla="*/ 7770 w 7770"/>
                <a:gd name="T5" fmla="*/ 647 h 10360"/>
                <a:gd name="T6" fmla="*/ 7770 w 7770"/>
                <a:gd name="T7" fmla="*/ 9712 h 10360"/>
                <a:gd name="T8" fmla="*/ 7123 w 7770"/>
                <a:gd name="T9" fmla="*/ 10360 h 10360"/>
                <a:gd name="T10" fmla="*/ 648 w 7770"/>
                <a:gd name="T11" fmla="*/ 10360 h 10360"/>
                <a:gd name="T12" fmla="*/ 0 w 7770"/>
                <a:gd name="T13" fmla="*/ 9712 h 10360"/>
                <a:gd name="T14" fmla="*/ 0 w 7770"/>
                <a:gd name="T15" fmla="*/ 647 h 10360"/>
                <a:gd name="T16" fmla="*/ 648 w 7770"/>
                <a:gd name="T17" fmla="*/ 0 h 10360"/>
                <a:gd name="T18" fmla="*/ 1295 w 7770"/>
                <a:gd name="T19" fmla="*/ 1293 h 10360"/>
                <a:gd name="T20" fmla="*/ 1295 w 7770"/>
                <a:gd name="T21" fmla="*/ 8416 h 10360"/>
                <a:gd name="T22" fmla="*/ 6475 w 7770"/>
                <a:gd name="T23" fmla="*/ 8416 h 10360"/>
                <a:gd name="T24" fmla="*/ 6475 w 7770"/>
                <a:gd name="T25" fmla="*/ 1293 h 10360"/>
                <a:gd name="T26" fmla="*/ 1295 w 7770"/>
                <a:gd name="T27" fmla="*/ 1293 h 10360"/>
                <a:gd name="T28" fmla="*/ 3890 w 7770"/>
                <a:gd name="T29" fmla="*/ 8902 h 10360"/>
                <a:gd name="T30" fmla="*/ 3405 w 7770"/>
                <a:gd name="T31" fmla="*/ 9387 h 10360"/>
                <a:gd name="T32" fmla="*/ 3890 w 7770"/>
                <a:gd name="T33" fmla="*/ 9872 h 10360"/>
                <a:gd name="T34" fmla="*/ 4375 w 7770"/>
                <a:gd name="T35" fmla="*/ 9387 h 10360"/>
                <a:gd name="T36" fmla="*/ 3890 w 7770"/>
                <a:gd name="T37" fmla="*/ 8902 h 10360"/>
                <a:gd name="T38" fmla="*/ 3413 w 7770"/>
                <a:gd name="T39" fmla="*/ 5486 h 10360"/>
                <a:gd name="T40" fmla="*/ 5026 w 7770"/>
                <a:gd name="T41" fmla="*/ 3825 h 10360"/>
                <a:gd name="T42" fmla="*/ 5683 w 7770"/>
                <a:gd name="T43" fmla="*/ 3815 h 10360"/>
                <a:gd name="T44" fmla="*/ 5688 w 7770"/>
                <a:gd name="T45" fmla="*/ 3820 h 10360"/>
                <a:gd name="T46" fmla="*/ 5692 w 7770"/>
                <a:gd name="T47" fmla="*/ 4491 h 10360"/>
                <a:gd name="T48" fmla="*/ 3769 w 7770"/>
                <a:gd name="T49" fmla="*/ 6472 h 10360"/>
                <a:gd name="T50" fmla="*/ 3636 w 7770"/>
                <a:gd name="T51" fmla="*/ 6567 h 10360"/>
                <a:gd name="T52" fmla="*/ 3081 w 7770"/>
                <a:gd name="T53" fmla="*/ 6485 h 10360"/>
                <a:gd name="T54" fmla="*/ 2081 w 7770"/>
                <a:gd name="T55" fmla="*/ 5486 h 10360"/>
                <a:gd name="T56" fmla="*/ 2103 w 7770"/>
                <a:gd name="T57" fmla="*/ 4820 h 10360"/>
                <a:gd name="T58" fmla="*/ 2748 w 7770"/>
                <a:gd name="T59" fmla="*/ 4820 h 10360"/>
                <a:gd name="T60" fmla="*/ 3413 w 7770"/>
                <a:gd name="T61" fmla="*/ 5486 h 10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70" h="10360">
                  <a:moveTo>
                    <a:pt x="648" y="0"/>
                  </a:moveTo>
                  <a:lnTo>
                    <a:pt x="7123" y="0"/>
                  </a:lnTo>
                  <a:cubicBezTo>
                    <a:pt x="7480" y="0"/>
                    <a:pt x="7770" y="290"/>
                    <a:pt x="7770" y="647"/>
                  </a:cubicBezTo>
                  <a:lnTo>
                    <a:pt x="7770" y="9712"/>
                  </a:lnTo>
                  <a:cubicBezTo>
                    <a:pt x="7770" y="10070"/>
                    <a:pt x="7480" y="10360"/>
                    <a:pt x="7123" y="10360"/>
                  </a:cubicBezTo>
                  <a:lnTo>
                    <a:pt x="648" y="10360"/>
                  </a:lnTo>
                  <a:cubicBezTo>
                    <a:pt x="290" y="10360"/>
                    <a:pt x="0" y="10070"/>
                    <a:pt x="0" y="9712"/>
                  </a:cubicBezTo>
                  <a:lnTo>
                    <a:pt x="0" y="647"/>
                  </a:lnTo>
                  <a:cubicBezTo>
                    <a:pt x="0" y="288"/>
                    <a:pt x="290" y="0"/>
                    <a:pt x="648" y="0"/>
                  </a:cubicBezTo>
                  <a:close/>
                  <a:moveTo>
                    <a:pt x="1295" y="1293"/>
                  </a:moveTo>
                  <a:lnTo>
                    <a:pt x="1295" y="8416"/>
                  </a:lnTo>
                  <a:lnTo>
                    <a:pt x="6475" y="8416"/>
                  </a:lnTo>
                  <a:lnTo>
                    <a:pt x="6475" y="1293"/>
                  </a:lnTo>
                  <a:lnTo>
                    <a:pt x="1295" y="1293"/>
                  </a:lnTo>
                  <a:close/>
                  <a:moveTo>
                    <a:pt x="3890" y="8902"/>
                  </a:moveTo>
                  <a:cubicBezTo>
                    <a:pt x="3621" y="8902"/>
                    <a:pt x="3405" y="9120"/>
                    <a:pt x="3405" y="9387"/>
                  </a:cubicBezTo>
                  <a:cubicBezTo>
                    <a:pt x="3405" y="9656"/>
                    <a:pt x="3622" y="9872"/>
                    <a:pt x="3890" y="9872"/>
                  </a:cubicBezTo>
                  <a:cubicBezTo>
                    <a:pt x="4157" y="9872"/>
                    <a:pt x="4375" y="9655"/>
                    <a:pt x="4375" y="9387"/>
                  </a:cubicBezTo>
                  <a:cubicBezTo>
                    <a:pt x="4376" y="9120"/>
                    <a:pt x="4159" y="8902"/>
                    <a:pt x="3890" y="8902"/>
                  </a:cubicBezTo>
                  <a:close/>
                  <a:moveTo>
                    <a:pt x="3413" y="5486"/>
                  </a:moveTo>
                  <a:lnTo>
                    <a:pt x="5026" y="3825"/>
                  </a:lnTo>
                  <a:cubicBezTo>
                    <a:pt x="5205" y="3641"/>
                    <a:pt x="5499" y="3636"/>
                    <a:pt x="5683" y="3815"/>
                  </a:cubicBezTo>
                  <a:lnTo>
                    <a:pt x="5688" y="3820"/>
                  </a:lnTo>
                  <a:cubicBezTo>
                    <a:pt x="5872" y="4005"/>
                    <a:pt x="5874" y="4303"/>
                    <a:pt x="5692" y="4491"/>
                  </a:cubicBezTo>
                  <a:lnTo>
                    <a:pt x="3769" y="6472"/>
                  </a:lnTo>
                  <a:cubicBezTo>
                    <a:pt x="3730" y="6511"/>
                    <a:pt x="3685" y="6543"/>
                    <a:pt x="3636" y="6567"/>
                  </a:cubicBezTo>
                  <a:cubicBezTo>
                    <a:pt x="3453" y="6665"/>
                    <a:pt x="3228" y="6631"/>
                    <a:pt x="3081" y="6485"/>
                  </a:cubicBezTo>
                  <a:lnTo>
                    <a:pt x="2081" y="5486"/>
                  </a:lnTo>
                  <a:cubicBezTo>
                    <a:pt x="1904" y="5296"/>
                    <a:pt x="1913" y="4997"/>
                    <a:pt x="2103" y="4820"/>
                  </a:cubicBezTo>
                  <a:cubicBezTo>
                    <a:pt x="2284" y="4650"/>
                    <a:pt x="2566" y="4650"/>
                    <a:pt x="2748" y="4820"/>
                  </a:cubicBezTo>
                  <a:lnTo>
                    <a:pt x="3413" y="5486"/>
                  </a:lnTo>
                  <a:close/>
                </a:path>
              </a:pathLst>
            </a:custGeom>
            <a:solidFill>
              <a:schemeClr val="accent1">
                <a:lumMod val="781"/>
                <a:lumOff val="99219"/>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8" name="宇神PPT-12-3"/>
            <p:cNvSpPr/>
            <p:nvPr/>
          </p:nvSpPr>
          <p:spPr>
            <a:xfrm>
              <a:off x="10172244" y="6232264"/>
              <a:ext cx="341292" cy="341291"/>
            </a:xfrm>
            <a:prstGeom prst="ellipse">
              <a:avLst/>
            </a:prstGeom>
            <a:solidFill>
              <a:schemeClr val="accent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9" name="宇神PPT-12-4"/>
            <p:cNvSpPr/>
            <p:nvPr/>
          </p:nvSpPr>
          <p:spPr>
            <a:xfrm>
              <a:off x="10239257" y="6299407"/>
              <a:ext cx="207242" cy="207004"/>
            </a:xfrm>
            <a:custGeom>
              <a:avLst/>
              <a:gdLst>
                <a:gd name="T0" fmla="*/ 10906 w 12797"/>
                <a:gd name="T1" fmla="*/ 1875 h 12781"/>
                <a:gd name="T2" fmla="*/ 6391 w 12797"/>
                <a:gd name="T3" fmla="*/ 0 h 12781"/>
                <a:gd name="T4" fmla="*/ 1875 w 12797"/>
                <a:gd name="T5" fmla="*/ 1875 h 12781"/>
                <a:gd name="T6" fmla="*/ 1234 w 12797"/>
                <a:gd name="T7" fmla="*/ 2625 h 12781"/>
                <a:gd name="T8" fmla="*/ 0 w 12797"/>
                <a:gd name="T9" fmla="*/ 6391 h 12781"/>
                <a:gd name="T10" fmla="*/ 1875 w 12797"/>
                <a:gd name="T11" fmla="*/ 10906 h 12781"/>
                <a:gd name="T12" fmla="*/ 6391 w 12797"/>
                <a:gd name="T13" fmla="*/ 12781 h 12781"/>
                <a:gd name="T14" fmla="*/ 10906 w 12797"/>
                <a:gd name="T15" fmla="*/ 10906 h 12781"/>
                <a:gd name="T16" fmla="*/ 12781 w 12797"/>
                <a:gd name="T17" fmla="*/ 6391 h 12781"/>
                <a:gd name="T18" fmla="*/ 11219 w 12797"/>
                <a:gd name="T19" fmla="*/ 9484 h 12781"/>
                <a:gd name="T20" fmla="*/ 9906 w 12797"/>
                <a:gd name="T21" fmla="*/ 6719 h 12781"/>
                <a:gd name="T22" fmla="*/ 11219 w 12797"/>
                <a:gd name="T23" fmla="*/ 9484 h 12781"/>
                <a:gd name="T24" fmla="*/ 2891 w 12797"/>
                <a:gd name="T25" fmla="*/ 6734 h 12781"/>
                <a:gd name="T26" fmla="*/ 1578 w 12797"/>
                <a:gd name="T27" fmla="*/ 9500 h 12781"/>
                <a:gd name="T28" fmla="*/ 1609 w 12797"/>
                <a:gd name="T29" fmla="*/ 3250 h 12781"/>
                <a:gd name="T30" fmla="*/ 2891 w 12797"/>
                <a:gd name="T31" fmla="*/ 6063 h 12781"/>
                <a:gd name="T32" fmla="*/ 1609 w 12797"/>
                <a:gd name="T33" fmla="*/ 3250 h 12781"/>
                <a:gd name="T34" fmla="*/ 3563 w 12797"/>
                <a:gd name="T35" fmla="*/ 6063 h 12781"/>
                <a:gd name="T36" fmla="*/ 6063 w 12797"/>
                <a:gd name="T37" fmla="*/ 4203 h 12781"/>
                <a:gd name="T38" fmla="*/ 6063 w 12797"/>
                <a:gd name="T39" fmla="*/ 6734 h 12781"/>
                <a:gd name="T40" fmla="*/ 3813 w 12797"/>
                <a:gd name="T41" fmla="*/ 8750 h 12781"/>
                <a:gd name="T42" fmla="*/ 6063 w 12797"/>
                <a:gd name="T43" fmla="*/ 6734 h 12781"/>
                <a:gd name="T44" fmla="*/ 9234 w 12797"/>
                <a:gd name="T45" fmla="*/ 6734 h 12781"/>
                <a:gd name="T46" fmla="*/ 6734 w 12797"/>
                <a:gd name="T47" fmla="*/ 8516 h 12781"/>
                <a:gd name="T48" fmla="*/ 6734 w 12797"/>
                <a:gd name="T49" fmla="*/ 6063 h 12781"/>
                <a:gd name="T50" fmla="*/ 8969 w 12797"/>
                <a:gd name="T51" fmla="*/ 3969 h 12781"/>
                <a:gd name="T52" fmla="*/ 6734 w 12797"/>
                <a:gd name="T53" fmla="*/ 6063 h 12781"/>
                <a:gd name="T54" fmla="*/ 6734 w 12797"/>
                <a:gd name="T55" fmla="*/ 719 h 12781"/>
                <a:gd name="T56" fmla="*/ 8344 w 12797"/>
                <a:gd name="T57" fmla="*/ 2266 h 12781"/>
                <a:gd name="T58" fmla="*/ 6734 w 12797"/>
                <a:gd name="T59" fmla="*/ 3531 h 12781"/>
                <a:gd name="T60" fmla="*/ 6063 w 12797"/>
                <a:gd name="T61" fmla="*/ 719 h 12781"/>
                <a:gd name="T62" fmla="*/ 4016 w 12797"/>
                <a:gd name="T63" fmla="*/ 3313 h 12781"/>
                <a:gd name="T64" fmla="*/ 5375 w 12797"/>
                <a:gd name="T65" fmla="*/ 1078 h 12781"/>
                <a:gd name="T66" fmla="*/ 6063 w 12797"/>
                <a:gd name="T67" fmla="*/ 12078 h 12781"/>
                <a:gd name="T68" fmla="*/ 4453 w 12797"/>
                <a:gd name="T69" fmla="*/ 10531 h 12781"/>
                <a:gd name="T70" fmla="*/ 6063 w 12797"/>
                <a:gd name="T71" fmla="*/ 9188 h 12781"/>
                <a:gd name="T72" fmla="*/ 6734 w 12797"/>
                <a:gd name="T73" fmla="*/ 12078 h 12781"/>
                <a:gd name="T74" fmla="*/ 8797 w 12797"/>
                <a:gd name="T75" fmla="*/ 9406 h 12781"/>
                <a:gd name="T76" fmla="*/ 7422 w 12797"/>
                <a:gd name="T77" fmla="*/ 11719 h 12781"/>
                <a:gd name="T78" fmla="*/ 9625 w 12797"/>
                <a:gd name="T79" fmla="*/ 3828 h 12781"/>
                <a:gd name="T80" fmla="*/ 12125 w 12797"/>
                <a:gd name="T81" fmla="*/ 6063 h 12781"/>
                <a:gd name="T82" fmla="*/ 10438 w 12797"/>
                <a:gd name="T83" fmla="*/ 2344 h 12781"/>
                <a:gd name="T84" fmla="*/ 9438 w 12797"/>
                <a:gd name="T85" fmla="*/ 3172 h 12781"/>
                <a:gd name="T86" fmla="*/ 8297 w 12797"/>
                <a:gd name="T87" fmla="*/ 1000 h 12781"/>
                <a:gd name="T88" fmla="*/ 4484 w 12797"/>
                <a:gd name="T89" fmla="*/ 1000 h 12781"/>
                <a:gd name="T90" fmla="*/ 3344 w 12797"/>
                <a:gd name="T91" fmla="*/ 3172 h 12781"/>
                <a:gd name="T92" fmla="*/ 2344 w 12797"/>
                <a:gd name="T93" fmla="*/ 2344 h 12781"/>
                <a:gd name="T94" fmla="*/ 2344 w 12797"/>
                <a:gd name="T95" fmla="*/ 10438 h 12781"/>
                <a:gd name="T96" fmla="*/ 3328 w 12797"/>
                <a:gd name="T97" fmla="*/ 9547 h 12781"/>
                <a:gd name="T98" fmla="*/ 4484 w 12797"/>
                <a:gd name="T99" fmla="*/ 11781 h 12781"/>
                <a:gd name="T100" fmla="*/ 8297 w 12797"/>
                <a:gd name="T101" fmla="*/ 11797 h 12781"/>
                <a:gd name="T102" fmla="*/ 9453 w 12797"/>
                <a:gd name="T103" fmla="*/ 9563 h 12781"/>
                <a:gd name="T104" fmla="*/ 10438 w 12797"/>
                <a:gd name="T105" fmla="*/ 10453 h 127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797" h="12781">
                  <a:moveTo>
                    <a:pt x="12281" y="3906"/>
                  </a:moveTo>
                  <a:cubicBezTo>
                    <a:pt x="11953" y="3141"/>
                    <a:pt x="11500" y="2453"/>
                    <a:pt x="10906" y="1875"/>
                  </a:cubicBezTo>
                  <a:cubicBezTo>
                    <a:pt x="10313" y="1281"/>
                    <a:pt x="9641" y="828"/>
                    <a:pt x="8875" y="500"/>
                  </a:cubicBezTo>
                  <a:cubicBezTo>
                    <a:pt x="8094" y="172"/>
                    <a:pt x="7266" y="0"/>
                    <a:pt x="6391" y="0"/>
                  </a:cubicBezTo>
                  <a:cubicBezTo>
                    <a:pt x="5531" y="0"/>
                    <a:pt x="4688" y="172"/>
                    <a:pt x="3906" y="500"/>
                  </a:cubicBezTo>
                  <a:cubicBezTo>
                    <a:pt x="3141" y="828"/>
                    <a:pt x="2453" y="1281"/>
                    <a:pt x="1875" y="1875"/>
                  </a:cubicBezTo>
                  <a:cubicBezTo>
                    <a:pt x="1641" y="2109"/>
                    <a:pt x="1438" y="2344"/>
                    <a:pt x="1250" y="2594"/>
                  </a:cubicBezTo>
                  <a:cubicBezTo>
                    <a:pt x="1250" y="2594"/>
                    <a:pt x="1234" y="2609"/>
                    <a:pt x="1234" y="2625"/>
                  </a:cubicBezTo>
                  <a:cubicBezTo>
                    <a:pt x="938" y="3016"/>
                    <a:pt x="703" y="3453"/>
                    <a:pt x="500" y="3906"/>
                  </a:cubicBezTo>
                  <a:cubicBezTo>
                    <a:pt x="172" y="4688"/>
                    <a:pt x="0" y="5531"/>
                    <a:pt x="0" y="6391"/>
                  </a:cubicBezTo>
                  <a:cubicBezTo>
                    <a:pt x="0" y="7250"/>
                    <a:pt x="172" y="8094"/>
                    <a:pt x="500" y="8875"/>
                  </a:cubicBezTo>
                  <a:cubicBezTo>
                    <a:pt x="828" y="9641"/>
                    <a:pt x="1281" y="10328"/>
                    <a:pt x="1875" y="10906"/>
                  </a:cubicBezTo>
                  <a:cubicBezTo>
                    <a:pt x="2469" y="11484"/>
                    <a:pt x="3141" y="11953"/>
                    <a:pt x="3906" y="12281"/>
                  </a:cubicBezTo>
                  <a:cubicBezTo>
                    <a:pt x="4688" y="12609"/>
                    <a:pt x="5531" y="12781"/>
                    <a:pt x="6391" y="12781"/>
                  </a:cubicBezTo>
                  <a:cubicBezTo>
                    <a:pt x="7250" y="12781"/>
                    <a:pt x="8094" y="12609"/>
                    <a:pt x="8875" y="12281"/>
                  </a:cubicBezTo>
                  <a:cubicBezTo>
                    <a:pt x="9641" y="11953"/>
                    <a:pt x="10328" y="11500"/>
                    <a:pt x="10906" y="10906"/>
                  </a:cubicBezTo>
                  <a:cubicBezTo>
                    <a:pt x="11500" y="10313"/>
                    <a:pt x="11953" y="9641"/>
                    <a:pt x="12281" y="8875"/>
                  </a:cubicBezTo>
                  <a:cubicBezTo>
                    <a:pt x="12609" y="8094"/>
                    <a:pt x="12781" y="7250"/>
                    <a:pt x="12781" y="6391"/>
                  </a:cubicBezTo>
                  <a:cubicBezTo>
                    <a:pt x="12797" y="5531"/>
                    <a:pt x="12625" y="4688"/>
                    <a:pt x="12281" y="3906"/>
                  </a:cubicBezTo>
                  <a:close/>
                  <a:moveTo>
                    <a:pt x="11219" y="9484"/>
                  </a:moveTo>
                  <a:cubicBezTo>
                    <a:pt x="10766" y="9250"/>
                    <a:pt x="10234" y="9047"/>
                    <a:pt x="9641" y="8891"/>
                  </a:cubicBezTo>
                  <a:cubicBezTo>
                    <a:pt x="9797" y="8203"/>
                    <a:pt x="9891" y="7469"/>
                    <a:pt x="9906" y="6719"/>
                  </a:cubicBezTo>
                  <a:lnTo>
                    <a:pt x="12109" y="6719"/>
                  </a:lnTo>
                  <a:cubicBezTo>
                    <a:pt x="12047" y="7719"/>
                    <a:pt x="11734" y="8672"/>
                    <a:pt x="11219" y="9484"/>
                  </a:cubicBezTo>
                  <a:close/>
                  <a:moveTo>
                    <a:pt x="688" y="6734"/>
                  </a:moveTo>
                  <a:lnTo>
                    <a:pt x="2891" y="6734"/>
                  </a:lnTo>
                  <a:cubicBezTo>
                    <a:pt x="2906" y="7484"/>
                    <a:pt x="3000" y="8219"/>
                    <a:pt x="3156" y="8906"/>
                  </a:cubicBezTo>
                  <a:cubicBezTo>
                    <a:pt x="2563" y="9063"/>
                    <a:pt x="2031" y="9266"/>
                    <a:pt x="1578" y="9500"/>
                  </a:cubicBezTo>
                  <a:cubicBezTo>
                    <a:pt x="1047" y="8672"/>
                    <a:pt x="734" y="7719"/>
                    <a:pt x="688" y="6734"/>
                  </a:cubicBezTo>
                  <a:close/>
                  <a:moveTo>
                    <a:pt x="1609" y="3250"/>
                  </a:moveTo>
                  <a:cubicBezTo>
                    <a:pt x="2063" y="3484"/>
                    <a:pt x="2578" y="3672"/>
                    <a:pt x="3172" y="3828"/>
                  </a:cubicBezTo>
                  <a:cubicBezTo>
                    <a:pt x="3000" y="4531"/>
                    <a:pt x="2906" y="5281"/>
                    <a:pt x="2891" y="6063"/>
                  </a:cubicBezTo>
                  <a:lnTo>
                    <a:pt x="688" y="6063"/>
                  </a:lnTo>
                  <a:cubicBezTo>
                    <a:pt x="734" y="5047"/>
                    <a:pt x="1063" y="4078"/>
                    <a:pt x="1609" y="3250"/>
                  </a:cubicBezTo>
                  <a:close/>
                  <a:moveTo>
                    <a:pt x="6063" y="6063"/>
                  </a:moveTo>
                  <a:lnTo>
                    <a:pt x="3563" y="6063"/>
                  </a:lnTo>
                  <a:cubicBezTo>
                    <a:pt x="3578" y="5328"/>
                    <a:pt x="3672" y="4625"/>
                    <a:pt x="3828" y="3969"/>
                  </a:cubicBezTo>
                  <a:cubicBezTo>
                    <a:pt x="4531" y="4109"/>
                    <a:pt x="5281" y="4188"/>
                    <a:pt x="6063" y="4203"/>
                  </a:cubicBezTo>
                  <a:lnTo>
                    <a:pt x="6063" y="6063"/>
                  </a:lnTo>
                  <a:close/>
                  <a:moveTo>
                    <a:pt x="6063" y="6734"/>
                  </a:moveTo>
                  <a:lnTo>
                    <a:pt x="6063" y="8516"/>
                  </a:lnTo>
                  <a:cubicBezTo>
                    <a:pt x="5281" y="8531"/>
                    <a:pt x="4531" y="8609"/>
                    <a:pt x="3813" y="8750"/>
                  </a:cubicBezTo>
                  <a:cubicBezTo>
                    <a:pt x="3672" y="8125"/>
                    <a:pt x="3578" y="7438"/>
                    <a:pt x="3563" y="6734"/>
                  </a:cubicBezTo>
                  <a:lnTo>
                    <a:pt x="6063" y="6734"/>
                  </a:lnTo>
                  <a:close/>
                  <a:moveTo>
                    <a:pt x="6734" y="6734"/>
                  </a:moveTo>
                  <a:lnTo>
                    <a:pt x="9234" y="6734"/>
                  </a:lnTo>
                  <a:cubicBezTo>
                    <a:pt x="9219" y="7438"/>
                    <a:pt x="9125" y="8125"/>
                    <a:pt x="8984" y="8750"/>
                  </a:cubicBezTo>
                  <a:cubicBezTo>
                    <a:pt x="8281" y="8609"/>
                    <a:pt x="7516" y="8531"/>
                    <a:pt x="6734" y="8516"/>
                  </a:cubicBezTo>
                  <a:lnTo>
                    <a:pt x="6734" y="6734"/>
                  </a:lnTo>
                  <a:close/>
                  <a:moveTo>
                    <a:pt x="6734" y="6063"/>
                  </a:moveTo>
                  <a:lnTo>
                    <a:pt x="6734" y="4203"/>
                  </a:lnTo>
                  <a:cubicBezTo>
                    <a:pt x="7516" y="4188"/>
                    <a:pt x="8266" y="4109"/>
                    <a:pt x="8969" y="3969"/>
                  </a:cubicBezTo>
                  <a:cubicBezTo>
                    <a:pt x="9125" y="4625"/>
                    <a:pt x="9219" y="5328"/>
                    <a:pt x="9234" y="6063"/>
                  </a:cubicBezTo>
                  <a:lnTo>
                    <a:pt x="6734" y="6063"/>
                  </a:lnTo>
                  <a:close/>
                  <a:moveTo>
                    <a:pt x="6734" y="3531"/>
                  </a:moveTo>
                  <a:lnTo>
                    <a:pt x="6734" y="719"/>
                  </a:lnTo>
                  <a:cubicBezTo>
                    <a:pt x="6969" y="781"/>
                    <a:pt x="7203" y="891"/>
                    <a:pt x="7422" y="1078"/>
                  </a:cubicBezTo>
                  <a:cubicBezTo>
                    <a:pt x="7766" y="1359"/>
                    <a:pt x="8078" y="1750"/>
                    <a:pt x="8344" y="2266"/>
                  </a:cubicBezTo>
                  <a:cubicBezTo>
                    <a:pt x="8516" y="2594"/>
                    <a:pt x="8656" y="2938"/>
                    <a:pt x="8781" y="3313"/>
                  </a:cubicBezTo>
                  <a:cubicBezTo>
                    <a:pt x="8141" y="3438"/>
                    <a:pt x="7453" y="3516"/>
                    <a:pt x="6734" y="3531"/>
                  </a:cubicBezTo>
                  <a:close/>
                  <a:moveTo>
                    <a:pt x="5375" y="1078"/>
                  </a:moveTo>
                  <a:cubicBezTo>
                    <a:pt x="5594" y="891"/>
                    <a:pt x="5828" y="781"/>
                    <a:pt x="6063" y="719"/>
                  </a:cubicBezTo>
                  <a:lnTo>
                    <a:pt x="6063" y="3531"/>
                  </a:lnTo>
                  <a:cubicBezTo>
                    <a:pt x="5344" y="3516"/>
                    <a:pt x="4656" y="3438"/>
                    <a:pt x="4016" y="3313"/>
                  </a:cubicBezTo>
                  <a:cubicBezTo>
                    <a:pt x="4141" y="2938"/>
                    <a:pt x="4281" y="2578"/>
                    <a:pt x="4453" y="2266"/>
                  </a:cubicBezTo>
                  <a:cubicBezTo>
                    <a:pt x="4719" y="1750"/>
                    <a:pt x="5031" y="1344"/>
                    <a:pt x="5375" y="1078"/>
                  </a:cubicBezTo>
                  <a:close/>
                  <a:moveTo>
                    <a:pt x="6063" y="9188"/>
                  </a:moveTo>
                  <a:lnTo>
                    <a:pt x="6063" y="12078"/>
                  </a:lnTo>
                  <a:cubicBezTo>
                    <a:pt x="5828" y="12016"/>
                    <a:pt x="5594" y="11906"/>
                    <a:pt x="5375" y="11719"/>
                  </a:cubicBezTo>
                  <a:cubicBezTo>
                    <a:pt x="5031" y="11438"/>
                    <a:pt x="4719" y="11047"/>
                    <a:pt x="4453" y="10531"/>
                  </a:cubicBezTo>
                  <a:cubicBezTo>
                    <a:pt x="4281" y="10188"/>
                    <a:pt x="4125" y="9813"/>
                    <a:pt x="4000" y="9406"/>
                  </a:cubicBezTo>
                  <a:cubicBezTo>
                    <a:pt x="4641" y="9281"/>
                    <a:pt x="5344" y="9203"/>
                    <a:pt x="6063" y="9188"/>
                  </a:cubicBezTo>
                  <a:close/>
                  <a:moveTo>
                    <a:pt x="7422" y="11719"/>
                  </a:moveTo>
                  <a:cubicBezTo>
                    <a:pt x="7203" y="11906"/>
                    <a:pt x="6969" y="12016"/>
                    <a:pt x="6734" y="12078"/>
                  </a:cubicBezTo>
                  <a:lnTo>
                    <a:pt x="6734" y="9188"/>
                  </a:lnTo>
                  <a:cubicBezTo>
                    <a:pt x="7453" y="9203"/>
                    <a:pt x="8156" y="9281"/>
                    <a:pt x="8797" y="9406"/>
                  </a:cubicBezTo>
                  <a:cubicBezTo>
                    <a:pt x="8672" y="9813"/>
                    <a:pt x="8516" y="10188"/>
                    <a:pt x="8344" y="10531"/>
                  </a:cubicBezTo>
                  <a:cubicBezTo>
                    <a:pt x="8078" y="11047"/>
                    <a:pt x="7766" y="11438"/>
                    <a:pt x="7422" y="11719"/>
                  </a:cubicBezTo>
                  <a:close/>
                  <a:moveTo>
                    <a:pt x="9906" y="6063"/>
                  </a:moveTo>
                  <a:cubicBezTo>
                    <a:pt x="9891" y="5281"/>
                    <a:pt x="9781" y="4531"/>
                    <a:pt x="9625" y="3828"/>
                  </a:cubicBezTo>
                  <a:cubicBezTo>
                    <a:pt x="10203" y="3672"/>
                    <a:pt x="10734" y="3484"/>
                    <a:pt x="11188" y="3250"/>
                  </a:cubicBezTo>
                  <a:cubicBezTo>
                    <a:pt x="11734" y="4078"/>
                    <a:pt x="12063" y="5047"/>
                    <a:pt x="12125" y="6063"/>
                  </a:cubicBezTo>
                  <a:lnTo>
                    <a:pt x="9906" y="6063"/>
                  </a:lnTo>
                  <a:close/>
                  <a:moveTo>
                    <a:pt x="10438" y="2344"/>
                  </a:moveTo>
                  <a:cubicBezTo>
                    <a:pt x="10547" y="2453"/>
                    <a:pt x="10656" y="2578"/>
                    <a:pt x="10766" y="2703"/>
                  </a:cubicBezTo>
                  <a:cubicBezTo>
                    <a:pt x="10375" y="2891"/>
                    <a:pt x="9938" y="3047"/>
                    <a:pt x="9438" y="3172"/>
                  </a:cubicBezTo>
                  <a:cubicBezTo>
                    <a:pt x="9297" y="2734"/>
                    <a:pt x="9125" y="2328"/>
                    <a:pt x="8938" y="1953"/>
                  </a:cubicBezTo>
                  <a:cubicBezTo>
                    <a:pt x="8750" y="1578"/>
                    <a:pt x="8531" y="1266"/>
                    <a:pt x="8297" y="1000"/>
                  </a:cubicBezTo>
                  <a:cubicBezTo>
                    <a:pt x="9094" y="1281"/>
                    <a:pt x="9828" y="1734"/>
                    <a:pt x="10438" y="2344"/>
                  </a:cubicBezTo>
                  <a:close/>
                  <a:moveTo>
                    <a:pt x="4484" y="1000"/>
                  </a:moveTo>
                  <a:cubicBezTo>
                    <a:pt x="4250" y="1266"/>
                    <a:pt x="4031" y="1594"/>
                    <a:pt x="3844" y="1953"/>
                  </a:cubicBezTo>
                  <a:cubicBezTo>
                    <a:pt x="3656" y="2328"/>
                    <a:pt x="3484" y="2734"/>
                    <a:pt x="3344" y="3172"/>
                  </a:cubicBezTo>
                  <a:cubicBezTo>
                    <a:pt x="2844" y="3047"/>
                    <a:pt x="2406" y="2891"/>
                    <a:pt x="2016" y="2703"/>
                  </a:cubicBezTo>
                  <a:cubicBezTo>
                    <a:pt x="2125" y="2578"/>
                    <a:pt x="2219" y="2469"/>
                    <a:pt x="2344" y="2344"/>
                  </a:cubicBezTo>
                  <a:cubicBezTo>
                    <a:pt x="2969" y="1734"/>
                    <a:pt x="3688" y="1281"/>
                    <a:pt x="4484" y="1000"/>
                  </a:cubicBezTo>
                  <a:close/>
                  <a:moveTo>
                    <a:pt x="2344" y="10438"/>
                  </a:moveTo>
                  <a:cubicBezTo>
                    <a:pt x="2219" y="10313"/>
                    <a:pt x="2094" y="10172"/>
                    <a:pt x="1984" y="10031"/>
                  </a:cubicBezTo>
                  <a:cubicBezTo>
                    <a:pt x="2375" y="9844"/>
                    <a:pt x="2828" y="9672"/>
                    <a:pt x="3328" y="9547"/>
                  </a:cubicBezTo>
                  <a:cubicBezTo>
                    <a:pt x="3469" y="10016"/>
                    <a:pt x="3641" y="10438"/>
                    <a:pt x="3844" y="10828"/>
                  </a:cubicBezTo>
                  <a:cubicBezTo>
                    <a:pt x="4031" y="11203"/>
                    <a:pt x="4250" y="11516"/>
                    <a:pt x="4484" y="11781"/>
                  </a:cubicBezTo>
                  <a:cubicBezTo>
                    <a:pt x="3688" y="11516"/>
                    <a:pt x="2969" y="11063"/>
                    <a:pt x="2344" y="10438"/>
                  </a:cubicBezTo>
                  <a:close/>
                  <a:moveTo>
                    <a:pt x="8297" y="11797"/>
                  </a:moveTo>
                  <a:cubicBezTo>
                    <a:pt x="8531" y="11531"/>
                    <a:pt x="8750" y="11203"/>
                    <a:pt x="8938" y="10844"/>
                  </a:cubicBezTo>
                  <a:cubicBezTo>
                    <a:pt x="9141" y="10453"/>
                    <a:pt x="9313" y="10016"/>
                    <a:pt x="9453" y="9563"/>
                  </a:cubicBezTo>
                  <a:cubicBezTo>
                    <a:pt x="9953" y="9688"/>
                    <a:pt x="10406" y="9859"/>
                    <a:pt x="10797" y="10047"/>
                  </a:cubicBezTo>
                  <a:cubicBezTo>
                    <a:pt x="10688" y="10188"/>
                    <a:pt x="10563" y="10313"/>
                    <a:pt x="10438" y="10453"/>
                  </a:cubicBezTo>
                  <a:cubicBezTo>
                    <a:pt x="9828" y="11063"/>
                    <a:pt x="9094" y="11516"/>
                    <a:pt x="8297" y="11797"/>
                  </a:cubicBezTo>
                  <a:close/>
                </a:path>
              </a:pathLst>
            </a:custGeom>
            <a:solidFill>
              <a:schemeClr val="accent1">
                <a:lumMod val="781"/>
                <a:lumOff val="99219"/>
              </a:schemeClr>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10" name="宇神PPT-12-5"/>
            <p:cNvSpPr/>
            <p:nvPr/>
          </p:nvSpPr>
          <p:spPr>
            <a:xfrm>
              <a:off x="10675198" y="6232264"/>
              <a:ext cx="341292" cy="341291"/>
            </a:xfrm>
            <a:prstGeom prst="ellipse">
              <a:avLst/>
            </a:prstGeom>
            <a:solidFill>
              <a:schemeClr val="accent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12" name="宇神PPT-12-6"/>
            <p:cNvSpPr/>
            <p:nvPr/>
          </p:nvSpPr>
          <p:spPr>
            <a:xfrm>
              <a:off x="10742223" y="6317467"/>
              <a:ext cx="207242" cy="170884"/>
            </a:xfrm>
            <a:custGeom>
              <a:avLst/>
              <a:gdLst>
                <a:gd name="connsiteX0" fmla="*/ 435416 w 609586"/>
                <a:gd name="connsiteY0" fmla="*/ 80352 h 502648"/>
                <a:gd name="connsiteX1" fmla="*/ 551577 w 609586"/>
                <a:gd name="connsiteY1" fmla="*/ 190215 h 502648"/>
                <a:gd name="connsiteX2" fmla="*/ 551577 w 609586"/>
                <a:gd name="connsiteY2" fmla="*/ 217693 h 502648"/>
                <a:gd name="connsiteX3" fmla="*/ 496140 w 609586"/>
                <a:gd name="connsiteY3" fmla="*/ 310936 h 502648"/>
                <a:gd name="connsiteX4" fmla="*/ 609586 w 609586"/>
                <a:gd name="connsiteY4" fmla="*/ 437323 h 502648"/>
                <a:gd name="connsiteX5" fmla="*/ 580534 w 609586"/>
                <a:gd name="connsiteY5" fmla="*/ 464753 h 502648"/>
                <a:gd name="connsiteX6" fmla="*/ 504951 w 609586"/>
                <a:gd name="connsiteY6" fmla="*/ 464753 h 502648"/>
                <a:gd name="connsiteX7" fmla="*/ 373787 w 609586"/>
                <a:gd name="connsiteY7" fmla="*/ 301459 h 502648"/>
                <a:gd name="connsiteX8" fmla="*/ 426510 w 609586"/>
                <a:gd name="connsiteY8" fmla="*/ 179500 h 502648"/>
                <a:gd name="connsiteX9" fmla="*/ 426510 w 609586"/>
                <a:gd name="connsiteY9" fmla="*/ 143641 h 502648"/>
                <a:gd name="connsiteX10" fmla="*/ 412126 w 609586"/>
                <a:gd name="connsiteY10" fmla="*/ 82543 h 502648"/>
                <a:gd name="connsiteX11" fmla="*/ 435416 w 609586"/>
                <a:gd name="connsiteY11" fmla="*/ 80352 h 502648"/>
                <a:gd name="connsiteX12" fmla="*/ 227788 w 609586"/>
                <a:gd name="connsiteY12" fmla="*/ 0 h 502648"/>
                <a:gd name="connsiteX13" fmla="*/ 379662 w 609586"/>
                <a:gd name="connsiteY13" fmla="*/ 143662 h 502648"/>
                <a:gd name="connsiteX14" fmla="*/ 379662 w 609586"/>
                <a:gd name="connsiteY14" fmla="*/ 179565 h 502648"/>
                <a:gd name="connsiteX15" fmla="*/ 307225 w 609586"/>
                <a:gd name="connsiteY15" fmla="*/ 301465 h 502648"/>
                <a:gd name="connsiteX16" fmla="*/ 455528 w 609586"/>
                <a:gd name="connsiteY16" fmla="*/ 466745 h 502648"/>
                <a:gd name="connsiteX17" fmla="*/ 417524 w 609586"/>
                <a:gd name="connsiteY17" fmla="*/ 502648 h 502648"/>
                <a:gd name="connsiteX18" fmla="*/ 38004 w 609586"/>
                <a:gd name="connsiteY18" fmla="*/ 502648 h 502648"/>
                <a:gd name="connsiteX19" fmla="*/ 0 w 609586"/>
                <a:gd name="connsiteY19" fmla="*/ 466745 h 502648"/>
                <a:gd name="connsiteX20" fmla="*/ 148350 w 609586"/>
                <a:gd name="connsiteY20" fmla="*/ 301465 h 502648"/>
                <a:gd name="connsiteX21" fmla="*/ 75913 w 609586"/>
                <a:gd name="connsiteY21" fmla="*/ 179565 h 502648"/>
                <a:gd name="connsiteX22" fmla="*/ 75913 w 609586"/>
                <a:gd name="connsiteY22" fmla="*/ 143662 h 502648"/>
                <a:gd name="connsiteX23" fmla="*/ 227788 w 609586"/>
                <a:gd name="connsiteY23" fmla="*/ 0 h 502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9586" h="502648">
                  <a:moveTo>
                    <a:pt x="435416" y="80352"/>
                  </a:moveTo>
                  <a:cubicBezTo>
                    <a:pt x="499521" y="80352"/>
                    <a:pt x="551577" y="129545"/>
                    <a:pt x="551577" y="190215"/>
                  </a:cubicBezTo>
                  <a:lnTo>
                    <a:pt x="551577" y="217693"/>
                  </a:lnTo>
                  <a:cubicBezTo>
                    <a:pt x="551577" y="257219"/>
                    <a:pt x="529288" y="291601"/>
                    <a:pt x="496140" y="310936"/>
                  </a:cubicBezTo>
                  <a:cubicBezTo>
                    <a:pt x="553434" y="331175"/>
                    <a:pt x="609586" y="382416"/>
                    <a:pt x="609586" y="437323"/>
                  </a:cubicBezTo>
                  <a:cubicBezTo>
                    <a:pt x="609586" y="452467"/>
                    <a:pt x="596584" y="464753"/>
                    <a:pt x="580534" y="464753"/>
                  </a:cubicBezTo>
                  <a:lnTo>
                    <a:pt x="504951" y="464753"/>
                  </a:lnTo>
                  <a:cubicBezTo>
                    <a:pt x="503855" y="393607"/>
                    <a:pt x="444465" y="318793"/>
                    <a:pt x="373787" y="301459"/>
                  </a:cubicBezTo>
                  <a:cubicBezTo>
                    <a:pt x="411936" y="270457"/>
                    <a:pt x="426510" y="231217"/>
                    <a:pt x="426510" y="179500"/>
                  </a:cubicBezTo>
                  <a:lnTo>
                    <a:pt x="426510" y="143641"/>
                  </a:lnTo>
                  <a:cubicBezTo>
                    <a:pt x="426510" y="121783"/>
                    <a:pt x="421318" y="101068"/>
                    <a:pt x="412126" y="82543"/>
                  </a:cubicBezTo>
                  <a:cubicBezTo>
                    <a:pt x="419651" y="81114"/>
                    <a:pt x="427415" y="80352"/>
                    <a:pt x="435416" y="80352"/>
                  </a:cubicBezTo>
                  <a:close/>
                  <a:moveTo>
                    <a:pt x="227788" y="0"/>
                  </a:moveTo>
                  <a:cubicBezTo>
                    <a:pt x="311607" y="0"/>
                    <a:pt x="379662" y="64378"/>
                    <a:pt x="379662" y="143662"/>
                  </a:cubicBezTo>
                  <a:lnTo>
                    <a:pt x="379662" y="179565"/>
                  </a:lnTo>
                  <a:cubicBezTo>
                    <a:pt x="379662" y="231230"/>
                    <a:pt x="350516" y="276180"/>
                    <a:pt x="307225" y="301465"/>
                  </a:cubicBezTo>
                  <a:cubicBezTo>
                    <a:pt x="382186" y="327940"/>
                    <a:pt x="455528" y="394986"/>
                    <a:pt x="455528" y="466745"/>
                  </a:cubicBezTo>
                  <a:cubicBezTo>
                    <a:pt x="455528" y="486554"/>
                    <a:pt x="438574" y="502648"/>
                    <a:pt x="417524" y="502648"/>
                  </a:cubicBezTo>
                  <a:lnTo>
                    <a:pt x="38004" y="502648"/>
                  </a:lnTo>
                  <a:cubicBezTo>
                    <a:pt x="16954" y="502648"/>
                    <a:pt x="0" y="486554"/>
                    <a:pt x="0" y="466745"/>
                  </a:cubicBezTo>
                  <a:cubicBezTo>
                    <a:pt x="0" y="394986"/>
                    <a:pt x="73389" y="327940"/>
                    <a:pt x="148350" y="301465"/>
                  </a:cubicBezTo>
                  <a:cubicBezTo>
                    <a:pt x="105012" y="276180"/>
                    <a:pt x="75913" y="231230"/>
                    <a:pt x="75913" y="179565"/>
                  </a:cubicBezTo>
                  <a:lnTo>
                    <a:pt x="75913" y="143662"/>
                  </a:lnTo>
                  <a:cubicBezTo>
                    <a:pt x="75913" y="64378"/>
                    <a:pt x="143969" y="0"/>
                    <a:pt x="227788" y="0"/>
                  </a:cubicBezTo>
                  <a:close/>
                </a:path>
              </a:pathLst>
            </a:custGeom>
            <a:solidFill>
              <a:schemeClr val="accent1">
                <a:lumMod val="781"/>
                <a:lumOff val="99219"/>
              </a:schemeClr>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13" name="宇神PPT-12-7"/>
            <p:cNvSpPr/>
            <p:nvPr/>
          </p:nvSpPr>
          <p:spPr>
            <a:xfrm>
              <a:off x="11178150" y="6232264"/>
              <a:ext cx="341292" cy="341291"/>
            </a:xfrm>
            <a:prstGeom prst="ellipse">
              <a:avLst/>
            </a:prstGeom>
            <a:solidFill>
              <a:schemeClr val="accent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14" name="宇神PPT-12-8"/>
            <p:cNvSpPr/>
            <p:nvPr/>
          </p:nvSpPr>
          <p:spPr>
            <a:xfrm>
              <a:off x="11267124" y="6299289"/>
              <a:ext cx="163342" cy="207241"/>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chemeClr val="accent1">
                <a:lumMod val="781"/>
                <a:lumOff val="99219"/>
              </a:schemeClr>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grpSp>
      <p:pic>
        <p:nvPicPr>
          <p:cNvPr id="15" name="图片 14" descr="QQ图片20240527000216"/>
          <p:cNvPicPr>
            <a:picLocks noChangeAspect="1"/>
          </p:cNvPicPr>
          <p:nvPr/>
        </p:nvPicPr>
        <p:blipFill>
          <a:blip r:embed="rId3"/>
          <a:stretch>
            <a:fillRect/>
          </a:stretch>
        </p:blipFill>
        <p:spPr>
          <a:xfrm>
            <a:off x="472440" y="193675"/>
            <a:ext cx="1203325" cy="1170305"/>
          </a:xfrm>
          <a:prstGeom prst="rect">
            <a:avLst/>
          </a:prstGeom>
        </p:spPr>
      </p:pic>
      <p:sp>
        <p:nvSpPr>
          <p:cNvPr id="16" name="宇神PPT-12"/>
          <p:cNvSpPr/>
          <p:nvPr/>
        </p:nvSpPr>
        <p:spPr>
          <a:xfrm>
            <a:off x="2335264" y="348429"/>
            <a:ext cx="6679196" cy="275590"/>
          </a:xfrm>
          <a:prstGeom prst="rect">
            <a:avLst/>
          </a:prstGeom>
        </p:spPr>
        <p:txBody>
          <a:bodyPr wrap="square">
            <a:spAutoFit/>
          </a:bodyPr>
          <a:p>
            <a:pPr marL="0" marR="0" lvl="0" indent="0" algn="dist" defTabSz="9144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作家简介  </a:t>
            </a:r>
            <a:r>
              <a:rPr kumimoji="0" lang="en-US" altLang="zh-CN"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  </a:t>
            </a: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创作特色</a:t>
            </a: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  </a:t>
            </a:r>
            <a:r>
              <a:rPr kumimoji="0" lang="en-US" altLang="zh-CN"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  </a:t>
            </a: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人物评价</a:t>
            </a: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  </a:t>
            </a:r>
            <a:r>
              <a:rPr kumimoji="0" lang="en-US" altLang="zh-CN"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  </a:t>
            </a: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名人名言</a:t>
            </a:r>
            <a:endPar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500"/>
                                        <p:tgtEl>
                                          <p:spTgt spid="33"/>
                                        </p:tgtEl>
                                      </p:cBhvr>
                                    </p:animEffect>
                                    <p:anim calcmode="lin" valueType="num">
                                      <p:cBhvr>
                                        <p:cTn id="14" dur="500" fill="hold"/>
                                        <p:tgtEl>
                                          <p:spTgt spid="33"/>
                                        </p:tgtEl>
                                        <p:attrNameLst>
                                          <p:attrName>ppt_x</p:attrName>
                                        </p:attrNameLst>
                                      </p:cBhvr>
                                      <p:tavLst>
                                        <p:tav tm="0">
                                          <p:val>
                                            <p:strVal val="#ppt_x"/>
                                          </p:val>
                                        </p:tav>
                                        <p:tav tm="100000">
                                          <p:val>
                                            <p:strVal val="#ppt_x"/>
                                          </p:val>
                                        </p:tav>
                                      </p:tavLst>
                                    </p:anim>
                                    <p:anim calcmode="lin" valueType="num">
                                      <p:cBhvr>
                                        <p:cTn id="15" dur="5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宇神PPT-2" hidden="1"/>
          <p:cNvSpPr txBox="1"/>
          <p:nvPr/>
        </p:nvSpPr>
        <p:spPr>
          <a:xfrm>
            <a:off x="10580913" y="-603126"/>
            <a:ext cx="1727200" cy="369332"/>
          </a:xfrm>
          <a:prstGeom prst="rect">
            <a:avLst/>
          </a:prstGeom>
          <a:noFill/>
        </p:spPr>
        <p:txBody>
          <a:bodyPr wrap="square" rtlCol="0">
            <a:spAutoFit/>
          </a:bodyPr>
          <a:lstStyle/>
          <a:p>
            <a:pPr algn="ctr"/>
            <a:r>
              <a:rPr lang="en-US" altLang="zh-CN" dirty="0">
                <a:ln>
                  <a:noFill/>
                </a:ln>
                <a:noFill/>
                <a:cs typeface="思源黑体 CN Bold" panose="020B0800000000000000" charset="-122"/>
              </a:rPr>
              <a:t>By  </a:t>
            </a:r>
            <a:r>
              <a:rPr lang="en-US" altLang="zh-CN" dirty="0" err="1">
                <a:ln>
                  <a:noFill/>
                </a:ln>
                <a:noFill/>
                <a:cs typeface="思源黑体 CN Bold" panose="020B0800000000000000" charset="-122"/>
              </a:rPr>
              <a:t>Yushen</a:t>
            </a:r>
            <a:endParaRPr lang="zh-CN" altLang="en-US" dirty="0">
              <a:ln>
                <a:noFill/>
              </a:ln>
              <a:noFill/>
              <a:cs typeface="思源黑体 CN Bold" panose="020B0800000000000000" charset="-122"/>
            </a:endParaRPr>
          </a:p>
        </p:txBody>
      </p:sp>
      <p:grpSp>
        <p:nvGrpSpPr>
          <p:cNvPr id="7" name="宇神PPT-5"/>
          <p:cNvGrpSpPr/>
          <p:nvPr/>
        </p:nvGrpSpPr>
        <p:grpSpPr>
          <a:xfrm>
            <a:off x="5052835" y="2648948"/>
            <a:ext cx="6097144" cy="3589718"/>
            <a:chOff x="5052835" y="2478553"/>
            <a:chExt cx="6097144" cy="3589718"/>
          </a:xfrm>
        </p:grpSpPr>
        <p:sp>
          <p:nvSpPr>
            <p:cNvPr id="8" name="宇神PPT-5-1"/>
            <p:cNvSpPr/>
            <p:nvPr/>
          </p:nvSpPr>
          <p:spPr>
            <a:xfrm flipH="1" flipV="1">
              <a:off x="5052835" y="2478553"/>
              <a:ext cx="6097144" cy="3589718"/>
            </a:xfrm>
            <a:custGeom>
              <a:avLst/>
              <a:gdLst>
                <a:gd name="connsiteX0" fmla="*/ 72429 w 3907999"/>
                <a:gd name="connsiteY0" fmla="*/ 2 h 3395913"/>
                <a:gd name="connsiteX1" fmla="*/ 2391008 w 3907999"/>
                <a:gd name="connsiteY1" fmla="*/ 13809 h 3395913"/>
                <a:gd name="connsiteX2" fmla="*/ 2456328 w 3907999"/>
                <a:gd name="connsiteY2" fmla="*/ 56461 h 3395913"/>
                <a:gd name="connsiteX3" fmla="*/ 3901663 w 3907999"/>
                <a:gd name="connsiteY3" fmla="*/ 3294566 h 3395913"/>
                <a:gd name="connsiteX4" fmla="*/ 3835915 w 3907999"/>
                <a:gd name="connsiteY4" fmla="*/ 3395913 h 3395913"/>
                <a:gd name="connsiteX5" fmla="*/ 72000 w 3907999"/>
                <a:gd name="connsiteY5" fmla="*/ 3395913 h 3395913"/>
                <a:gd name="connsiteX6" fmla="*/ 0 w 3907999"/>
                <a:gd name="connsiteY6" fmla="*/ 3323913 h 3395913"/>
                <a:gd name="connsiteX7" fmla="*/ 0 w 3907999"/>
                <a:gd name="connsiteY7" fmla="*/ 72001 h 3395913"/>
                <a:gd name="connsiteX8" fmla="*/ 72429 w 3907999"/>
                <a:gd name="connsiteY8" fmla="*/ 2 h 339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7999" h="3395913">
                  <a:moveTo>
                    <a:pt x="72429" y="2"/>
                  </a:moveTo>
                  <a:lnTo>
                    <a:pt x="2391008" y="13809"/>
                  </a:lnTo>
                  <a:cubicBezTo>
                    <a:pt x="2419269" y="13977"/>
                    <a:pt x="2444808" y="30654"/>
                    <a:pt x="2456328" y="56461"/>
                  </a:cubicBezTo>
                  <a:lnTo>
                    <a:pt x="3901663" y="3294566"/>
                  </a:lnTo>
                  <a:cubicBezTo>
                    <a:pt x="3922924" y="3342199"/>
                    <a:pt x="3888078" y="3395913"/>
                    <a:pt x="3835915" y="3395913"/>
                  </a:cubicBezTo>
                  <a:lnTo>
                    <a:pt x="72000" y="3395913"/>
                  </a:lnTo>
                  <a:cubicBezTo>
                    <a:pt x="32256" y="3395913"/>
                    <a:pt x="0" y="3363657"/>
                    <a:pt x="0" y="3323913"/>
                  </a:cubicBezTo>
                  <a:lnTo>
                    <a:pt x="0" y="72001"/>
                  </a:lnTo>
                  <a:cubicBezTo>
                    <a:pt x="0" y="32092"/>
                    <a:pt x="32521" y="-235"/>
                    <a:pt x="72429" y="2"/>
                  </a:cubicBezTo>
                </a:path>
              </a:pathLst>
            </a:custGeom>
            <a:noFill/>
            <a:ln w="12700" cap="flat" cmpd="sng" algn="ctr">
              <a:solidFill>
                <a:schemeClr val="accent1">
                  <a:alpha val="20000"/>
                </a:schemeClr>
              </a:solidFill>
              <a:prstDash val="solid"/>
              <a:miter lim="800000"/>
              <a:headEnd type="none" w="med" len="med"/>
              <a:tailEnd type="none" w="med" len="med"/>
            </a:ln>
            <a:effectLst>
              <a:outerShdw blurRad="127000" dist="38100" dir="2700000" algn="tl" rotWithShape="0">
                <a:schemeClr val="accent3">
                  <a:alpha val="30000"/>
                </a:scheme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sym typeface="+mn-lt"/>
              </a:endParaRPr>
            </a:p>
          </p:txBody>
        </p:sp>
        <p:sp>
          <p:nvSpPr>
            <p:cNvPr id="13" name="宇神PPT-5-2"/>
            <p:cNvSpPr txBox="1"/>
            <p:nvPr/>
          </p:nvSpPr>
          <p:spPr>
            <a:xfrm>
              <a:off x="8538340" y="2816987"/>
              <a:ext cx="2249627" cy="461665"/>
            </a:xfrm>
            <a:prstGeom prst="rect">
              <a:avLst/>
            </a:prstGeom>
            <a:noFill/>
          </p:spPr>
          <p:txBody>
            <a:bodyPr wrap="square" rtlCol="0">
              <a:spAutoFit/>
            </a:bodyPr>
            <a:lstStyle>
              <a:defPPr>
                <a:defRPr lang="zh-CN"/>
              </a:defPPr>
              <a:lvl1pPr>
                <a:defRPr>
                  <a:solidFill>
                    <a:schemeClr val="bg1"/>
                  </a:solidFill>
                  <a:latin typeface="+mj-ea"/>
                  <a:ea typeface="+mj-ea"/>
                  <a:cs typeface="+mn-ea"/>
                </a:defRPr>
              </a:lvl1pPr>
            </a:lstStyle>
            <a:p>
              <a:pPr algn="r">
                <a:defRPr/>
              </a:pPr>
              <a:r>
                <a:rPr lang="zh-CN" altLang="en-US" sz="2400" kern="0" dirty="0">
                  <a:gradFill>
                    <a:gsLst>
                      <a:gs pos="0">
                        <a:schemeClr val="accent1"/>
                      </a:gs>
                      <a:gs pos="100000">
                        <a:schemeClr val="accent2"/>
                      </a:gs>
                    </a:gsLst>
                    <a:lin ang="2700000" scaled="1"/>
                  </a:gradFill>
                  <a:latin typeface="思源黑体 CN Bold" panose="020B0800000000000000" charset="-122"/>
                  <a:ea typeface="思源黑体 CN Bold" panose="020B0800000000000000" charset="-122"/>
                  <a:sym typeface="+mn-lt"/>
                </a:rPr>
                <a:t>记录现实生活</a:t>
              </a:r>
              <a:endParaRPr lang="zh-CN" altLang="en-US" sz="2400" kern="0" dirty="0">
                <a:gradFill>
                  <a:gsLst>
                    <a:gs pos="0">
                      <a:schemeClr val="accent1"/>
                    </a:gs>
                    <a:gs pos="100000">
                      <a:schemeClr val="accent2"/>
                    </a:gs>
                  </a:gsLst>
                  <a:lin ang="2700000" scaled="1"/>
                </a:gradFill>
                <a:latin typeface="思源黑体 CN Bold" panose="020B0800000000000000" charset="-122"/>
                <a:ea typeface="思源黑体 CN Bold" panose="020B0800000000000000" charset="-122"/>
                <a:sym typeface="+mn-lt"/>
              </a:endParaRPr>
            </a:p>
          </p:txBody>
        </p:sp>
        <p:sp>
          <p:nvSpPr>
            <p:cNvPr id="14" name="宇神PPT-5-3"/>
            <p:cNvSpPr txBox="1"/>
            <p:nvPr/>
          </p:nvSpPr>
          <p:spPr>
            <a:xfrm>
              <a:off x="6620015" y="3497093"/>
              <a:ext cx="4148455" cy="2414905"/>
            </a:xfrm>
            <a:prstGeom prst="rect">
              <a:avLst/>
            </a:prstGeom>
            <a:noFill/>
          </p:spPr>
          <p:txBody>
            <a:bodyPr wrap="square" rtlCol="0">
              <a:spAutoFit/>
            </a:bodyPr>
            <a:lstStyle/>
            <a:p>
              <a:pPr marL="285750" marR="0" lvl="0" indent="-285750" algn="r" defTabSz="914400" rtl="0" eaLnBrk="1" fontAlgn="auto" latinLnBrk="0" hangingPunct="1">
                <a:lnSpc>
                  <a:spcPct val="140000"/>
                </a:lnSpc>
                <a:spcBef>
                  <a:spcPts val="0"/>
                </a:spcBef>
                <a:spcAft>
                  <a:spcPts val="0"/>
                </a:spcAft>
                <a:buClrTx/>
                <a:buSzTx/>
                <a:buFont typeface="思源黑体 CN Bold" panose="020B0800000000000000" charset="-122"/>
                <a:buChar char="l"/>
                <a:defRPr/>
              </a:pPr>
              <a:r>
                <a:rPr kumimoji="0" lang="zh-CN" altLang="en-US" b="0" i="0" u="none" strike="noStrike" kern="1200" cap="none" spc="0" normalizeH="0" baseline="0" noProof="0" dirty="0">
                  <a:ln>
                    <a:noFill/>
                  </a:ln>
                  <a:solidFill>
                    <a:schemeClr val="tx1">
                      <a:lumMod val="85000"/>
                      <a:lumOff val="15000"/>
                    </a:schemeClr>
                  </a:solidFill>
                  <a:effectLst/>
                  <a:uLnTx/>
                  <a:uFillTx/>
                  <a:latin typeface="思源黑体 CN Light" panose="020B0300000000000000" pitchFamily="34" charset="-122"/>
                  <a:ea typeface="思源黑体 CN Light" panose="020B0300000000000000" pitchFamily="34" charset="-122"/>
                  <a:cs typeface="思源黑体 CN Light" panose="020B0300000000000000" pitchFamily="34" charset="-122"/>
                  <a:sym typeface="+mn-lt"/>
                </a:rPr>
                <a:t>其创作多取材于印度现实生活，反映出印度人民在殖民主义、封建制度、愚昧落后思想的重重压迫下的悲惨命运，描绘出在新思想的冲击下印度社会的变化及新一代的觉醒，同时也记载着他个人的精神探索历程。</a:t>
              </a:r>
              <a:endParaRPr kumimoji="0" lang="zh-CN" altLang="en-US" b="0" i="0" u="none" strike="noStrike" kern="1200" cap="none" spc="0" normalizeH="0" baseline="0" noProof="0" dirty="0">
                <a:ln>
                  <a:noFill/>
                </a:ln>
                <a:solidFill>
                  <a:schemeClr val="tx1">
                    <a:lumMod val="85000"/>
                    <a:lumOff val="15000"/>
                  </a:schemeClr>
                </a:solidFill>
                <a:effectLst/>
                <a:uLnTx/>
                <a:uFillTx/>
                <a:latin typeface="思源黑体 CN Light" panose="020B0300000000000000" pitchFamily="34" charset="-122"/>
                <a:ea typeface="思源黑体 CN Light" panose="020B0300000000000000" pitchFamily="34" charset="-122"/>
                <a:cs typeface="思源黑体 CN Light" panose="020B0300000000000000" pitchFamily="34" charset="-122"/>
                <a:sym typeface="+mn-lt"/>
              </a:endParaRPr>
            </a:p>
          </p:txBody>
        </p:sp>
        <p:cxnSp>
          <p:nvCxnSpPr>
            <p:cNvPr id="15" name="宇神PPT-5-4"/>
            <p:cNvCxnSpPr/>
            <p:nvPr/>
          </p:nvCxnSpPr>
          <p:spPr>
            <a:xfrm>
              <a:off x="7520458" y="3422112"/>
              <a:ext cx="3235085" cy="0"/>
            </a:xfrm>
            <a:prstGeom prst="line">
              <a:avLst/>
            </a:prstGeom>
            <a:ln w="6350" cap="flat" cmpd="sng" algn="ctr">
              <a:solidFill>
                <a:schemeClr val="accent1">
                  <a:lumMod val="90000"/>
                  <a:alpha val="84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宇神PPT-5-5"/>
            <p:cNvSpPr/>
            <p:nvPr/>
          </p:nvSpPr>
          <p:spPr>
            <a:xfrm>
              <a:off x="10497502" y="5496838"/>
              <a:ext cx="647962" cy="571433"/>
            </a:xfrm>
            <a:custGeom>
              <a:avLst/>
              <a:gdLst>
                <a:gd name="connsiteX0" fmla="*/ 1039481 w 1178693"/>
                <a:gd name="connsiteY0" fmla="*/ 0 h 1039481"/>
                <a:gd name="connsiteX1" fmla="*/ 1145762 w 1178693"/>
                <a:gd name="connsiteY1" fmla="*/ 5367 h 1039481"/>
                <a:gd name="connsiteX2" fmla="*/ 1178693 w 1178693"/>
                <a:gd name="connsiteY2" fmla="*/ 10393 h 1039481"/>
                <a:gd name="connsiteX3" fmla="*/ 1178693 w 1178693"/>
                <a:gd name="connsiteY3" fmla="*/ 942775 h 1039481"/>
                <a:gd name="connsiteX4" fmla="*/ 1081987 w 1178693"/>
                <a:gd name="connsiteY4" fmla="*/ 1039481 h 1039481"/>
                <a:gd name="connsiteX5" fmla="*/ 0 w 1178693"/>
                <a:gd name="connsiteY5" fmla="*/ 1039481 h 1039481"/>
                <a:gd name="connsiteX6" fmla="*/ 1039481 w 1178693"/>
                <a:gd name="connsiteY6" fmla="*/ 0 h 1039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8693" h="1039481">
                  <a:moveTo>
                    <a:pt x="1039481" y="0"/>
                  </a:moveTo>
                  <a:cubicBezTo>
                    <a:pt x="1075362" y="0"/>
                    <a:pt x="1110818" y="1818"/>
                    <a:pt x="1145762" y="5367"/>
                  </a:cubicBezTo>
                  <a:lnTo>
                    <a:pt x="1178693" y="10393"/>
                  </a:lnTo>
                  <a:lnTo>
                    <a:pt x="1178693" y="942775"/>
                  </a:lnTo>
                  <a:cubicBezTo>
                    <a:pt x="1178693" y="996184"/>
                    <a:pt x="1135396" y="1039481"/>
                    <a:pt x="1081987" y="1039481"/>
                  </a:cubicBezTo>
                  <a:lnTo>
                    <a:pt x="0" y="1039481"/>
                  </a:lnTo>
                  <a:cubicBezTo>
                    <a:pt x="0" y="465391"/>
                    <a:pt x="465391" y="0"/>
                    <a:pt x="1039481" y="0"/>
                  </a:cubicBezTo>
                  <a:close/>
                </a:path>
              </a:pathLst>
            </a:custGeom>
            <a:gradFill>
              <a:gsLst>
                <a:gs pos="0">
                  <a:schemeClr val="accent1"/>
                </a:gs>
                <a:gs pos="100000">
                  <a:schemeClr val="accent2"/>
                </a:gs>
              </a:gsLst>
              <a:lin ang="2700000" scaled="0"/>
            </a:gradFill>
            <a:ln w="12700" cap="flat" cmpd="sng" algn="ctr">
              <a:noFill/>
              <a:prstDash val="solid"/>
              <a:miter lim="800000"/>
              <a:headEnd type="none" w="med" len="med"/>
              <a:tailEnd type="none" w="med" len="med"/>
            </a:ln>
            <a:effectLst>
              <a:outerShdw blurRad="127000" dist="38100" dir="2700000" algn="tl" rotWithShape="0">
                <a:schemeClr val="accent1">
                  <a:alpha val="30000"/>
                </a:scheme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sym typeface="+mn-lt"/>
              </a:endParaRPr>
            </a:p>
          </p:txBody>
        </p:sp>
      </p:grpSp>
      <p:grpSp>
        <p:nvGrpSpPr>
          <p:cNvPr id="17" name="宇神PPT-6"/>
          <p:cNvGrpSpPr/>
          <p:nvPr/>
        </p:nvGrpSpPr>
        <p:grpSpPr>
          <a:xfrm>
            <a:off x="1020756" y="2657178"/>
            <a:ext cx="6097144" cy="3589718"/>
            <a:chOff x="1042022" y="2508049"/>
            <a:chExt cx="6097144" cy="3589718"/>
          </a:xfrm>
        </p:grpSpPr>
        <p:sp>
          <p:nvSpPr>
            <p:cNvPr id="18" name="宇神PPT-6-1"/>
            <p:cNvSpPr/>
            <p:nvPr/>
          </p:nvSpPr>
          <p:spPr>
            <a:xfrm>
              <a:off x="1042022" y="2508049"/>
              <a:ext cx="6097144" cy="3589718"/>
            </a:xfrm>
            <a:custGeom>
              <a:avLst/>
              <a:gdLst>
                <a:gd name="connsiteX0" fmla="*/ 72429 w 3907999"/>
                <a:gd name="connsiteY0" fmla="*/ 2 h 3395913"/>
                <a:gd name="connsiteX1" fmla="*/ 2391008 w 3907999"/>
                <a:gd name="connsiteY1" fmla="*/ 13809 h 3395913"/>
                <a:gd name="connsiteX2" fmla="*/ 2456328 w 3907999"/>
                <a:gd name="connsiteY2" fmla="*/ 56461 h 3395913"/>
                <a:gd name="connsiteX3" fmla="*/ 3901663 w 3907999"/>
                <a:gd name="connsiteY3" fmla="*/ 3294566 h 3395913"/>
                <a:gd name="connsiteX4" fmla="*/ 3835915 w 3907999"/>
                <a:gd name="connsiteY4" fmla="*/ 3395913 h 3395913"/>
                <a:gd name="connsiteX5" fmla="*/ 72000 w 3907999"/>
                <a:gd name="connsiteY5" fmla="*/ 3395913 h 3395913"/>
                <a:gd name="connsiteX6" fmla="*/ 0 w 3907999"/>
                <a:gd name="connsiteY6" fmla="*/ 3323913 h 3395913"/>
                <a:gd name="connsiteX7" fmla="*/ 0 w 3907999"/>
                <a:gd name="connsiteY7" fmla="*/ 72001 h 3395913"/>
                <a:gd name="connsiteX8" fmla="*/ 72429 w 3907999"/>
                <a:gd name="connsiteY8" fmla="*/ 2 h 339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7999" h="3395913">
                  <a:moveTo>
                    <a:pt x="72429" y="2"/>
                  </a:moveTo>
                  <a:lnTo>
                    <a:pt x="2391008" y="13809"/>
                  </a:lnTo>
                  <a:cubicBezTo>
                    <a:pt x="2419269" y="13977"/>
                    <a:pt x="2444808" y="30654"/>
                    <a:pt x="2456328" y="56461"/>
                  </a:cubicBezTo>
                  <a:lnTo>
                    <a:pt x="3901663" y="3294566"/>
                  </a:lnTo>
                  <a:cubicBezTo>
                    <a:pt x="3922924" y="3342199"/>
                    <a:pt x="3888078" y="3395913"/>
                    <a:pt x="3835915" y="3395913"/>
                  </a:cubicBezTo>
                  <a:lnTo>
                    <a:pt x="72000" y="3395913"/>
                  </a:lnTo>
                  <a:cubicBezTo>
                    <a:pt x="32256" y="3395913"/>
                    <a:pt x="0" y="3363657"/>
                    <a:pt x="0" y="3323913"/>
                  </a:cubicBezTo>
                  <a:lnTo>
                    <a:pt x="0" y="72001"/>
                  </a:lnTo>
                  <a:cubicBezTo>
                    <a:pt x="0" y="32092"/>
                    <a:pt x="32521" y="-235"/>
                    <a:pt x="72429" y="2"/>
                  </a:cubicBezTo>
                </a:path>
              </a:pathLst>
            </a:custGeom>
            <a:gradFill>
              <a:gsLst>
                <a:gs pos="0">
                  <a:schemeClr val="accent1"/>
                </a:gs>
                <a:gs pos="100000">
                  <a:schemeClr val="accent2"/>
                </a:gs>
              </a:gsLst>
              <a:lin ang="2700000" scaled="0"/>
            </a:gradFill>
            <a:ln w="12700" cap="flat" cmpd="sng" algn="ctr">
              <a:noFill/>
              <a:prstDash val="solid"/>
              <a:miter lim="800000"/>
            </a:ln>
            <a:effectLst>
              <a:outerShdw blurRad="127000" dist="38100" dir="2700000" algn="tl" rotWithShape="0">
                <a:schemeClr val="accent2">
                  <a:alpha val="30000"/>
                </a:scheme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sym typeface="+mn-lt"/>
              </a:endParaRPr>
            </a:p>
          </p:txBody>
        </p:sp>
        <p:sp>
          <p:nvSpPr>
            <p:cNvPr id="19" name="宇神PPT-6-2"/>
            <p:cNvSpPr txBox="1"/>
            <p:nvPr/>
          </p:nvSpPr>
          <p:spPr>
            <a:xfrm>
              <a:off x="1346985" y="2858923"/>
              <a:ext cx="224962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chemeClr val="accent1">
                      <a:lumMod val="781"/>
                      <a:lumOff val="99219"/>
                    </a:schemeClr>
                  </a:solidFill>
                  <a:effectLst>
                    <a:outerShdw blurRad="38100" dist="38100" dir="2700000" algn="tl">
                      <a:schemeClr val="accent1">
                        <a:lumMod val="0"/>
                        <a:alpha val="43137"/>
                      </a:schemeClr>
                    </a:outerShdw>
                  </a:effectLst>
                  <a:uLnTx/>
                  <a:uFillTx/>
                  <a:latin typeface="思源黑体 CN Bold" panose="020B0800000000000000" charset="-122"/>
                  <a:ea typeface="思源黑体 CN Bold" panose="020B0800000000000000" charset="-122"/>
                  <a:cs typeface="思源黑体 CN Light" panose="020B0300000000000000" pitchFamily="34" charset="-122"/>
                  <a:sym typeface="+mn-lt"/>
                </a:rPr>
                <a:t>种姓制度</a:t>
              </a:r>
              <a:endParaRPr kumimoji="0" lang="zh-CN" altLang="en-US" sz="2400" b="0" i="0" u="none" strike="noStrike" kern="1200" cap="none" spc="0" normalizeH="0" baseline="0" noProof="0" dirty="0">
                <a:ln>
                  <a:noFill/>
                </a:ln>
                <a:solidFill>
                  <a:schemeClr val="accent1">
                    <a:lumMod val="781"/>
                    <a:lumOff val="99219"/>
                  </a:schemeClr>
                </a:solidFill>
                <a:effectLst>
                  <a:outerShdw blurRad="38100" dist="38100" dir="2700000" algn="tl">
                    <a:schemeClr val="accent1">
                      <a:lumMod val="0"/>
                      <a:alpha val="43137"/>
                    </a:schemeClr>
                  </a:outerShdw>
                </a:effectLst>
                <a:uLnTx/>
                <a:uFillTx/>
                <a:latin typeface="思源黑体 CN Bold" panose="020B0800000000000000" charset="-122"/>
                <a:ea typeface="思源黑体 CN Bold" panose="020B0800000000000000" charset="-122"/>
                <a:cs typeface="思源黑体 CN Light" panose="020B0300000000000000" pitchFamily="34" charset="-122"/>
                <a:sym typeface="+mn-lt"/>
              </a:endParaRPr>
            </a:p>
          </p:txBody>
        </p:sp>
        <p:sp>
          <p:nvSpPr>
            <p:cNvPr id="20" name="宇神PPT-6-3"/>
            <p:cNvSpPr txBox="1"/>
            <p:nvPr/>
          </p:nvSpPr>
          <p:spPr>
            <a:xfrm>
              <a:off x="1400797" y="3523414"/>
              <a:ext cx="3509010" cy="2414905"/>
            </a:xfrm>
            <a:prstGeom prst="rect">
              <a:avLst/>
            </a:prstGeom>
            <a:noFill/>
          </p:spPr>
          <p:txBody>
            <a:bodyPr wrap="square" rtlCol="0">
              <a:spAutoFit/>
            </a:bodyPr>
            <a:lstStyle/>
            <a:p>
              <a:pPr marL="285750" marR="0" lvl="0" indent="-285750" algn="l" defTabSz="914400" rtl="0" eaLnBrk="1" fontAlgn="auto" latinLnBrk="0" hangingPunct="1">
                <a:lnSpc>
                  <a:spcPct val="140000"/>
                </a:lnSpc>
                <a:spcBef>
                  <a:spcPts val="0"/>
                </a:spcBef>
                <a:spcAft>
                  <a:spcPts val="0"/>
                </a:spcAft>
                <a:buClrTx/>
                <a:buSzTx/>
                <a:buFont typeface="思源黑体 CN Bold" panose="020B0800000000000000" charset="-122"/>
                <a:buChar char="l"/>
                <a:defRPr/>
              </a:pPr>
              <a:r>
                <a:rPr kumimoji="0" lang="zh-CN" altLang="en-US" b="0" i="0" u="none" strike="noStrike" kern="1200" cap="none" spc="0" normalizeH="0" baseline="0" noProof="0" dirty="0">
                  <a:ln>
                    <a:noFill/>
                  </a:ln>
                  <a:solidFill>
                    <a:schemeClr val="accent1">
                      <a:lumMod val="781"/>
                      <a:lumOff val="99219"/>
                    </a:schemeClr>
                  </a:solidFill>
                  <a:effectLst>
                    <a:outerShdw blurRad="38100" dist="38100" dir="2700000" algn="tl">
                      <a:schemeClr val="accent1">
                        <a:lumMod val="0"/>
                        <a:alpha val="43137"/>
                      </a:schemeClr>
                    </a:outerShdw>
                  </a:effectLst>
                  <a:uLnTx/>
                  <a:uFillTx/>
                  <a:latin typeface="思源黑体 CN Light" panose="020B0300000000000000" pitchFamily="34" charset="-122"/>
                  <a:ea typeface="思源黑体 CN Light" panose="020B0300000000000000" pitchFamily="34" charset="-122"/>
                  <a:cs typeface="思源黑体 CN Light" panose="020B0300000000000000" pitchFamily="34" charset="-122"/>
                  <a:sym typeface="+mn-lt"/>
                </a:rPr>
                <a:t>他的作品反映了印度人民在帝国主义和封建种姓制度压迫下要求改变自己命运的强烈愿望，描写了他们不屈不挠的反抗斗争，充满了鲜明的爱国主义和民主主义精神。 </a:t>
              </a:r>
              <a:endParaRPr kumimoji="0" lang="zh-CN" altLang="en-US" b="0" i="0" u="none" strike="noStrike" kern="1200" cap="none" spc="0" normalizeH="0" baseline="0" noProof="0" dirty="0">
                <a:ln>
                  <a:noFill/>
                </a:ln>
                <a:solidFill>
                  <a:schemeClr val="accent1">
                    <a:lumMod val="781"/>
                    <a:lumOff val="99219"/>
                  </a:schemeClr>
                </a:solidFill>
                <a:effectLst>
                  <a:outerShdw blurRad="38100" dist="38100" dir="2700000" algn="tl">
                    <a:schemeClr val="accent1">
                      <a:lumMod val="0"/>
                      <a:alpha val="43137"/>
                    </a:schemeClr>
                  </a:outerShdw>
                </a:effectLst>
                <a:uLnTx/>
                <a:uFillTx/>
                <a:latin typeface="思源黑体 CN Light" panose="020B0300000000000000" pitchFamily="34" charset="-122"/>
                <a:ea typeface="思源黑体 CN Light" panose="020B0300000000000000" pitchFamily="34" charset="-122"/>
                <a:cs typeface="思源黑体 CN Light" panose="020B0300000000000000" pitchFamily="34" charset="-122"/>
                <a:sym typeface="+mn-lt"/>
              </a:endParaRPr>
            </a:p>
          </p:txBody>
        </p:sp>
        <p:cxnSp>
          <p:nvCxnSpPr>
            <p:cNvPr id="21" name="宇神PPT-6-4"/>
            <p:cNvCxnSpPr/>
            <p:nvPr/>
          </p:nvCxnSpPr>
          <p:spPr>
            <a:xfrm>
              <a:off x="1400415" y="3422112"/>
              <a:ext cx="3235085" cy="0"/>
            </a:xfrm>
            <a:prstGeom prst="line">
              <a:avLst/>
            </a:prstGeom>
            <a:ln w="6350" cap="flat" cmpd="sng" algn="ctr">
              <a:solidFill>
                <a:schemeClr val="bg1">
                  <a:alpha val="84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宇神PPT-6-5"/>
            <p:cNvSpPr/>
            <p:nvPr/>
          </p:nvSpPr>
          <p:spPr>
            <a:xfrm rot="10800000">
              <a:off x="1052867" y="2515327"/>
              <a:ext cx="647962" cy="571433"/>
            </a:xfrm>
            <a:custGeom>
              <a:avLst/>
              <a:gdLst>
                <a:gd name="connsiteX0" fmla="*/ 1039481 w 1178693"/>
                <a:gd name="connsiteY0" fmla="*/ 0 h 1039481"/>
                <a:gd name="connsiteX1" fmla="*/ 1145762 w 1178693"/>
                <a:gd name="connsiteY1" fmla="*/ 5367 h 1039481"/>
                <a:gd name="connsiteX2" fmla="*/ 1178693 w 1178693"/>
                <a:gd name="connsiteY2" fmla="*/ 10393 h 1039481"/>
                <a:gd name="connsiteX3" fmla="*/ 1178693 w 1178693"/>
                <a:gd name="connsiteY3" fmla="*/ 942775 h 1039481"/>
                <a:gd name="connsiteX4" fmla="*/ 1081987 w 1178693"/>
                <a:gd name="connsiteY4" fmla="*/ 1039481 h 1039481"/>
                <a:gd name="connsiteX5" fmla="*/ 0 w 1178693"/>
                <a:gd name="connsiteY5" fmla="*/ 1039481 h 1039481"/>
                <a:gd name="connsiteX6" fmla="*/ 1039481 w 1178693"/>
                <a:gd name="connsiteY6" fmla="*/ 0 h 1039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8693" h="1039481">
                  <a:moveTo>
                    <a:pt x="1039481" y="0"/>
                  </a:moveTo>
                  <a:cubicBezTo>
                    <a:pt x="1075362" y="0"/>
                    <a:pt x="1110818" y="1818"/>
                    <a:pt x="1145762" y="5367"/>
                  </a:cubicBezTo>
                  <a:lnTo>
                    <a:pt x="1178693" y="10393"/>
                  </a:lnTo>
                  <a:lnTo>
                    <a:pt x="1178693" y="942775"/>
                  </a:lnTo>
                  <a:cubicBezTo>
                    <a:pt x="1178693" y="996184"/>
                    <a:pt x="1135396" y="1039481"/>
                    <a:pt x="1081987" y="1039481"/>
                  </a:cubicBezTo>
                  <a:lnTo>
                    <a:pt x="0" y="1039481"/>
                  </a:lnTo>
                  <a:cubicBezTo>
                    <a:pt x="0" y="465391"/>
                    <a:pt x="465391" y="0"/>
                    <a:pt x="1039481" y="0"/>
                  </a:cubicBezTo>
                  <a:close/>
                </a:path>
              </a:pathLst>
            </a:custGeom>
            <a:solidFill>
              <a:schemeClr val="accent1">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Light" panose="020B0300000000000000" pitchFamily="34" charset="-122"/>
                <a:ea typeface="思源黑体 CN Light" panose="020B0300000000000000" pitchFamily="34" charset="-122"/>
                <a:cs typeface="思源黑体 CN Light" panose="020B0300000000000000" pitchFamily="34" charset="-122"/>
                <a:sym typeface="+mn-lt"/>
              </a:endParaRPr>
            </a:p>
          </p:txBody>
        </p:sp>
      </p:grpSp>
      <p:grpSp>
        <p:nvGrpSpPr>
          <p:cNvPr id="27" name="宇神PPT-7"/>
          <p:cNvGrpSpPr/>
          <p:nvPr/>
        </p:nvGrpSpPr>
        <p:grpSpPr>
          <a:xfrm>
            <a:off x="3517900" y="1403796"/>
            <a:ext cx="5156200" cy="773704"/>
            <a:chOff x="3517900" y="1403796"/>
            <a:chExt cx="5156200" cy="773704"/>
          </a:xfrm>
        </p:grpSpPr>
        <p:sp>
          <p:nvSpPr>
            <p:cNvPr id="30" name="宇神PPT-7-1"/>
            <p:cNvSpPr txBox="1"/>
            <p:nvPr/>
          </p:nvSpPr>
          <p:spPr>
            <a:xfrm>
              <a:off x="3517900" y="1403796"/>
              <a:ext cx="5156200" cy="646331"/>
            </a:xfrm>
            <a:prstGeom prst="rect">
              <a:avLst/>
            </a:prstGeom>
            <a:noFill/>
          </p:spPr>
          <p:txBody>
            <a:bodyPr wrap="square" rtlCol="0">
              <a:spAutoFit/>
            </a:bodyPr>
            <a:lstStyle/>
            <a:p>
              <a:pPr algn="ctr">
                <a:defRPr/>
              </a:pPr>
              <a:r>
                <a:rPr lang="zh-CN" altLang="en-US" sz="3600" kern="0" dirty="0">
                  <a:gradFill>
                    <a:gsLst>
                      <a:gs pos="0">
                        <a:schemeClr val="accent1"/>
                      </a:gs>
                      <a:gs pos="100000">
                        <a:schemeClr val="accent2"/>
                      </a:gs>
                    </a:gsLst>
                    <a:lin ang="2700000" scaled="1"/>
                  </a:gradFill>
                  <a:latin typeface="思源黑体 CN Bold" panose="020B0800000000000000" charset="-122"/>
                  <a:ea typeface="思源黑体 CN Bold" panose="020B0800000000000000" charset="-122"/>
                  <a:sym typeface="+mn-lt"/>
                </a:rPr>
                <a:t>爱国主义</a:t>
              </a:r>
              <a:endParaRPr lang="zh-CN" altLang="en-US" sz="3600" kern="0" dirty="0">
                <a:gradFill>
                  <a:gsLst>
                    <a:gs pos="0">
                      <a:schemeClr val="accent1"/>
                    </a:gs>
                    <a:gs pos="100000">
                      <a:schemeClr val="accent2"/>
                    </a:gs>
                  </a:gsLst>
                  <a:lin ang="2700000" scaled="1"/>
                </a:gradFill>
                <a:latin typeface="思源黑体 CN Bold" panose="020B0800000000000000" charset="-122"/>
                <a:ea typeface="思源黑体 CN Bold" panose="020B0800000000000000" charset="-122"/>
                <a:sym typeface="+mn-lt"/>
              </a:endParaRPr>
            </a:p>
          </p:txBody>
        </p:sp>
        <p:cxnSp>
          <p:nvCxnSpPr>
            <p:cNvPr id="32" name="宇神PPT-7-2"/>
            <p:cNvCxnSpPr/>
            <p:nvPr/>
          </p:nvCxnSpPr>
          <p:spPr>
            <a:xfrm>
              <a:off x="5460906" y="2177500"/>
              <a:ext cx="1270189" cy="0"/>
            </a:xfrm>
            <a:prstGeom prst="line">
              <a:avLst/>
            </a:prstGeom>
            <a:ln w="76200" cap="rnd" cmpd="sng" algn="ctr">
              <a:solidFill>
                <a:schemeClr val="accent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宇神PPT-4"/>
          <p:cNvGrpSpPr/>
          <p:nvPr/>
        </p:nvGrpSpPr>
        <p:grpSpPr>
          <a:xfrm>
            <a:off x="472301" y="173243"/>
            <a:ext cx="3459398" cy="888582"/>
            <a:chOff x="7655386" y="2597410"/>
            <a:chExt cx="3459398" cy="888582"/>
          </a:xfrm>
        </p:grpSpPr>
        <p:grpSp>
          <p:nvGrpSpPr>
            <p:cNvPr id="5" name="组合 4"/>
            <p:cNvGrpSpPr/>
            <p:nvPr/>
          </p:nvGrpSpPr>
          <p:grpSpPr>
            <a:xfrm>
              <a:off x="8732602" y="2597410"/>
              <a:ext cx="2382182" cy="888582"/>
              <a:chOff x="8732602" y="2597410"/>
              <a:chExt cx="2382182" cy="888582"/>
            </a:xfrm>
          </p:grpSpPr>
          <p:sp>
            <p:nvSpPr>
              <p:cNvPr id="31" name="宇神PPT-4-1"/>
              <p:cNvSpPr txBox="1"/>
              <p:nvPr/>
            </p:nvSpPr>
            <p:spPr>
              <a:xfrm>
                <a:off x="8732602" y="2597410"/>
                <a:ext cx="848309" cy="769441"/>
              </a:xfrm>
              <a:prstGeom prst="rect">
                <a:avLst/>
              </a:prstGeom>
              <a:noFill/>
            </p:spPr>
            <p:txBody>
              <a:bodyPr wrap="none" rtlCol="0">
                <a:spAutoFit/>
              </a:bodyPr>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思源黑体 CN Bold" panose="020B0800000000000000" charset="-122"/>
                  </a:rPr>
                  <a:t>02</a:t>
                </a:r>
                <a:endParaRPr kumimoji="0" lang="zh-CN" altLang="en-US" sz="4400" b="0" i="0" u="none" strike="noStrike" kern="120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6" name="宇神PPT-4-2"/>
              <p:cNvSpPr txBox="1"/>
              <p:nvPr/>
            </p:nvSpPr>
            <p:spPr>
              <a:xfrm>
                <a:off x="8811081" y="3210402"/>
                <a:ext cx="2303703" cy="275590"/>
              </a:xfrm>
              <a:prstGeom prst="rect">
                <a:avLst/>
              </a:prstGeom>
              <a:noFill/>
            </p:spPr>
            <p:txBody>
              <a:bodyPr wrap="square" rtlCol="0">
                <a:spAutoFit/>
              </a:bodyPr>
              <a:p>
                <a:pPr marL="0" marR="0" lvl="0" indent="0" algn="dist"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lumMod val="50000"/>
                        <a:lumOff val="50000"/>
                      </a:schemeClr>
                    </a:solidFill>
                    <a:uLnTx/>
                    <a:uFillTx/>
                    <a:latin typeface="思源黑体 CN Light" panose="020B0300000000000000" pitchFamily="34" charset="-122"/>
                    <a:ea typeface="思源黑体 CN Light" panose="020B0300000000000000" pitchFamily="34" charset="-122"/>
                    <a:cs typeface="+mn-ea"/>
                    <a:sym typeface="+mn-lt"/>
                  </a:rPr>
                  <a:t>CREATIVE FEATURES</a:t>
                </a:r>
                <a:endParaRPr kumimoji="0" lang="en-US" altLang="zh-CN" sz="1200" b="0" i="0" u="none" strike="noStrike" kern="1200" cap="none" spc="0" normalizeH="0" baseline="0" noProof="0" dirty="0">
                  <a:ln>
                    <a:noFill/>
                  </a:ln>
                  <a:solidFill>
                    <a:schemeClr val="tx1">
                      <a:lumMod val="50000"/>
                      <a:lumOff val="50000"/>
                    </a:schemeClr>
                  </a:solidFill>
                  <a:uLnTx/>
                  <a:uFillTx/>
                  <a:latin typeface="思源黑体 CN Light" panose="020B0300000000000000" pitchFamily="34" charset="-122"/>
                  <a:ea typeface="思源黑体 CN Light" panose="020B0300000000000000" pitchFamily="34" charset="-122"/>
                  <a:cs typeface="+mn-ea"/>
                  <a:sym typeface="+mn-lt"/>
                </a:endParaRPr>
              </a:p>
            </p:txBody>
          </p:sp>
          <p:sp>
            <p:nvSpPr>
              <p:cNvPr id="33" name="宇神PPT-4-3"/>
              <p:cNvSpPr txBox="1"/>
              <p:nvPr/>
            </p:nvSpPr>
            <p:spPr>
              <a:xfrm>
                <a:off x="9691527" y="2754686"/>
                <a:ext cx="1402080" cy="460375"/>
              </a:xfrm>
              <a:prstGeom prst="rect">
                <a:avLst/>
              </a:prstGeom>
              <a:noFill/>
            </p:spPr>
            <p:txBody>
              <a:bodyPr wrap="none" rtlCol="0">
                <a:spAutoFit/>
              </a:bodyPr>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mn-ea"/>
                    <a:sym typeface="+mn-lt"/>
                  </a:rPr>
                  <a:t>创作特色</a:t>
                </a:r>
                <a:endParaRPr kumimoji="0" lang="zh-CN" altLang="en-US" sz="2400" b="0" i="0" u="none" strike="noStrike" kern="120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mn-ea"/>
                  <a:sym typeface="+mn-lt"/>
                </a:endParaRPr>
              </a:p>
            </p:txBody>
          </p:sp>
        </p:grpSp>
        <p:grpSp>
          <p:nvGrpSpPr>
            <p:cNvPr id="28" name="组合 27"/>
            <p:cNvGrpSpPr/>
            <p:nvPr/>
          </p:nvGrpSpPr>
          <p:grpSpPr>
            <a:xfrm>
              <a:off x="7655386" y="2631890"/>
              <a:ext cx="821030" cy="821030"/>
              <a:chOff x="7655386" y="2666371"/>
              <a:chExt cx="821030" cy="821030"/>
            </a:xfrm>
          </p:grpSpPr>
          <p:sp>
            <p:nvSpPr>
              <p:cNvPr id="29" name="宇神PPT-4-4"/>
              <p:cNvSpPr/>
              <p:nvPr/>
            </p:nvSpPr>
            <p:spPr>
              <a:xfrm>
                <a:off x="7833587" y="2844573"/>
                <a:ext cx="464628" cy="464626"/>
              </a:xfrm>
              <a:custGeom>
                <a:avLst/>
                <a:gdLst>
                  <a:gd name="T0" fmla="*/ 9715 w 10362"/>
                  <a:gd name="T1" fmla="*/ 6476 h 10361"/>
                  <a:gd name="T2" fmla="*/ 9087 w 10362"/>
                  <a:gd name="T3" fmla="*/ 6476 h 10361"/>
                  <a:gd name="T4" fmla="*/ 9087 w 10362"/>
                  <a:gd name="T5" fmla="*/ 4857 h 10361"/>
                  <a:gd name="T6" fmla="*/ 8845 w 10362"/>
                  <a:gd name="T7" fmla="*/ 4615 h 10361"/>
                  <a:gd name="T8" fmla="*/ 5424 w 10362"/>
                  <a:gd name="T9" fmla="*/ 4615 h 10361"/>
                  <a:gd name="T10" fmla="*/ 5424 w 10362"/>
                  <a:gd name="T11" fmla="*/ 3886 h 10361"/>
                  <a:gd name="T12" fmla="*/ 6476 w 10362"/>
                  <a:gd name="T13" fmla="*/ 3886 h 10361"/>
                  <a:gd name="T14" fmla="*/ 7124 w 10362"/>
                  <a:gd name="T15" fmla="*/ 3239 h 10361"/>
                  <a:gd name="T16" fmla="*/ 7124 w 10362"/>
                  <a:gd name="T17" fmla="*/ 647 h 10361"/>
                  <a:gd name="T18" fmla="*/ 6476 w 10362"/>
                  <a:gd name="T19" fmla="*/ 0 h 10361"/>
                  <a:gd name="T20" fmla="*/ 3886 w 10362"/>
                  <a:gd name="T21" fmla="*/ 0 h 10361"/>
                  <a:gd name="T22" fmla="*/ 3239 w 10362"/>
                  <a:gd name="T23" fmla="*/ 647 h 10361"/>
                  <a:gd name="T24" fmla="*/ 3239 w 10362"/>
                  <a:gd name="T25" fmla="*/ 3237 h 10361"/>
                  <a:gd name="T26" fmla="*/ 3886 w 10362"/>
                  <a:gd name="T27" fmla="*/ 3885 h 10361"/>
                  <a:gd name="T28" fmla="*/ 4939 w 10362"/>
                  <a:gd name="T29" fmla="*/ 3885 h 10361"/>
                  <a:gd name="T30" fmla="*/ 4939 w 10362"/>
                  <a:gd name="T31" fmla="*/ 4614 h 10361"/>
                  <a:gd name="T32" fmla="*/ 1519 w 10362"/>
                  <a:gd name="T33" fmla="*/ 4614 h 10361"/>
                  <a:gd name="T34" fmla="*/ 1276 w 10362"/>
                  <a:gd name="T35" fmla="*/ 4856 h 10361"/>
                  <a:gd name="T36" fmla="*/ 1276 w 10362"/>
                  <a:gd name="T37" fmla="*/ 6475 h 10361"/>
                  <a:gd name="T38" fmla="*/ 647 w 10362"/>
                  <a:gd name="T39" fmla="*/ 6475 h 10361"/>
                  <a:gd name="T40" fmla="*/ 0 w 10362"/>
                  <a:gd name="T41" fmla="*/ 7122 h 10361"/>
                  <a:gd name="T42" fmla="*/ 0 w 10362"/>
                  <a:gd name="T43" fmla="*/ 9712 h 10361"/>
                  <a:gd name="T44" fmla="*/ 647 w 10362"/>
                  <a:gd name="T45" fmla="*/ 10360 h 10361"/>
                  <a:gd name="T46" fmla="*/ 3237 w 10362"/>
                  <a:gd name="T47" fmla="*/ 10360 h 10361"/>
                  <a:gd name="T48" fmla="*/ 3885 w 10362"/>
                  <a:gd name="T49" fmla="*/ 9712 h 10361"/>
                  <a:gd name="T50" fmla="*/ 3885 w 10362"/>
                  <a:gd name="T51" fmla="*/ 7124 h 10361"/>
                  <a:gd name="T52" fmla="*/ 3237 w 10362"/>
                  <a:gd name="T53" fmla="*/ 6476 h 10361"/>
                  <a:gd name="T54" fmla="*/ 1761 w 10362"/>
                  <a:gd name="T55" fmla="*/ 6476 h 10361"/>
                  <a:gd name="T56" fmla="*/ 1761 w 10362"/>
                  <a:gd name="T57" fmla="*/ 5100 h 10361"/>
                  <a:gd name="T58" fmla="*/ 8602 w 10362"/>
                  <a:gd name="T59" fmla="*/ 5100 h 10361"/>
                  <a:gd name="T60" fmla="*/ 8602 w 10362"/>
                  <a:gd name="T61" fmla="*/ 6476 h 10361"/>
                  <a:gd name="T62" fmla="*/ 7124 w 10362"/>
                  <a:gd name="T63" fmla="*/ 6476 h 10361"/>
                  <a:gd name="T64" fmla="*/ 6476 w 10362"/>
                  <a:gd name="T65" fmla="*/ 7124 h 10361"/>
                  <a:gd name="T66" fmla="*/ 6476 w 10362"/>
                  <a:gd name="T67" fmla="*/ 9713 h 10361"/>
                  <a:gd name="T68" fmla="*/ 7124 w 10362"/>
                  <a:gd name="T69" fmla="*/ 10361 h 10361"/>
                  <a:gd name="T70" fmla="*/ 9713 w 10362"/>
                  <a:gd name="T71" fmla="*/ 10361 h 10361"/>
                  <a:gd name="T72" fmla="*/ 10361 w 10362"/>
                  <a:gd name="T73" fmla="*/ 9713 h 10361"/>
                  <a:gd name="T74" fmla="*/ 10361 w 10362"/>
                  <a:gd name="T75" fmla="*/ 7124 h 10361"/>
                  <a:gd name="T76" fmla="*/ 9715 w 10362"/>
                  <a:gd name="T77" fmla="*/ 6476 h 10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362" h="10361">
                    <a:moveTo>
                      <a:pt x="9715" y="6476"/>
                    </a:moveTo>
                    <a:lnTo>
                      <a:pt x="9087" y="6476"/>
                    </a:lnTo>
                    <a:lnTo>
                      <a:pt x="9087" y="4857"/>
                    </a:lnTo>
                    <a:cubicBezTo>
                      <a:pt x="9087" y="4724"/>
                      <a:pt x="8979" y="4615"/>
                      <a:pt x="8845" y="4615"/>
                    </a:cubicBezTo>
                    <a:lnTo>
                      <a:pt x="5424" y="4615"/>
                    </a:lnTo>
                    <a:lnTo>
                      <a:pt x="5424" y="3886"/>
                    </a:lnTo>
                    <a:lnTo>
                      <a:pt x="6476" y="3886"/>
                    </a:lnTo>
                    <a:cubicBezTo>
                      <a:pt x="6834" y="3886"/>
                      <a:pt x="7124" y="3596"/>
                      <a:pt x="7124" y="3239"/>
                    </a:cubicBezTo>
                    <a:lnTo>
                      <a:pt x="7124" y="647"/>
                    </a:lnTo>
                    <a:cubicBezTo>
                      <a:pt x="7124" y="290"/>
                      <a:pt x="6833" y="0"/>
                      <a:pt x="6476" y="0"/>
                    </a:cubicBezTo>
                    <a:lnTo>
                      <a:pt x="3886" y="0"/>
                    </a:lnTo>
                    <a:cubicBezTo>
                      <a:pt x="3528" y="0"/>
                      <a:pt x="3239" y="290"/>
                      <a:pt x="3239" y="647"/>
                    </a:cubicBezTo>
                    <a:lnTo>
                      <a:pt x="3239" y="3237"/>
                    </a:lnTo>
                    <a:cubicBezTo>
                      <a:pt x="3239" y="3595"/>
                      <a:pt x="3528" y="3885"/>
                      <a:pt x="3886" y="3885"/>
                    </a:cubicBezTo>
                    <a:lnTo>
                      <a:pt x="4939" y="3885"/>
                    </a:lnTo>
                    <a:lnTo>
                      <a:pt x="4939" y="4614"/>
                    </a:lnTo>
                    <a:lnTo>
                      <a:pt x="1519" y="4614"/>
                    </a:lnTo>
                    <a:cubicBezTo>
                      <a:pt x="1385" y="4614"/>
                      <a:pt x="1276" y="4722"/>
                      <a:pt x="1276" y="4856"/>
                    </a:cubicBezTo>
                    <a:lnTo>
                      <a:pt x="1276" y="6475"/>
                    </a:lnTo>
                    <a:lnTo>
                      <a:pt x="647" y="6475"/>
                    </a:lnTo>
                    <a:cubicBezTo>
                      <a:pt x="290" y="6475"/>
                      <a:pt x="0" y="6765"/>
                      <a:pt x="0" y="7122"/>
                    </a:cubicBezTo>
                    <a:lnTo>
                      <a:pt x="0" y="9712"/>
                    </a:lnTo>
                    <a:cubicBezTo>
                      <a:pt x="0" y="10070"/>
                      <a:pt x="290" y="10360"/>
                      <a:pt x="647" y="10360"/>
                    </a:cubicBezTo>
                    <a:lnTo>
                      <a:pt x="3237" y="10360"/>
                    </a:lnTo>
                    <a:cubicBezTo>
                      <a:pt x="3595" y="10360"/>
                      <a:pt x="3885" y="10070"/>
                      <a:pt x="3885" y="9712"/>
                    </a:cubicBezTo>
                    <a:lnTo>
                      <a:pt x="3885" y="7124"/>
                    </a:lnTo>
                    <a:cubicBezTo>
                      <a:pt x="3885" y="6766"/>
                      <a:pt x="3595" y="6476"/>
                      <a:pt x="3237" y="6476"/>
                    </a:cubicBezTo>
                    <a:lnTo>
                      <a:pt x="1761" y="6476"/>
                    </a:lnTo>
                    <a:lnTo>
                      <a:pt x="1761" y="5100"/>
                    </a:lnTo>
                    <a:lnTo>
                      <a:pt x="8602" y="5100"/>
                    </a:lnTo>
                    <a:lnTo>
                      <a:pt x="8602" y="6476"/>
                    </a:lnTo>
                    <a:lnTo>
                      <a:pt x="7124" y="6476"/>
                    </a:lnTo>
                    <a:cubicBezTo>
                      <a:pt x="6766" y="6476"/>
                      <a:pt x="6476" y="6766"/>
                      <a:pt x="6476" y="7124"/>
                    </a:cubicBezTo>
                    <a:lnTo>
                      <a:pt x="6476" y="9713"/>
                    </a:lnTo>
                    <a:cubicBezTo>
                      <a:pt x="6476" y="10071"/>
                      <a:pt x="6766" y="10361"/>
                      <a:pt x="7124" y="10361"/>
                    </a:cubicBezTo>
                    <a:lnTo>
                      <a:pt x="9713" y="10361"/>
                    </a:lnTo>
                    <a:cubicBezTo>
                      <a:pt x="10071" y="10361"/>
                      <a:pt x="10361" y="10071"/>
                      <a:pt x="10361" y="9713"/>
                    </a:cubicBezTo>
                    <a:lnTo>
                      <a:pt x="10361" y="7124"/>
                    </a:lnTo>
                    <a:cubicBezTo>
                      <a:pt x="10362" y="6766"/>
                      <a:pt x="10072" y="6476"/>
                      <a:pt x="9715" y="6476"/>
                    </a:cubicBezTo>
                    <a:close/>
                  </a:path>
                </a:pathLst>
              </a:custGeom>
              <a:solidFill>
                <a:schemeClr val="tx1">
                  <a:lumMod val="50000"/>
                  <a:lumOff val="5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9" name="宇神PPT-4-5"/>
              <p:cNvSpPr/>
              <p:nvPr/>
            </p:nvSpPr>
            <p:spPr>
              <a:xfrm>
                <a:off x="7655386" y="2666371"/>
                <a:ext cx="821030" cy="821030"/>
              </a:xfrm>
              <a:prstGeom prst="ellipse">
                <a:avLst/>
              </a:prstGeom>
              <a:noFill/>
              <a:ln w="19050" cap="flat" cmpd="sng" algn="ctr">
                <a:solidFill>
                  <a:schemeClr val="tx1">
                    <a:lumMod val="50000"/>
                    <a:lumOff val="5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50000"/>
                      <a:lumOff val="50000"/>
                    </a:schemeClr>
                  </a:solidFill>
                </a:endParaRPr>
              </a:p>
            </p:txBody>
          </p:sp>
        </p:grpSp>
      </p:grpSp>
      <p:sp>
        <p:nvSpPr>
          <p:cNvPr id="34" name="宇神PPT-5"/>
          <p:cNvSpPr/>
          <p:nvPr/>
        </p:nvSpPr>
        <p:spPr>
          <a:xfrm>
            <a:off x="4056000" y="580009"/>
            <a:ext cx="8136000" cy="45719"/>
          </a:xfrm>
          <a:custGeom>
            <a:avLst/>
            <a:gdLst>
              <a:gd name="connsiteX0" fmla="*/ 0 w 4686857"/>
              <a:gd name="connsiteY0" fmla="*/ 0 h 20571"/>
              <a:gd name="connsiteX1" fmla="*/ 4686857 w 4686857"/>
              <a:gd name="connsiteY1" fmla="*/ 0 h 20571"/>
              <a:gd name="connsiteX2" fmla="*/ 4686857 w 4686857"/>
              <a:gd name="connsiteY2" fmla="*/ 20571 h 20571"/>
              <a:gd name="connsiteX3" fmla="*/ 0 w 4686857"/>
              <a:gd name="connsiteY3" fmla="*/ 20571 h 20571"/>
            </a:gdLst>
            <a:ahLst/>
            <a:cxnLst>
              <a:cxn ang="0">
                <a:pos x="connsiteX0" y="connsiteY0"/>
              </a:cxn>
              <a:cxn ang="0">
                <a:pos x="connsiteX1" y="connsiteY1"/>
              </a:cxn>
              <a:cxn ang="0">
                <a:pos x="connsiteX2" y="connsiteY2"/>
              </a:cxn>
              <a:cxn ang="0">
                <a:pos x="connsiteX3" y="connsiteY3"/>
              </a:cxn>
            </a:cxnLst>
            <a:rect l="l" t="t" r="r" b="b"/>
            <a:pathLst>
              <a:path w="4686857" h="20571">
                <a:moveTo>
                  <a:pt x="0" y="0"/>
                </a:moveTo>
                <a:lnTo>
                  <a:pt x="4686857" y="0"/>
                </a:lnTo>
                <a:lnTo>
                  <a:pt x="4686857" y="20571"/>
                </a:lnTo>
                <a:lnTo>
                  <a:pt x="0" y="20571"/>
                </a:lnTo>
                <a:close/>
              </a:path>
            </a:pathLst>
          </a:custGeom>
          <a:solidFill>
            <a:schemeClr val="tx1">
              <a:lumMod val="50000"/>
              <a:lumOff val="50000"/>
            </a:schemeClr>
          </a:solidFill>
          <a:ln w="3429" cap="flat">
            <a:noFill/>
            <a:prstDash val="solid"/>
            <a:miter/>
          </a:ln>
        </p:spPr>
        <p:txBody>
          <a:bodyPr rtlCol="0"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100000">
                    <a:srgbClr val="8C127D"/>
                  </a:gs>
                  <a:gs pos="0">
                    <a:srgbClr val="E56758"/>
                  </a:gs>
                </a:gsLst>
                <a:lin ang="2700000" scaled="0"/>
              </a:gra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12" name="宇神PPT-6"/>
          <p:cNvSpPr/>
          <p:nvPr/>
        </p:nvSpPr>
        <p:spPr>
          <a:xfrm>
            <a:off x="0" y="580009"/>
            <a:ext cx="348000" cy="45719"/>
          </a:xfrm>
          <a:custGeom>
            <a:avLst/>
            <a:gdLst>
              <a:gd name="connsiteX0" fmla="*/ 0 w 348000"/>
              <a:gd name="connsiteY0" fmla="*/ 0 h 45719"/>
              <a:gd name="connsiteX1" fmla="*/ 348000 w 348000"/>
              <a:gd name="connsiteY1" fmla="*/ 0 h 45719"/>
              <a:gd name="connsiteX2" fmla="*/ 348000 w 348000"/>
              <a:gd name="connsiteY2" fmla="*/ 45719 h 45719"/>
              <a:gd name="connsiteX3" fmla="*/ 0 w 34800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348000" h="45719">
                <a:moveTo>
                  <a:pt x="0" y="0"/>
                </a:moveTo>
                <a:lnTo>
                  <a:pt x="348000" y="0"/>
                </a:lnTo>
                <a:lnTo>
                  <a:pt x="348000" y="45719"/>
                </a:lnTo>
                <a:lnTo>
                  <a:pt x="0" y="45719"/>
                </a:lnTo>
                <a:close/>
              </a:path>
            </a:pathLst>
          </a:custGeom>
          <a:solidFill>
            <a:schemeClr val="tx1">
              <a:lumMod val="50000"/>
              <a:lumOff val="50000"/>
            </a:schemeClr>
          </a:solidFill>
          <a:ln w="3429" cap="flat">
            <a:noFill/>
            <a:prstDash val="solid"/>
            <a:miter/>
          </a:ln>
        </p:spPr>
        <p:txBody>
          <a:bodyPr wrap="square" rtlCol="0" anchor="ctr">
            <a:noAutofit/>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100000">
                    <a:srgbClr val="8C127D"/>
                  </a:gs>
                  <a:gs pos="0">
                    <a:srgbClr val="E56758"/>
                  </a:gs>
                </a:gsLst>
                <a:lin ang="2700000" scaled="0"/>
              </a:gra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anim calcmode="lin" valueType="num">
                                      <p:cBhvr>
                                        <p:cTn id="8" dur="500" fill="hold"/>
                                        <p:tgtEl>
                                          <p:spTgt spid="17"/>
                                        </p:tgtEl>
                                        <p:attrNameLst>
                                          <p:attrName>ppt_x</p:attrName>
                                        </p:attrNameLst>
                                      </p:cBhvr>
                                      <p:tavLst>
                                        <p:tav tm="0">
                                          <p:val>
                                            <p:strVal val="#ppt_x"/>
                                          </p:val>
                                        </p:tav>
                                        <p:tav tm="100000">
                                          <p:val>
                                            <p:strVal val="#ppt_x"/>
                                          </p:val>
                                        </p:tav>
                                      </p:tavLst>
                                    </p:anim>
                                    <p:anim calcmode="lin" valueType="num">
                                      <p:cBhvr>
                                        <p:cTn id="9" dur="500" fill="hold"/>
                                        <p:tgtEl>
                                          <p:spTgt spid="17"/>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anim calcmode="lin" valueType="num">
                                      <p:cBhvr>
                                        <p:cTn id="14" dur="500" fill="hold"/>
                                        <p:tgtEl>
                                          <p:spTgt spid="7"/>
                                        </p:tgtEl>
                                        <p:attrNameLst>
                                          <p:attrName>ppt_x</p:attrName>
                                        </p:attrNameLst>
                                      </p:cBhvr>
                                      <p:tavLst>
                                        <p:tav tm="0">
                                          <p:val>
                                            <p:strVal val="#ppt_x"/>
                                          </p:val>
                                        </p:tav>
                                        <p:tav tm="100000">
                                          <p:val>
                                            <p:strVal val="#ppt_x"/>
                                          </p:val>
                                        </p:tav>
                                      </p:tavLst>
                                    </p:anim>
                                    <p:anim calcmode="lin" valueType="num">
                                      <p:cBhvr>
                                        <p:cTn id="15"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宇神PPT-1" hidden="1"/>
          <p:cNvSpPr txBox="1"/>
          <p:nvPr/>
        </p:nvSpPr>
        <p:spPr>
          <a:xfrm>
            <a:off x="10580913" y="-603126"/>
            <a:ext cx="1727200" cy="369332"/>
          </a:xfrm>
          <a:prstGeom prst="rect">
            <a:avLst/>
          </a:prstGeom>
          <a:noFill/>
        </p:spPr>
        <p:txBody>
          <a:bodyPr wrap="square" rtlCol="0">
            <a:spAutoFit/>
          </a:bodyPr>
          <a:lstStyle/>
          <a:p>
            <a:pPr algn="ctr"/>
            <a:r>
              <a:rPr lang="en-US" altLang="zh-CN" dirty="0">
                <a:ln>
                  <a:noFill/>
                </a:ln>
                <a:noFill/>
                <a:cs typeface="思源黑体 CN Bold" panose="020B0800000000000000" charset="-122"/>
              </a:rPr>
              <a:t>By  </a:t>
            </a:r>
            <a:r>
              <a:rPr lang="en-US" altLang="zh-CN" dirty="0" err="1">
                <a:ln>
                  <a:noFill/>
                </a:ln>
                <a:noFill/>
                <a:cs typeface="思源黑体 CN Bold" panose="020B0800000000000000" charset="-122"/>
              </a:rPr>
              <a:t>Yushen</a:t>
            </a:r>
            <a:endParaRPr lang="zh-CN" altLang="en-US" dirty="0">
              <a:ln>
                <a:noFill/>
              </a:ln>
              <a:noFill/>
              <a:cs typeface="思源黑体 CN Bold" panose="020B0800000000000000" charset="-122"/>
            </a:endParaRPr>
          </a:p>
        </p:txBody>
      </p:sp>
      <p:sp>
        <p:nvSpPr>
          <p:cNvPr id="11" name="宇神PPT-5"/>
          <p:cNvSpPr/>
          <p:nvPr/>
        </p:nvSpPr>
        <p:spPr>
          <a:xfrm>
            <a:off x="472440" y="1266190"/>
            <a:ext cx="10717530" cy="5161915"/>
          </a:xfrm>
          <a:prstGeom prst="roundRect">
            <a:avLst>
              <a:gd name="adj" fmla="val 3433"/>
            </a:avLst>
          </a:prstGeom>
          <a:solidFill>
            <a:schemeClr val="accent1">
              <a:lumMod val="781"/>
              <a:lumOff val="99219"/>
            </a:schemeClr>
          </a:solidFill>
          <a:ln w="12700" cap="flat" cmpd="sng" algn="ctr">
            <a:solidFill>
              <a:schemeClr val="accent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solidFill>
              <a:effectLst/>
              <a:uLnTx/>
              <a:uFillTx/>
              <a:latin typeface="思源黑体 CN Bold" panose="020B0800000000000000" charset="-122"/>
              <a:ea typeface="思源黑体 CN Light" panose="020B0300000000000000" pitchFamily="34" charset="-122"/>
              <a:cs typeface="思源黑体 CN Bold" panose="020B0800000000000000" charset="-122"/>
              <a:sym typeface="+mn-lt"/>
            </a:endParaRPr>
          </a:p>
        </p:txBody>
      </p:sp>
      <p:grpSp>
        <p:nvGrpSpPr>
          <p:cNvPr id="12" name="宇神PPT-6"/>
          <p:cNvGrpSpPr/>
          <p:nvPr>
            <p:custDataLst>
              <p:tags r:id="rId1"/>
            </p:custDataLst>
          </p:nvPr>
        </p:nvGrpSpPr>
        <p:grpSpPr>
          <a:xfrm>
            <a:off x="805815" y="1283970"/>
            <a:ext cx="3843655" cy="5301615"/>
            <a:chOff x="1214369" y="1667447"/>
            <a:chExt cx="3658828" cy="4809786"/>
          </a:xfrm>
        </p:grpSpPr>
        <p:sp>
          <p:nvSpPr>
            <p:cNvPr id="13" name="宇神PPT-6-1"/>
            <p:cNvSpPr txBox="1"/>
            <p:nvPr>
              <p:custDataLst>
                <p:tags r:id="rId2"/>
              </p:custDataLst>
            </p:nvPr>
          </p:nvSpPr>
          <p:spPr>
            <a:xfrm>
              <a:off x="2279789" y="1667447"/>
              <a:ext cx="1527988" cy="100412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600" b="0" i="0" u="none" strike="noStrike" kern="1200" cap="none" spc="0" normalizeH="0" baseline="0" noProof="0" dirty="0">
                  <a:ln w="9525" cap="flat" cmpd="sng" algn="ctr">
                    <a:solidFill>
                      <a:schemeClr val="accent1"/>
                    </a:solidFill>
                    <a:prstDash val="solid"/>
                    <a:round/>
                    <a:headEnd type="none" w="med" len="med"/>
                    <a:tailEnd type="none" w="med" len="med"/>
                  </a:ln>
                  <a:noFill/>
                  <a:effectLst/>
                  <a:uLnTx/>
                  <a:uFillTx/>
                  <a:latin typeface="思源黑体 CN Bold" panose="020B0800000000000000" charset="-122"/>
                  <a:ea typeface="思源黑体 CN Bold" panose="020B0800000000000000" charset="-122"/>
                  <a:cs typeface="思源黑体 CN Bold" panose="020B0800000000000000" charset="-122"/>
                </a:rPr>
                <a:t>01</a:t>
              </a:r>
              <a:endParaRPr kumimoji="0" lang="zh-CN" altLang="en-US" sz="6600" b="0" i="0" u="none" strike="noStrike" kern="1200" cap="none" spc="0" normalizeH="0" baseline="0" noProof="0" dirty="0">
                <a:ln w="9525" cap="flat" cmpd="sng" algn="ctr">
                  <a:solidFill>
                    <a:schemeClr val="accent1"/>
                  </a:solidFill>
                  <a:prstDash val="solid"/>
                  <a:round/>
                  <a:headEnd type="none" w="med" len="med"/>
                  <a:tailEnd type="none" w="med" len="med"/>
                </a:ln>
                <a:no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14" name="宇神PPT-6-2"/>
            <p:cNvSpPr/>
            <p:nvPr>
              <p:custDataLst>
                <p:tags r:id="rId3"/>
              </p:custDataLst>
            </p:nvPr>
          </p:nvSpPr>
          <p:spPr>
            <a:xfrm>
              <a:off x="1214369" y="2333467"/>
              <a:ext cx="3658828" cy="3860970"/>
            </a:xfrm>
            <a:prstGeom prst="roundRect">
              <a:avLst>
                <a:gd name="adj" fmla="val 9658"/>
              </a:avLst>
            </a:prstGeom>
            <a:solidFill>
              <a:schemeClr val="accent1">
                <a:lumMod val="781"/>
                <a:lumOff val="99219"/>
              </a:schemeClr>
            </a:solidFill>
            <a:ln w="12700" cap="flat" cmpd="sng" algn="ctr">
              <a:solidFill>
                <a:schemeClr val="accent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white"/>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15" name="宇神PPT-6-3"/>
            <p:cNvSpPr txBox="1"/>
            <p:nvPr>
              <p:custDataLst>
                <p:tags r:id="rId4"/>
              </p:custDataLst>
            </p:nvPr>
          </p:nvSpPr>
          <p:spPr>
            <a:xfrm>
              <a:off x="1383619" y="3852025"/>
              <a:ext cx="3320327" cy="2625208"/>
            </a:xfrm>
            <a:prstGeom prst="rect">
              <a:avLst/>
            </a:prstGeom>
            <a:noFill/>
          </p:spPr>
          <p:txBody>
            <a:bodyPr wrap="square" lIns="0" tIns="0" rIns="0" bIns="0" rtlCol="0">
              <a:no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b="0" i="0" u="none" strike="noStrike" kern="1200" cap="none" spc="0" normalizeH="0" baseline="0" noProof="0" dirty="0">
                  <a:ln>
                    <a:noFill/>
                  </a:ln>
                  <a:solidFill>
                    <a:schemeClr val="accent1">
                      <a:lumMod val="0"/>
                    </a:schemeClr>
                  </a:solidFill>
                  <a:effectLst/>
                  <a:uLnTx/>
                  <a:uFillTx/>
                  <a:latin typeface="思源黑体 CN Bold" panose="020B0800000000000000" charset="-122"/>
                  <a:ea typeface="思源黑体 CN Light" panose="020B0300000000000000" pitchFamily="34" charset="-122"/>
                  <a:cs typeface="+mn-ea"/>
                  <a:sym typeface="+mn-lt"/>
                </a:rPr>
                <a:t>泰戈尔是个乐观主义者，他认为世界是朝着绝对的善发展的，坚信恶最终将转化为善。他认为，我们之所以有痛苦，是因为我们感受到有限，但这并不是固定不变的，并不是最终的，欢乐亦是如此。</a:t>
              </a:r>
              <a:endParaRPr kumimoji="0" lang="zh-CN" altLang="en-US" b="0" i="0" u="none" strike="noStrike" kern="1200" cap="none" spc="0" normalizeH="0" baseline="0" noProof="0" dirty="0">
                <a:ln>
                  <a:noFill/>
                </a:ln>
                <a:solidFill>
                  <a:schemeClr val="accent1">
                    <a:lumMod val="0"/>
                  </a:schemeClr>
                </a:solidFill>
                <a:effectLst/>
                <a:uLnTx/>
                <a:uFillTx/>
                <a:latin typeface="思源黑体 CN Bold" panose="020B0800000000000000" charset="-122"/>
                <a:ea typeface="思源黑体 CN Light" panose="020B0300000000000000" pitchFamily="34" charset="-122"/>
                <a:cs typeface="+mn-ea"/>
                <a:sym typeface="+mn-lt"/>
              </a:endParaRPr>
            </a:p>
          </p:txBody>
        </p:sp>
        <p:sp>
          <p:nvSpPr>
            <p:cNvPr id="16" name="宇神PPT-6-4"/>
            <p:cNvSpPr/>
            <p:nvPr>
              <p:custDataLst>
                <p:tags r:id="rId5"/>
              </p:custDataLst>
            </p:nvPr>
          </p:nvSpPr>
          <p:spPr>
            <a:xfrm>
              <a:off x="2034999" y="3365328"/>
              <a:ext cx="2016360" cy="413442"/>
            </a:xfrm>
            <a:prstGeom prst="roundRect">
              <a:avLst>
                <a:gd name="adj" fmla="val 50000"/>
              </a:avLst>
            </a:prstGeom>
            <a:gradFill>
              <a:gsLst>
                <a:gs pos="0">
                  <a:schemeClr val="accent1"/>
                </a:gs>
                <a:gs pos="100000">
                  <a:schemeClr val="accent2"/>
                </a:gs>
              </a:gsLst>
              <a:lin ang="2700000" scaled="0"/>
            </a:gradFill>
            <a:ln w="12700">
              <a:noFill/>
            </a:ln>
            <a:effectLst>
              <a:outerShdw blurRad="254000" dist="279400" dir="5400000" sx="80000" sy="80000" algn="t" rotWithShape="0">
                <a:schemeClr val="accent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lumMod val="781"/>
                      <a:lumOff val="99219"/>
                    </a:schemeClr>
                  </a:solidFill>
                  <a:effectLst>
                    <a:outerShdw blurRad="38100" dist="38100" dir="2700000" algn="tl">
                      <a:schemeClr val="accent1">
                        <a:lumMod val="0"/>
                        <a:alpha val="43137"/>
                      </a:schemeClr>
                    </a:outerShdw>
                  </a:effectLst>
                  <a:uLnTx/>
                  <a:uFillTx/>
                  <a:latin typeface="思源黑体 CN Bold" panose="020B0800000000000000" charset="-122"/>
                  <a:ea typeface="思源黑体 CN Bold" panose="020B0800000000000000" charset="-122"/>
                  <a:cs typeface="思源黑体 CN Bold" panose="020B0800000000000000" charset="-122"/>
                </a:rPr>
                <a:t>善恶观念</a:t>
              </a:r>
              <a:endParaRPr kumimoji="0" lang="zh-CN" altLang="en-US" sz="2000" b="0" i="0" u="none" strike="noStrike" kern="1200" cap="none" spc="0" normalizeH="0" baseline="0" noProof="0" dirty="0">
                <a:ln>
                  <a:noFill/>
                </a:ln>
                <a:solidFill>
                  <a:schemeClr val="accent1">
                    <a:lumMod val="781"/>
                    <a:lumOff val="99219"/>
                  </a:schemeClr>
                </a:solidFill>
                <a:effectLst>
                  <a:outerShdw blurRad="38100" dist="38100" dir="2700000" algn="tl">
                    <a:schemeClr val="accent1">
                      <a:lumMod val="0"/>
                      <a:alpha val="43137"/>
                    </a:schemeClr>
                  </a:outerShdw>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17" name="宇神PPT-6-5"/>
            <p:cNvSpPr>
              <a:spLocks noEditPoints="1"/>
            </p:cNvSpPr>
            <p:nvPr>
              <p:custDataLst>
                <p:tags r:id="rId6"/>
              </p:custDataLst>
            </p:nvPr>
          </p:nvSpPr>
          <p:spPr bwMode="auto">
            <a:xfrm>
              <a:off x="2652336" y="2471244"/>
              <a:ext cx="782894" cy="782894"/>
            </a:xfrm>
            <a:custGeom>
              <a:avLst/>
              <a:gdLst>
                <a:gd name="T0" fmla="*/ 1664 w 1984"/>
                <a:gd name="T1" fmla="*/ 504 h 1984"/>
                <a:gd name="T2" fmla="*/ 1312 w 1984"/>
                <a:gd name="T3" fmla="*/ 320 h 1984"/>
                <a:gd name="T4" fmla="*/ 739 w 1984"/>
                <a:gd name="T5" fmla="*/ 601 h 1984"/>
                <a:gd name="T6" fmla="*/ 448 w 1984"/>
                <a:gd name="T7" fmla="*/ 0 h 1984"/>
                <a:gd name="T8" fmla="*/ 114 w 1984"/>
                <a:gd name="T9" fmla="*/ 614 h 1984"/>
                <a:gd name="T10" fmla="*/ 132 w 1984"/>
                <a:gd name="T11" fmla="*/ 675 h 1984"/>
                <a:gd name="T12" fmla="*/ 611 w 1984"/>
                <a:gd name="T13" fmla="*/ 839 h 1984"/>
                <a:gd name="T14" fmla="*/ 320 w 1984"/>
                <a:gd name="T15" fmla="*/ 1320 h 1984"/>
                <a:gd name="T16" fmla="*/ 416 w 1984"/>
                <a:gd name="T17" fmla="*/ 1856 h 1984"/>
                <a:gd name="T18" fmla="*/ 1984 w 1984"/>
                <a:gd name="T19" fmla="*/ 1824 h 1984"/>
                <a:gd name="T20" fmla="*/ 1760 w 1984"/>
                <a:gd name="T21" fmla="*/ 1088 h 1984"/>
                <a:gd name="T22" fmla="*/ 1288 w 1984"/>
                <a:gd name="T23" fmla="*/ 655 h 1984"/>
                <a:gd name="T24" fmla="*/ 1920 w 1984"/>
                <a:gd name="T25" fmla="*/ 767 h 1984"/>
                <a:gd name="T26" fmla="*/ 461 w 1984"/>
                <a:gd name="T27" fmla="*/ 224 h 1984"/>
                <a:gd name="T28" fmla="*/ 288 w 1984"/>
                <a:gd name="T29" fmla="*/ 224 h 1984"/>
                <a:gd name="T30" fmla="*/ 384 w 1984"/>
                <a:gd name="T31" fmla="*/ 265 h 1984"/>
                <a:gd name="T32" fmla="*/ 288 w 1984"/>
                <a:gd name="T33" fmla="*/ 320 h 1984"/>
                <a:gd name="T34" fmla="*/ 512 w 1984"/>
                <a:gd name="T35" fmla="*/ 535 h 1984"/>
                <a:gd name="T36" fmla="*/ 1408 w 1984"/>
                <a:gd name="T37" fmla="*/ 1320 h 1984"/>
                <a:gd name="T38" fmla="*/ 1230 w 1984"/>
                <a:gd name="T39" fmla="*/ 1215 h 1984"/>
                <a:gd name="T40" fmla="*/ 992 w 1984"/>
                <a:gd name="T41" fmla="*/ 1464 h 1984"/>
                <a:gd name="T42" fmla="*/ 935 w 1984"/>
                <a:gd name="T43" fmla="*/ 1501 h 1984"/>
                <a:gd name="T44" fmla="*/ 1027 w 1984"/>
                <a:gd name="T45" fmla="*/ 1696 h 1984"/>
                <a:gd name="T46" fmla="*/ 951 w 1984"/>
                <a:gd name="T47" fmla="*/ 1632 h 1984"/>
                <a:gd name="T48" fmla="*/ 1049 w 1984"/>
                <a:gd name="T49" fmla="*/ 1501 h 1984"/>
                <a:gd name="T50" fmla="*/ 1287 w 1984"/>
                <a:gd name="T51" fmla="*/ 1121 h 1984"/>
                <a:gd name="T52" fmla="*/ 1287 w 1984"/>
                <a:gd name="T53" fmla="*/ 1121 h 1984"/>
                <a:gd name="T54" fmla="*/ 909 w 1984"/>
                <a:gd name="T55" fmla="*/ 960 h 1984"/>
                <a:gd name="T56" fmla="*/ 737 w 1984"/>
                <a:gd name="T57" fmla="*/ 1146 h 1984"/>
                <a:gd name="T58" fmla="*/ 737 w 1984"/>
                <a:gd name="T59" fmla="*/ 1146 h 1984"/>
                <a:gd name="T60" fmla="*/ 782 w 1984"/>
                <a:gd name="T61" fmla="*/ 1382 h 1984"/>
                <a:gd name="T62" fmla="*/ 448 w 1984"/>
                <a:gd name="T63" fmla="*/ 832 h 1984"/>
                <a:gd name="T64" fmla="*/ 489 w 1984"/>
                <a:gd name="T65" fmla="*/ 969 h 1984"/>
                <a:gd name="T66" fmla="*/ 288 w 1984"/>
                <a:gd name="T67" fmla="*/ 1056 h 1984"/>
                <a:gd name="T68" fmla="*/ 608 w 1984"/>
                <a:gd name="T69" fmla="*/ 1088 h 1984"/>
                <a:gd name="T70" fmla="*/ 512 w 1984"/>
                <a:gd name="T71" fmla="*/ 1335 h 1984"/>
                <a:gd name="T72" fmla="*/ 384 w 1984"/>
                <a:gd name="T73" fmla="*/ 1760 h 1984"/>
                <a:gd name="T74" fmla="*/ 64 w 1984"/>
                <a:gd name="T75" fmla="*/ 1760 h 1984"/>
                <a:gd name="T76" fmla="*/ 558 w 1984"/>
                <a:gd name="T77" fmla="*/ 1381 h 1984"/>
                <a:gd name="T78" fmla="*/ 480 w 1984"/>
                <a:gd name="T79" fmla="*/ 1696 h 1984"/>
                <a:gd name="T80" fmla="*/ 876 w 1984"/>
                <a:gd name="T81" fmla="*/ 1611 h 1984"/>
                <a:gd name="T82" fmla="*/ 640 w 1984"/>
                <a:gd name="T83" fmla="*/ 1664 h 1984"/>
                <a:gd name="T84" fmla="*/ 1852 w 1984"/>
                <a:gd name="T85" fmla="*/ 1443 h 1984"/>
                <a:gd name="T86" fmla="*/ 1728 w 1984"/>
                <a:gd name="T87" fmla="*/ 1536 h 1984"/>
                <a:gd name="T88" fmla="*/ 1344 w 1984"/>
                <a:gd name="T89" fmla="*/ 1920 h 1984"/>
                <a:gd name="T90" fmla="*/ 1089 w 1984"/>
                <a:gd name="T91" fmla="*/ 1667 h 1984"/>
                <a:gd name="T92" fmla="*/ 1504 w 1984"/>
                <a:gd name="T93" fmla="*/ 1657 h 1984"/>
                <a:gd name="T94" fmla="*/ 1305 w 1984"/>
                <a:gd name="T95" fmla="*/ 1418 h 1984"/>
                <a:gd name="T96" fmla="*/ 1600 w 1984"/>
                <a:gd name="T97" fmla="*/ 1335 h 1984"/>
                <a:gd name="T98" fmla="*/ 1600 w 1984"/>
                <a:gd name="T99" fmla="*/ 1303 h 1984"/>
                <a:gd name="T100" fmla="*/ 1395 w 1984"/>
                <a:gd name="T101" fmla="*/ 1056 h 1984"/>
                <a:gd name="T102" fmla="*/ 1536 w 1984"/>
                <a:gd name="T103" fmla="*/ 1248 h 1984"/>
                <a:gd name="T104" fmla="*/ 1472 w 1984"/>
                <a:gd name="T105" fmla="*/ 947 h 1984"/>
                <a:gd name="T106" fmla="*/ 1312 w 1984"/>
                <a:gd name="T107" fmla="*/ 931 h 1984"/>
                <a:gd name="T108" fmla="*/ 909 w 1984"/>
                <a:gd name="T109" fmla="*/ 896 h 1984"/>
                <a:gd name="T110" fmla="*/ 1197 w 1984"/>
                <a:gd name="T111" fmla="*/ 666 h 1984"/>
                <a:gd name="T112" fmla="*/ 1536 w 1984"/>
                <a:gd name="T113" fmla="*/ 64 h 1984"/>
                <a:gd name="T114" fmla="*/ 1577 w 1984"/>
                <a:gd name="T115" fmla="*/ 201 h 1984"/>
                <a:gd name="T116" fmla="*/ 1376 w 1984"/>
                <a:gd name="T117" fmla="*/ 288 h 1984"/>
                <a:gd name="T118" fmla="*/ 1696 w 1984"/>
                <a:gd name="T119" fmla="*/ 320 h 1984"/>
                <a:gd name="T120" fmla="*/ 1472 w 1984"/>
                <a:gd name="T121" fmla="*/ 535 h 19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984" h="1984">
                  <a:moveTo>
                    <a:pt x="1984" y="1024"/>
                  </a:moveTo>
                  <a:cubicBezTo>
                    <a:pt x="1984" y="767"/>
                    <a:pt x="1984" y="767"/>
                    <a:pt x="1984" y="767"/>
                  </a:cubicBezTo>
                  <a:cubicBezTo>
                    <a:pt x="1984" y="696"/>
                    <a:pt x="1938" y="634"/>
                    <a:pt x="1870" y="614"/>
                  </a:cubicBezTo>
                  <a:cubicBezTo>
                    <a:pt x="1664" y="552"/>
                    <a:pt x="1664" y="552"/>
                    <a:pt x="1664" y="552"/>
                  </a:cubicBezTo>
                  <a:cubicBezTo>
                    <a:pt x="1664" y="504"/>
                    <a:pt x="1664" y="504"/>
                    <a:pt x="1664" y="504"/>
                  </a:cubicBezTo>
                  <a:cubicBezTo>
                    <a:pt x="1722" y="463"/>
                    <a:pt x="1760" y="396"/>
                    <a:pt x="1760" y="320"/>
                  </a:cubicBezTo>
                  <a:cubicBezTo>
                    <a:pt x="1760" y="224"/>
                    <a:pt x="1760" y="224"/>
                    <a:pt x="1760" y="224"/>
                  </a:cubicBezTo>
                  <a:cubicBezTo>
                    <a:pt x="1760" y="100"/>
                    <a:pt x="1660" y="0"/>
                    <a:pt x="1536" y="0"/>
                  </a:cubicBezTo>
                  <a:cubicBezTo>
                    <a:pt x="1412" y="0"/>
                    <a:pt x="1312" y="100"/>
                    <a:pt x="1312" y="224"/>
                  </a:cubicBezTo>
                  <a:cubicBezTo>
                    <a:pt x="1312" y="320"/>
                    <a:pt x="1312" y="320"/>
                    <a:pt x="1312" y="320"/>
                  </a:cubicBezTo>
                  <a:cubicBezTo>
                    <a:pt x="1312" y="396"/>
                    <a:pt x="1350" y="463"/>
                    <a:pt x="1408" y="504"/>
                  </a:cubicBezTo>
                  <a:cubicBezTo>
                    <a:pt x="1408" y="552"/>
                    <a:pt x="1408" y="552"/>
                    <a:pt x="1408" y="552"/>
                  </a:cubicBezTo>
                  <a:cubicBezTo>
                    <a:pt x="1226" y="607"/>
                    <a:pt x="1226" y="607"/>
                    <a:pt x="1226" y="607"/>
                  </a:cubicBezTo>
                  <a:cubicBezTo>
                    <a:pt x="1158" y="546"/>
                    <a:pt x="1072" y="512"/>
                    <a:pt x="979" y="512"/>
                  </a:cubicBezTo>
                  <a:cubicBezTo>
                    <a:pt x="888" y="512"/>
                    <a:pt x="804" y="546"/>
                    <a:pt x="739" y="601"/>
                  </a:cubicBezTo>
                  <a:cubicBezTo>
                    <a:pt x="576" y="552"/>
                    <a:pt x="576" y="552"/>
                    <a:pt x="576" y="552"/>
                  </a:cubicBezTo>
                  <a:cubicBezTo>
                    <a:pt x="576" y="504"/>
                    <a:pt x="576" y="504"/>
                    <a:pt x="576" y="504"/>
                  </a:cubicBezTo>
                  <a:cubicBezTo>
                    <a:pt x="634" y="463"/>
                    <a:pt x="672" y="396"/>
                    <a:pt x="672" y="320"/>
                  </a:cubicBezTo>
                  <a:cubicBezTo>
                    <a:pt x="672" y="224"/>
                    <a:pt x="672" y="224"/>
                    <a:pt x="672" y="224"/>
                  </a:cubicBezTo>
                  <a:cubicBezTo>
                    <a:pt x="672" y="100"/>
                    <a:pt x="572" y="0"/>
                    <a:pt x="448" y="0"/>
                  </a:cubicBezTo>
                  <a:cubicBezTo>
                    <a:pt x="324" y="0"/>
                    <a:pt x="224" y="100"/>
                    <a:pt x="224" y="224"/>
                  </a:cubicBezTo>
                  <a:cubicBezTo>
                    <a:pt x="224" y="320"/>
                    <a:pt x="224" y="320"/>
                    <a:pt x="224" y="320"/>
                  </a:cubicBezTo>
                  <a:cubicBezTo>
                    <a:pt x="224" y="396"/>
                    <a:pt x="262" y="463"/>
                    <a:pt x="320" y="504"/>
                  </a:cubicBezTo>
                  <a:cubicBezTo>
                    <a:pt x="320" y="552"/>
                    <a:pt x="320" y="552"/>
                    <a:pt x="320" y="552"/>
                  </a:cubicBezTo>
                  <a:cubicBezTo>
                    <a:pt x="114" y="614"/>
                    <a:pt x="114" y="614"/>
                    <a:pt x="114" y="614"/>
                  </a:cubicBezTo>
                  <a:cubicBezTo>
                    <a:pt x="46" y="634"/>
                    <a:pt x="0" y="696"/>
                    <a:pt x="0" y="767"/>
                  </a:cubicBezTo>
                  <a:cubicBezTo>
                    <a:pt x="0" y="1024"/>
                    <a:pt x="0" y="1024"/>
                    <a:pt x="0" y="1024"/>
                  </a:cubicBezTo>
                  <a:cubicBezTo>
                    <a:pt x="64" y="1024"/>
                    <a:pt x="64" y="1024"/>
                    <a:pt x="64" y="1024"/>
                  </a:cubicBezTo>
                  <a:cubicBezTo>
                    <a:pt x="64" y="767"/>
                    <a:pt x="64" y="767"/>
                    <a:pt x="64" y="767"/>
                  </a:cubicBezTo>
                  <a:cubicBezTo>
                    <a:pt x="64" y="725"/>
                    <a:pt x="91" y="688"/>
                    <a:pt x="132" y="675"/>
                  </a:cubicBezTo>
                  <a:cubicBezTo>
                    <a:pt x="338" y="613"/>
                    <a:pt x="338" y="613"/>
                    <a:pt x="338" y="613"/>
                  </a:cubicBezTo>
                  <a:cubicBezTo>
                    <a:pt x="357" y="638"/>
                    <a:pt x="393" y="672"/>
                    <a:pt x="448" y="672"/>
                  </a:cubicBezTo>
                  <a:cubicBezTo>
                    <a:pt x="503" y="672"/>
                    <a:pt x="539" y="638"/>
                    <a:pt x="558" y="613"/>
                  </a:cubicBezTo>
                  <a:cubicBezTo>
                    <a:pt x="689" y="653"/>
                    <a:pt x="689" y="653"/>
                    <a:pt x="689" y="653"/>
                  </a:cubicBezTo>
                  <a:cubicBezTo>
                    <a:pt x="647" y="705"/>
                    <a:pt x="619" y="769"/>
                    <a:pt x="611" y="839"/>
                  </a:cubicBezTo>
                  <a:cubicBezTo>
                    <a:pt x="570" y="795"/>
                    <a:pt x="512" y="768"/>
                    <a:pt x="448" y="768"/>
                  </a:cubicBezTo>
                  <a:cubicBezTo>
                    <a:pt x="324" y="768"/>
                    <a:pt x="224" y="868"/>
                    <a:pt x="224" y="992"/>
                  </a:cubicBezTo>
                  <a:cubicBezTo>
                    <a:pt x="224" y="1088"/>
                    <a:pt x="224" y="1088"/>
                    <a:pt x="224" y="1088"/>
                  </a:cubicBezTo>
                  <a:cubicBezTo>
                    <a:pt x="224" y="1164"/>
                    <a:pt x="262" y="1231"/>
                    <a:pt x="320" y="1272"/>
                  </a:cubicBezTo>
                  <a:cubicBezTo>
                    <a:pt x="320" y="1320"/>
                    <a:pt x="320" y="1320"/>
                    <a:pt x="320" y="1320"/>
                  </a:cubicBezTo>
                  <a:cubicBezTo>
                    <a:pt x="114" y="1382"/>
                    <a:pt x="114" y="1382"/>
                    <a:pt x="114" y="1382"/>
                  </a:cubicBezTo>
                  <a:cubicBezTo>
                    <a:pt x="46" y="1402"/>
                    <a:pt x="0" y="1464"/>
                    <a:pt x="0" y="1535"/>
                  </a:cubicBezTo>
                  <a:cubicBezTo>
                    <a:pt x="0" y="1824"/>
                    <a:pt x="0" y="1824"/>
                    <a:pt x="0" y="1824"/>
                  </a:cubicBezTo>
                  <a:cubicBezTo>
                    <a:pt x="384" y="1824"/>
                    <a:pt x="384" y="1824"/>
                    <a:pt x="384" y="1824"/>
                  </a:cubicBezTo>
                  <a:cubicBezTo>
                    <a:pt x="402" y="1824"/>
                    <a:pt x="416" y="1838"/>
                    <a:pt x="416" y="1856"/>
                  </a:cubicBezTo>
                  <a:cubicBezTo>
                    <a:pt x="416" y="1984"/>
                    <a:pt x="416" y="1984"/>
                    <a:pt x="416" y="1984"/>
                  </a:cubicBezTo>
                  <a:cubicBezTo>
                    <a:pt x="1568" y="1984"/>
                    <a:pt x="1568" y="1984"/>
                    <a:pt x="1568" y="1984"/>
                  </a:cubicBezTo>
                  <a:cubicBezTo>
                    <a:pt x="1568" y="1856"/>
                    <a:pt x="1568" y="1856"/>
                    <a:pt x="1568" y="1856"/>
                  </a:cubicBezTo>
                  <a:cubicBezTo>
                    <a:pt x="1568" y="1838"/>
                    <a:pt x="1582" y="1824"/>
                    <a:pt x="1600" y="1824"/>
                  </a:cubicBezTo>
                  <a:cubicBezTo>
                    <a:pt x="1984" y="1824"/>
                    <a:pt x="1984" y="1824"/>
                    <a:pt x="1984" y="1824"/>
                  </a:cubicBezTo>
                  <a:cubicBezTo>
                    <a:pt x="1984" y="1535"/>
                    <a:pt x="1984" y="1535"/>
                    <a:pt x="1984" y="1535"/>
                  </a:cubicBezTo>
                  <a:cubicBezTo>
                    <a:pt x="1984" y="1464"/>
                    <a:pt x="1938" y="1402"/>
                    <a:pt x="1870" y="1382"/>
                  </a:cubicBezTo>
                  <a:cubicBezTo>
                    <a:pt x="1664" y="1320"/>
                    <a:pt x="1664" y="1320"/>
                    <a:pt x="1664" y="1320"/>
                  </a:cubicBezTo>
                  <a:cubicBezTo>
                    <a:pt x="1664" y="1272"/>
                    <a:pt x="1664" y="1272"/>
                    <a:pt x="1664" y="1272"/>
                  </a:cubicBezTo>
                  <a:cubicBezTo>
                    <a:pt x="1722" y="1231"/>
                    <a:pt x="1760" y="1164"/>
                    <a:pt x="1760" y="1088"/>
                  </a:cubicBezTo>
                  <a:cubicBezTo>
                    <a:pt x="1760" y="992"/>
                    <a:pt x="1760" y="992"/>
                    <a:pt x="1760" y="992"/>
                  </a:cubicBezTo>
                  <a:cubicBezTo>
                    <a:pt x="1760" y="869"/>
                    <a:pt x="1660" y="768"/>
                    <a:pt x="1536" y="768"/>
                  </a:cubicBezTo>
                  <a:cubicBezTo>
                    <a:pt x="1473" y="768"/>
                    <a:pt x="1417" y="794"/>
                    <a:pt x="1376" y="836"/>
                  </a:cubicBezTo>
                  <a:cubicBezTo>
                    <a:pt x="1376" y="805"/>
                    <a:pt x="1376" y="805"/>
                    <a:pt x="1376" y="805"/>
                  </a:cubicBezTo>
                  <a:cubicBezTo>
                    <a:pt x="1376" y="742"/>
                    <a:pt x="1342" y="685"/>
                    <a:pt x="1288" y="655"/>
                  </a:cubicBezTo>
                  <a:cubicBezTo>
                    <a:pt x="1426" y="613"/>
                    <a:pt x="1426" y="613"/>
                    <a:pt x="1426" y="613"/>
                  </a:cubicBezTo>
                  <a:cubicBezTo>
                    <a:pt x="1445" y="638"/>
                    <a:pt x="1481" y="672"/>
                    <a:pt x="1536" y="672"/>
                  </a:cubicBezTo>
                  <a:cubicBezTo>
                    <a:pt x="1591" y="672"/>
                    <a:pt x="1627" y="638"/>
                    <a:pt x="1646" y="613"/>
                  </a:cubicBezTo>
                  <a:cubicBezTo>
                    <a:pt x="1852" y="675"/>
                    <a:pt x="1852" y="675"/>
                    <a:pt x="1852" y="675"/>
                  </a:cubicBezTo>
                  <a:cubicBezTo>
                    <a:pt x="1893" y="688"/>
                    <a:pt x="1920" y="725"/>
                    <a:pt x="1920" y="767"/>
                  </a:cubicBezTo>
                  <a:cubicBezTo>
                    <a:pt x="1920" y="1024"/>
                    <a:pt x="1920" y="1024"/>
                    <a:pt x="1920" y="1024"/>
                  </a:cubicBezTo>
                  <a:lnTo>
                    <a:pt x="1984" y="1024"/>
                  </a:lnTo>
                  <a:close/>
                  <a:moveTo>
                    <a:pt x="448" y="64"/>
                  </a:moveTo>
                  <a:cubicBezTo>
                    <a:pt x="536" y="64"/>
                    <a:pt x="608" y="136"/>
                    <a:pt x="608" y="224"/>
                  </a:cubicBezTo>
                  <a:cubicBezTo>
                    <a:pt x="461" y="224"/>
                    <a:pt x="461" y="224"/>
                    <a:pt x="461" y="224"/>
                  </a:cubicBezTo>
                  <a:cubicBezTo>
                    <a:pt x="441" y="224"/>
                    <a:pt x="421" y="216"/>
                    <a:pt x="407" y="201"/>
                  </a:cubicBezTo>
                  <a:cubicBezTo>
                    <a:pt x="384" y="179"/>
                    <a:pt x="384" y="179"/>
                    <a:pt x="384" y="179"/>
                  </a:cubicBezTo>
                  <a:cubicBezTo>
                    <a:pt x="361" y="201"/>
                    <a:pt x="361" y="201"/>
                    <a:pt x="361" y="201"/>
                  </a:cubicBezTo>
                  <a:cubicBezTo>
                    <a:pt x="347" y="216"/>
                    <a:pt x="327" y="224"/>
                    <a:pt x="307" y="224"/>
                  </a:cubicBezTo>
                  <a:cubicBezTo>
                    <a:pt x="288" y="224"/>
                    <a:pt x="288" y="224"/>
                    <a:pt x="288" y="224"/>
                  </a:cubicBezTo>
                  <a:cubicBezTo>
                    <a:pt x="288" y="136"/>
                    <a:pt x="360" y="64"/>
                    <a:pt x="448" y="64"/>
                  </a:cubicBezTo>
                  <a:close/>
                  <a:moveTo>
                    <a:pt x="288" y="320"/>
                  </a:moveTo>
                  <a:cubicBezTo>
                    <a:pt x="288" y="288"/>
                    <a:pt x="288" y="288"/>
                    <a:pt x="288" y="288"/>
                  </a:cubicBezTo>
                  <a:cubicBezTo>
                    <a:pt x="307" y="288"/>
                    <a:pt x="307" y="288"/>
                    <a:pt x="307" y="288"/>
                  </a:cubicBezTo>
                  <a:cubicBezTo>
                    <a:pt x="335" y="288"/>
                    <a:pt x="361" y="280"/>
                    <a:pt x="384" y="265"/>
                  </a:cubicBezTo>
                  <a:cubicBezTo>
                    <a:pt x="407" y="280"/>
                    <a:pt x="433" y="288"/>
                    <a:pt x="461" y="288"/>
                  </a:cubicBezTo>
                  <a:cubicBezTo>
                    <a:pt x="608" y="288"/>
                    <a:pt x="608" y="288"/>
                    <a:pt x="608" y="288"/>
                  </a:cubicBezTo>
                  <a:cubicBezTo>
                    <a:pt x="608" y="320"/>
                    <a:pt x="608" y="320"/>
                    <a:pt x="608" y="320"/>
                  </a:cubicBezTo>
                  <a:cubicBezTo>
                    <a:pt x="608" y="408"/>
                    <a:pt x="536" y="480"/>
                    <a:pt x="448" y="480"/>
                  </a:cubicBezTo>
                  <a:cubicBezTo>
                    <a:pt x="360" y="480"/>
                    <a:pt x="288" y="408"/>
                    <a:pt x="288" y="320"/>
                  </a:cubicBezTo>
                  <a:close/>
                  <a:moveTo>
                    <a:pt x="448" y="608"/>
                  </a:moveTo>
                  <a:cubicBezTo>
                    <a:pt x="414" y="608"/>
                    <a:pt x="392" y="579"/>
                    <a:pt x="384" y="567"/>
                  </a:cubicBezTo>
                  <a:cubicBezTo>
                    <a:pt x="384" y="535"/>
                    <a:pt x="384" y="535"/>
                    <a:pt x="384" y="535"/>
                  </a:cubicBezTo>
                  <a:cubicBezTo>
                    <a:pt x="404" y="541"/>
                    <a:pt x="426" y="544"/>
                    <a:pt x="448" y="544"/>
                  </a:cubicBezTo>
                  <a:cubicBezTo>
                    <a:pt x="470" y="544"/>
                    <a:pt x="492" y="541"/>
                    <a:pt x="512" y="535"/>
                  </a:cubicBezTo>
                  <a:cubicBezTo>
                    <a:pt x="512" y="567"/>
                    <a:pt x="512" y="567"/>
                    <a:pt x="512" y="567"/>
                  </a:cubicBezTo>
                  <a:cubicBezTo>
                    <a:pt x="504" y="579"/>
                    <a:pt x="482" y="608"/>
                    <a:pt x="448" y="608"/>
                  </a:cubicBezTo>
                  <a:close/>
                  <a:moveTo>
                    <a:pt x="1328" y="1170"/>
                  </a:moveTo>
                  <a:cubicBezTo>
                    <a:pt x="1344" y="1211"/>
                    <a:pt x="1372" y="1246"/>
                    <a:pt x="1408" y="1272"/>
                  </a:cubicBezTo>
                  <a:cubicBezTo>
                    <a:pt x="1408" y="1320"/>
                    <a:pt x="1408" y="1320"/>
                    <a:pt x="1408" y="1320"/>
                  </a:cubicBezTo>
                  <a:cubicBezTo>
                    <a:pt x="1202" y="1382"/>
                    <a:pt x="1202" y="1382"/>
                    <a:pt x="1202" y="1382"/>
                  </a:cubicBezTo>
                  <a:cubicBezTo>
                    <a:pt x="1195" y="1384"/>
                    <a:pt x="1189" y="1387"/>
                    <a:pt x="1182" y="1390"/>
                  </a:cubicBezTo>
                  <a:cubicBezTo>
                    <a:pt x="1152" y="1383"/>
                    <a:pt x="1152" y="1383"/>
                    <a:pt x="1152" y="1383"/>
                  </a:cubicBezTo>
                  <a:cubicBezTo>
                    <a:pt x="1152" y="1320"/>
                    <a:pt x="1152" y="1320"/>
                    <a:pt x="1152" y="1320"/>
                  </a:cubicBezTo>
                  <a:cubicBezTo>
                    <a:pt x="1186" y="1292"/>
                    <a:pt x="1213" y="1256"/>
                    <a:pt x="1230" y="1215"/>
                  </a:cubicBezTo>
                  <a:cubicBezTo>
                    <a:pt x="1267" y="1211"/>
                    <a:pt x="1301" y="1196"/>
                    <a:pt x="1328" y="1170"/>
                  </a:cubicBezTo>
                  <a:close/>
                  <a:moveTo>
                    <a:pt x="992" y="1376"/>
                  </a:moveTo>
                  <a:cubicBezTo>
                    <a:pt x="1026" y="1376"/>
                    <a:pt x="1058" y="1369"/>
                    <a:pt x="1088" y="1357"/>
                  </a:cubicBezTo>
                  <a:cubicBezTo>
                    <a:pt x="1088" y="1392"/>
                    <a:pt x="1088" y="1392"/>
                    <a:pt x="1088" y="1392"/>
                  </a:cubicBezTo>
                  <a:cubicBezTo>
                    <a:pt x="992" y="1464"/>
                    <a:pt x="992" y="1464"/>
                    <a:pt x="992" y="1464"/>
                  </a:cubicBezTo>
                  <a:cubicBezTo>
                    <a:pt x="896" y="1392"/>
                    <a:pt x="896" y="1392"/>
                    <a:pt x="896" y="1392"/>
                  </a:cubicBezTo>
                  <a:cubicBezTo>
                    <a:pt x="896" y="1357"/>
                    <a:pt x="896" y="1357"/>
                    <a:pt x="896" y="1357"/>
                  </a:cubicBezTo>
                  <a:cubicBezTo>
                    <a:pt x="926" y="1369"/>
                    <a:pt x="958" y="1376"/>
                    <a:pt x="992" y="1376"/>
                  </a:cubicBezTo>
                  <a:close/>
                  <a:moveTo>
                    <a:pt x="857" y="1443"/>
                  </a:moveTo>
                  <a:cubicBezTo>
                    <a:pt x="935" y="1501"/>
                    <a:pt x="935" y="1501"/>
                    <a:pt x="935" y="1501"/>
                  </a:cubicBezTo>
                  <a:cubicBezTo>
                    <a:pt x="854" y="1549"/>
                    <a:pt x="854" y="1549"/>
                    <a:pt x="854" y="1549"/>
                  </a:cubicBezTo>
                  <a:cubicBezTo>
                    <a:pt x="834" y="1448"/>
                    <a:pt x="834" y="1448"/>
                    <a:pt x="834" y="1448"/>
                  </a:cubicBezTo>
                  <a:lnTo>
                    <a:pt x="857" y="1443"/>
                  </a:lnTo>
                  <a:close/>
                  <a:moveTo>
                    <a:pt x="957" y="1696"/>
                  </a:moveTo>
                  <a:cubicBezTo>
                    <a:pt x="1027" y="1696"/>
                    <a:pt x="1027" y="1696"/>
                    <a:pt x="1027" y="1696"/>
                  </a:cubicBezTo>
                  <a:cubicBezTo>
                    <a:pt x="1052" y="1920"/>
                    <a:pt x="1052" y="1920"/>
                    <a:pt x="1052" y="1920"/>
                  </a:cubicBezTo>
                  <a:cubicBezTo>
                    <a:pt x="932" y="1920"/>
                    <a:pt x="932" y="1920"/>
                    <a:pt x="932" y="1920"/>
                  </a:cubicBezTo>
                  <a:lnTo>
                    <a:pt x="957" y="1696"/>
                  </a:lnTo>
                  <a:close/>
                  <a:moveTo>
                    <a:pt x="1033" y="1632"/>
                  </a:moveTo>
                  <a:cubicBezTo>
                    <a:pt x="951" y="1632"/>
                    <a:pt x="951" y="1632"/>
                    <a:pt x="951" y="1632"/>
                  </a:cubicBezTo>
                  <a:cubicBezTo>
                    <a:pt x="933" y="1577"/>
                    <a:pt x="933" y="1577"/>
                    <a:pt x="933" y="1577"/>
                  </a:cubicBezTo>
                  <a:cubicBezTo>
                    <a:pt x="992" y="1541"/>
                    <a:pt x="992" y="1541"/>
                    <a:pt x="992" y="1541"/>
                  </a:cubicBezTo>
                  <a:cubicBezTo>
                    <a:pt x="1051" y="1577"/>
                    <a:pt x="1051" y="1577"/>
                    <a:pt x="1051" y="1577"/>
                  </a:cubicBezTo>
                  <a:lnTo>
                    <a:pt x="1033" y="1632"/>
                  </a:lnTo>
                  <a:close/>
                  <a:moveTo>
                    <a:pt x="1049" y="1501"/>
                  </a:moveTo>
                  <a:cubicBezTo>
                    <a:pt x="1127" y="1443"/>
                    <a:pt x="1127" y="1443"/>
                    <a:pt x="1127" y="1443"/>
                  </a:cubicBezTo>
                  <a:cubicBezTo>
                    <a:pt x="1150" y="1448"/>
                    <a:pt x="1150" y="1448"/>
                    <a:pt x="1150" y="1448"/>
                  </a:cubicBezTo>
                  <a:cubicBezTo>
                    <a:pt x="1130" y="1549"/>
                    <a:pt x="1130" y="1549"/>
                    <a:pt x="1130" y="1549"/>
                  </a:cubicBezTo>
                  <a:lnTo>
                    <a:pt x="1049" y="1501"/>
                  </a:lnTo>
                  <a:close/>
                  <a:moveTo>
                    <a:pt x="1287" y="1121"/>
                  </a:moveTo>
                  <a:cubicBezTo>
                    <a:pt x="1276" y="1133"/>
                    <a:pt x="1262" y="1141"/>
                    <a:pt x="1247" y="1146"/>
                  </a:cubicBezTo>
                  <a:cubicBezTo>
                    <a:pt x="1248" y="1138"/>
                    <a:pt x="1248" y="1129"/>
                    <a:pt x="1248" y="1120"/>
                  </a:cubicBezTo>
                  <a:cubicBezTo>
                    <a:pt x="1248" y="967"/>
                    <a:pt x="1248" y="967"/>
                    <a:pt x="1248" y="967"/>
                  </a:cubicBezTo>
                  <a:cubicBezTo>
                    <a:pt x="1282" y="980"/>
                    <a:pt x="1308" y="1010"/>
                    <a:pt x="1312" y="1046"/>
                  </a:cubicBezTo>
                  <a:cubicBezTo>
                    <a:pt x="1314" y="1074"/>
                    <a:pt x="1305" y="1100"/>
                    <a:pt x="1287" y="1121"/>
                  </a:cubicBezTo>
                  <a:close/>
                  <a:moveTo>
                    <a:pt x="1184" y="1120"/>
                  </a:moveTo>
                  <a:cubicBezTo>
                    <a:pt x="1184" y="1226"/>
                    <a:pt x="1098" y="1312"/>
                    <a:pt x="992" y="1312"/>
                  </a:cubicBezTo>
                  <a:cubicBezTo>
                    <a:pt x="886" y="1312"/>
                    <a:pt x="800" y="1226"/>
                    <a:pt x="800" y="1120"/>
                  </a:cubicBezTo>
                  <a:cubicBezTo>
                    <a:pt x="800" y="960"/>
                    <a:pt x="800" y="960"/>
                    <a:pt x="800" y="960"/>
                  </a:cubicBezTo>
                  <a:cubicBezTo>
                    <a:pt x="909" y="960"/>
                    <a:pt x="909" y="960"/>
                    <a:pt x="909" y="960"/>
                  </a:cubicBezTo>
                  <a:cubicBezTo>
                    <a:pt x="978" y="960"/>
                    <a:pt x="1046" y="943"/>
                    <a:pt x="1107" y="909"/>
                  </a:cubicBezTo>
                  <a:cubicBezTo>
                    <a:pt x="1132" y="960"/>
                    <a:pt x="1132" y="960"/>
                    <a:pt x="1132" y="960"/>
                  </a:cubicBezTo>
                  <a:cubicBezTo>
                    <a:pt x="1184" y="960"/>
                    <a:pt x="1184" y="960"/>
                    <a:pt x="1184" y="960"/>
                  </a:cubicBezTo>
                  <a:lnTo>
                    <a:pt x="1184" y="1120"/>
                  </a:lnTo>
                  <a:close/>
                  <a:moveTo>
                    <a:pt x="737" y="1146"/>
                  </a:moveTo>
                  <a:cubicBezTo>
                    <a:pt x="722" y="1141"/>
                    <a:pt x="708" y="1133"/>
                    <a:pt x="697" y="1121"/>
                  </a:cubicBezTo>
                  <a:cubicBezTo>
                    <a:pt x="679" y="1100"/>
                    <a:pt x="670" y="1074"/>
                    <a:pt x="672" y="1046"/>
                  </a:cubicBezTo>
                  <a:cubicBezTo>
                    <a:pt x="676" y="1010"/>
                    <a:pt x="702" y="980"/>
                    <a:pt x="736" y="967"/>
                  </a:cubicBezTo>
                  <a:cubicBezTo>
                    <a:pt x="736" y="1120"/>
                    <a:pt x="736" y="1120"/>
                    <a:pt x="736" y="1120"/>
                  </a:cubicBezTo>
                  <a:cubicBezTo>
                    <a:pt x="736" y="1129"/>
                    <a:pt x="736" y="1138"/>
                    <a:pt x="737" y="1146"/>
                  </a:cubicBezTo>
                  <a:close/>
                  <a:moveTo>
                    <a:pt x="754" y="1215"/>
                  </a:moveTo>
                  <a:cubicBezTo>
                    <a:pt x="771" y="1256"/>
                    <a:pt x="798" y="1292"/>
                    <a:pt x="832" y="1320"/>
                  </a:cubicBezTo>
                  <a:cubicBezTo>
                    <a:pt x="832" y="1383"/>
                    <a:pt x="832" y="1383"/>
                    <a:pt x="832" y="1383"/>
                  </a:cubicBezTo>
                  <a:cubicBezTo>
                    <a:pt x="802" y="1390"/>
                    <a:pt x="802" y="1390"/>
                    <a:pt x="802" y="1390"/>
                  </a:cubicBezTo>
                  <a:cubicBezTo>
                    <a:pt x="795" y="1387"/>
                    <a:pt x="789" y="1384"/>
                    <a:pt x="782" y="1382"/>
                  </a:cubicBezTo>
                  <a:cubicBezTo>
                    <a:pt x="576" y="1320"/>
                    <a:pt x="576" y="1320"/>
                    <a:pt x="576" y="1320"/>
                  </a:cubicBezTo>
                  <a:cubicBezTo>
                    <a:pt x="576" y="1272"/>
                    <a:pt x="576" y="1272"/>
                    <a:pt x="576" y="1272"/>
                  </a:cubicBezTo>
                  <a:cubicBezTo>
                    <a:pt x="612" y="1246"/>
                    <a:pt x="640" y="1211"/>
                    <a:pt x="656" y="1170"/>
                  </a:cubicBezTo>
                  <a:cubicBezTo>
                    <a:pt x="683" y="1196"/>
                    <a:pt x="717" y="1211"/>
                    <a:pt x="754" y="1215"/>
                  </a:cubicBezTo>
                  <a:close/>
                  <a:moveTo>
                    <a:pt x="448" y="832"/>
                  </a:moveTo>
                  <a:cubicBezTo>
                    <a:pt x="536" y="832"/>
                    <a:pt x="608" y="904"/>
                    <a:pt x="608" y="992"/>
                  </a:cubicBezTo>
                  <a:cubicBezTo>
                    <a:pt x="589" y="992"/>
                    <a:pt x="589" y="992"/>
                    <a:pt x="589" y="992"/>
                  </a:cubicBezTo>
                  <a:cubicBezTo>
                    <a:pt x="569" y="992"/>
                    <a:pt x="549" y="984"/>
                    <a:pt x="535" y="969"/>
                  </a:cubicBezTo>
                  <a:cubicBezTo>
                    <a:pt x="512" y="947"/>
                    <a:pt x="512" y="947"/>
                    <a:pt x="512" y="947"/>
                  </a:cubicBezTo>
                  <a:cubicBezTo>
                    <a:pt x="489" y="969"/>
                    <a:pt x="489" y="969"/>
                    <a:pt x="489" y="969"/>
                  </a:cubicBezTo>
                  <a:cubicBezTo>
                    <a:pt x="475" y="984"/>
                    <a:pt x="455" y="992"/>
                    <a:pt x="435" y="992"/>
                  </a:cubicBezTo>
                  <a:cubicBezTo>
                    <a:pt x="288" y="992"/>
                    <a:pt x="288" y="992"/>
                    <a:pt x="288" y="992"/>
                  </a:cubicBezTo>
                  <a:cubicBezTo>
                    <a:pt x="288" y="904"/>
                    <a:pt x="360" y="832"/>
                    <a:pt x="448" y="832"/>
                  </a:cubicBezTo>
                  <a:close/>
                  <a:moveTo>
                    <a:pt x="288" y="1088"/>
                  </a:moveTo>
                  <a:cubicBezTo>
                    <a:pt x="288" y="1056"/>
                    <a:pt x="288" y="1056"/>
                    <a:pt x="288" y="1056"/>
                  </a:cubicBezTo>
                  <a:cubicBezTo>
                    <a:pt x="435" y="1056"/>
                    <a:pt x="435" y="1056"/>
                    <a:pt x="435" y="1056"/>
                  </a:cubicBezTo>
                  <a:cubicBezTo>
                    <a:pt x="463" y="1056"/>
                    <a:pt x="489" y="1048"/>
                    <a:pt x="512" y="1033"/>
                  </a:cubicBezTo>
                  <a:cubicBezTo>
                    <a:pt x="535" y="1048"/>
                    <a:pt x="561" y="1056"/>
                    <a:pt x="589" y="1056"/>
                  </a:cubicBezTo>
                  <a:cubicBezTo>
                    <a:pt x="608" y="1056"/>
                    <a:pt x="608" y="1056"/>
                    <a:pt x="608" y="1056"/>
                  </a:cubicBezTo>
                  <a:cubicBezTo>
                    <a:pt x="608" y="1088"/>
                    <a:pt x="608" y="1088"/>
                    <a:pt x="608" y="1088"/>
                  </a:cubicBezTo>
                  <a:cubicBezTo>
                    <a:pt x="608" y="1176"/>
                    <a:pt x="536" y="1248"/>
                    <a:pt x="448" y="1248"/>
                  </a:cubicBezTo>
                  <a:cubicBezTo>
                    <a:pt x="360" y="1248"/>
                    <a:pt x="288" y="1176"/>
                    <a:pt x="288" y="1088"/>
                  </a:cubicBezTo>
                  <a:close/>
                  <a:moveTo>
                    <a:pt x="448" y="1312"/>
                  </a:moveTo>
                  <a:cubicBezTo>
                    <a:pt x="470" y="1312"/>
                    <a:pt x="492" y="1309"/>
                    <a:pt x="512" y="1303"/>
                  </a:cubicBezTo>
                  <a:cubicBezTo>
                    <a:pt x="512" y="1335"/>
                    <a:pt x="512" y="1335"/>
                    <a:pt x="512" y="1335"/>
                  </a:cubicBezTo>
                  <a:cubicBezTo>
                    <a:pt x="504" y="1347"/>
                    <a:pt x="482" y="1376"/>
                    <a:pt x="448" y="1376"/>
                  </a:cubicBezTo>
                  <a:cubicBezTo>
                    <a:pt x="414" y="1376"/>
                    <a:pt x="392" y="1347"/>
                    <a:pt x="384" y="1335"/>
                  </a:cubicBezTo>
                  <a:cubicBezTo>
                    <a:pt x="384" y="1303"/>
                    <a:pt x="384" y="1303"/>
                    <a:pt x="384" y="1303"/>
                  </a:cubicBezTo>
                  <a:cubicBezTo>
                    <a:pt x="404" y="1309"/>
                    <a:pt x="426" y="1312"/>
                    <a:pt x="448" y="1312"/>
                  </a:cubicBezTo>
                  <a:close/>
                  <a:moveTo>
                    <a:pt x="384" y="1760"/>
                  </a:moveTo>
                  <a:cubicBezTo>
                    <a:pt x="256" y="1760"/>
                    <a:pt x="256" y="1760"/>
                    <a:pt x="256" y="1760"/>
                  </a:cubicBezTo>
                  <a:cubicBezTo>
                    <a:pt x="256" y="1536"/>
                    <a:pt x="256" y="1536"/>
                    <a:pt x="256" y="1536"/>
                  </a:cubicBezTo>
                  <a:cubicBezTo>
                    <a:pt x="192" y="1536"/>
                    <a:pt x="192" y="1536"/>
                    <a:pt x="192" y="1536"/>
                  </a:cubicBezTo>
                  <a:cubicBezTo>
                    <a:pt x="192" y="1760"/>
                    <a:pt x="192" y="1760"/>
                    <a:pt x="192" y="1760"/>
                  </a:cubicBezTo>
                  <a:cubicBezTo>
                    <a:pt x="64" y="1760"/>
                    <a:pt x="64" y="1760"/>
                    <a:pt x="64" y="1760"/>
                  </a:cubicBezTo>
                  <a:cubicBezTo>
                    <a:pt x="64" y="1535"/>
                    <a:pt x="64" y="1535"/>
                    <a:pt x="64" y="1535"/>
                  </a:cubicBezTo>
                  <a:cubicBezTo>
                    <a:pt x="64" y="1493"/>
                    <a:pt x="91" y="1456"/>
                    <a:pt x="132" y="1443"/>
                  </a:cubicBezTo>
                  <a:cubicBezTo>
                    <a:pt x="338" y="1381"/>
                    <a:pt x="338" y="1381"/>
                    <a:pt x="338" y="1381"/>
                  </a:cubicBezTo>
                  <a:cubicBezTo>
                    <a:pt x="357" y="1406"/>
                    <a:pt x="393" y="1440"/>
                    <a:pt x="448" y="1440"/>
                  </a:cubicBezTo>
                  <a:cubicBezTo>
                    <a:pt x="503" y="1440"/>
                    <a:pt x="539" y="1406"/>
                    <a:pt x="558" y="1381"/>
                  </a:cubicBezTo>
                  <a:cubicBezTo>
                    <a:pt x="679" y="1418"/>
                    <a:pt x="679" y="1418"/>
                    <a:pt x="679" y="1418"/>
                  </a:cubicBezTo>
                  <a:cubicBezTo>
                    <a:pt x="590" y="1438"/>
                    <a:pt x="590" y="1438"/>
                    <a:pt x="590" y="1438"/>
                  </a:cubicBezTo>
                  <a:cubicBezTo>
                    <a:pt x="487" y="1462"/>
                    <a:pt x="416" y="1552"/>
                    <a:pt x="416" y="1657"/>
                  </a:cubicBezTo>
                  <a:cubicBezTo>
                    <a:pt x="416" y="1696"/>
                    <a:pt x="416" y="1696"/>
                    <a:pt x="416" y="1696"/>
                  </a:cubicBezTo>
                  <a:cubicBezTo>
                    <a:pt x="480" y="1696"/>
                    <a:pt x="480" y="1696"/>
                    <a:pt x="480" y="1696"/>
                  </a:cubicBezTo>
                  <a:cubicBezTo>
                    <a:pt x="480" y="1657"/>
                    <a:pt x="480" y="1657"/>
                    <a:pt x="480" y="1657"/>
                  </a:cubicBezTo>
                  <a:cubicBezTo>
                    <a:pt x="480" y="1582"/>
                    <a:pt x="531" y="1518"/>
                    <a:pt x="604" y="1501"/>
                  </a:cubicBezTo>
                  <a:cubicBezTo>
                    <a:pt x="772" y="1462"/>
                    <a:pt x="772" y="1462"/>
                    <a:pt x="772" y="1462"/>
                  </a:cubicBezTo>
                  <a:cubicBezTo>
                    <a:pt x="810" y="1651"/>
                    <a:pt x="810" y="1651"/>
                    <a:pt x="810" y="1651"/>
                  </a:cubicBezTo>
                  <a:cubicBezTo>
                    <a:pt x="876" y="1611"/>
                    <a:pt x="876" y="1611"/>
                    <a:pt x="876" y="1611"/>
                  </a:cubicBezTo>
                  <a:cubicBezTo>
                    <a:pt x="895" y="1667"/>
                    <a:pt x="895" y="1667"/>
                    <a:pt x="895" y="1667"/>
                  </a:cubicBezTo>
                  <a:cubicBezTo>
                    <a:pt x="867" y="1920"/>
                    <a:pt x="867" y="1920"/>
                    <a:pt x="867" y="1920"/>
                  </a:cubicBezTo>
                  <a:cubicBezTo>
                    <a:pt x="704" y="1920"/>
                    <a:pt x="704" y="1920"/>
                    <a:pt x="704" y="1920"/>
                  </a:cubicBezTo>
                  <a:cubicBezTo>
                    <a:pt x="704" y="1664"/>
                    <a:pt x="704" y="1664"/>
                    <a:pt x="704" y="1664"/>
                  </a:cubicBezTo>
                  <a:cubicBezTo>
                    <a:pt x="640" y="1664"/>
                    <a:pt x="640" y="1664"/>
                    <a:pt x="640" y="1664"/>
                  </a:cubicBezTo>
                  <a:cubicBezTo>
                    <a:pt x="640" y="1920"/>
                    <a:pt x="640" y="1920"/>
                    <a:pt x="640" y="1920"/>
                  </a:cubicBezTo>
                  <a:cubicBezTo>
                    <a:pt x="480" y="1920"/>
                    <a:pt x="480" y="1920"/>
                    <a:pt x="480" y="1920"/>
                  </a:cubicBezTo>
                  <a:cubicBezTo>
                    <a:pt x="480" y="1856"/>
                    <a:pt x="480" y="1856"/>
                    <a:pt x="480" y="1856"/>
                  </a:cubicBezTo>
                  <a:cubicBezTo>
                    <a:pt x="480" y="1803"/>
                    <a:pt x="437" y="1760"/>
                    <a:pt x="384" y="1760"/>
                  </a:cubicBezTo>
                  <a:close/>
                  <a:moveTo>
                    <a:pt x="1852" y="1443"/>
                  </a:moveTo>
                  <a:cubicBezTo>
                    <a:pt x="1893" y="1456"/>
                    <a:pt x="1920" y="1493"/>
                    <a:pt x="1920" y="1535"/>
                  </a:cubicBezTo>
                  <a:cubicBezTo>
                    <a:pt x="1920" y="1760"/>
                    <a:pt x="1920" y="1760"/>
                    <a:pt x="1920" y="1760"/>
                  </a:cubicBezTo>
                  <a:cubicBezTo>
                    <a:pt x="1792" y="1760"/>
                    <a:pt x="1792" y="1760"/>
                    <a:pt x="1792" y="1760"/>
                  </a:cubicBezTo>
                  <a:cubicBezTo>
                    <a:pt x="1792" y="1536"/>
                    <a:pt x="1792" y="1536"/>
                    <a:pt x="1792" y="1536"/>
                  </a:cubicBezTo>
                  <a:cubicBezTo>
                    <a:pt x="1728" y="1536"/>
                    <a:pt x="1728" y="1536"/>
                    <a:pt x="1728" y="1536"/>
                  </a:cubicBezTo>
                  <a:cubicBezTo>
                    <a:pt x="1728" y="1760"/>
                    <a:pt x="1728" y="1760"/>
                    <a:pt x="1728" y="1760"/>
                  </a:cubicBezTo>
                  <a:cubicBezTo>
                    <a:pt x="1600" y="1760"/>
                    <a:pt x="1600" y="1760"/>
                    <a:pt x="1600" y="1760"/>
                  </a:cubicBezTo>
                  <a:cubicBezTo>
                    <a:pt x="1547" y="1760"/>
                    <a:pt x="1504" y="1803"/>
                    <a:pt x="1504" y="1856"/>
                  </a:cubicBezTo>
                  <a:cubicBezTo>
                    <a:pt x="1504" y="1920"/>
                    <a:pt x="1504" y="1920"/>
                    <a:pt x="1504" y="1920"/>
                  </a:cubicBezTo>
                  <a:cubicBezTo>
                    <a:pt x="1344" y="1920"/>
                    <a:pt x="1344" y="1920"/>
                    <a:pt x="1344" y="1920"/>
                  </a:cubicBezTo>
                  <a:cubicBezTo>
                    <a:pt x="1344" y="1664"/>
                    <a:pt x="1344" y="1664"/>
                    <a:pt x="1344" y="1664"/>
                  </a:cubicBezTo>
                  <a:cubicBezTo>
                    <a:pt x="1280" y="1664"/>
                    <a:pt x="1280" y="1664"/>
                    <a:pt x="1280" y="1664"/>
                  </a:cubicBezTo>
                  <a:cubicBezTo>
                    <a:pt x="1280" y="1920"/>
                    <a:pt x="1280" y="1920"/>
                    <a:pt x="1280" y="1920"/>
                  </a:cubicBezTo>
                  <a:cubicBezTo>
                    <a:pt x="1117" y="1920"/>
                    <a:pt x="1117" y="1920"/>
                    <a:pt x="1117" y="1920"/>
                  </a:cubicBezTo>
                  <a:cubicBezTo>
                    <a:pt x="1089" y="1667"/>
                    <a:pt x="1089" y="1667"/>
                    <a:pt x="1089" y="1667"/>
                  </a:cubicBezTo>
                  <a:cubicBezTo>
                    <a:pt x="1108" y="1611"/>
                    <a:pt x="1108" y="1611"/>
                    <a:pt x="1108" y="1611"/>
                  </a:cubicBezTo>
                  <a:cubicBezTo>
                    <a:pt x="1174" y="1651"/>
                    <a:pt x="1174" y="1651"/>
                    <a:pt x="1174" y="1651"/>
                  </a:cubicBezTo>
                  <a:cubicBezTo>
                    <a:pt x="1212" y="1462"/>
                    <a:pt x="1212" y="1462"/>
                    <a:pt x="1212" y="1462"/>
                  </a:cubicBezTo>
                  <a:cubicBezTo>
                    <a:pt x="1380" y="1501"/>
                    <a:pt x="1380" y="1501"/>
                    <a:pt x="1380" y="1501"/>
                  </a:cubicBezTo>
                  <a:cubicBezTo>
                    <a:pt x="1453" y="1518"/>
                    <a:pt x="1504" y="1582"/>
                    <a:pt x="1504" y="1657"/>
                  </a:cubicBezTo>
                  <a:cubicBezTo>
                    <a:pt x="1504" y="1696"/>
                    <a:pt x="1504" y="1696"/>
                    <a:pt x="1504" y="1696"/>
                  </a:cubicBezTo>
                  <a:cubicBezTo>
                    <a:pt x="1568" y="1696"/>
                    <a:pt x="1568" y="1696"/>
                    <a:pt x="1568" y="1696"/>
                  </a:cubicBezTo>
                  <a:cubicBezTo>
                    <a:pt x="1568" y="1657"/>
                    <a:pt x="1568" y="1657"/>
                    <a:pt x="1568" y="1657"/>
                  </a:cubicBezTo>
                  <a:cubicBezTo>
                    <a:pt x="1568" y="1552"/>
                    <a:pt x="1497" y="1462"/>
                    <a:pt x="1394" y="1438"/>
                  </a:cubicBezTo>
                  <a:cubicBezTo>
                    <a:pt x="1305" y="1418"/>
                    <a:pt x="1305" y="1418"/>
                    <a:pt x="1305" y="1418"/>
                  </a:cubicBezTo>
                  <a:cubicBezTo>
                    <a:pt x="1426" y="1381"/>
                    <a:pt x="1426" y="1381"/>
                    <a:pt x="1426" y="1381"/>
                  </a:cubicBezTo>
                  <a:cubicBezTo>
                    <a:pt x="1445" y="1406"/>
                    <a:pt x="1481" y="1440"/>
                    <a:pt x="1536" y="1440"/>
                  </a:cubicBezTo>
                  <a:cubicBezTo>
                    <a:pt x="1591" y="1440"/>
                    <a:pt x="1627" y="1406"/>
                    <a:pt x="1646" y="1381"/>
                  </a:cubicBezTo>
                  <a:lnTo>
                    <a:pt x="1852" y="1443"/>
                  </a:lnTo>
                  <a:close/>
                  <a:moveTo>
                    <a:pt x="1600" y="1335"/>
                  </a:moveTo>
                  <a:cubicBezTo>
                    <a:pt x="1592" y="1347"/>
                    <a:pt x="1570" y="1376"/>
                    <a:pt x="1536" y="1376"/>
                  </a:cubicBezTo>
                  <a:cubicBezTo>
                    <a:pt x="1502" y="1376"/>
                    <a:pt x="1480" y="1347"/>
                    <a:pt x="1472" y="1335"/>
                  </a:cubicBezTo>
                  <a:cubicBezTo>
                    <a:pt x="1472" y="1303"/>
                    <a:pt x="1472" y="1303"/>
                    <a:pt x="1472" y="1303"/>
                  </a:cubicBezTo>
                  <a:cubicBezTo>
                    <a:pt x="1492" y="1309"/>
                    <a:pt x="1514" y="1312"/>
                    <a:pt x="1536" y="1312"/>
                  </a:cubicBezTo>
                  <a:cubicBezTo>
                    <a:pt x="1558" y="1312"/>
                    <a:pt x="1580" y="1309"/>
                    <a:pt x="1600" y="1303"/>
                  </a:cubicBezTo>
                  <a:lnTo>
                    <a:pt x="1600" y="1335"/>
                  </a:lnTo>
                  <a:close/>
                  <a:moveTo>
                    <a:pt x="1536" y="1248"/>
                  </a:moveTo>
                  <a:cubicBezTo>
                    <a:pt x="1448" y="1248"/>
                    <a:pt x="1376" y="1176"/>
                    <a:pt x="1376" y="1088"/>
                  </a:cubicBezTo>
                  <a:cubicBezTo>
                    <a:pt x="1376" y="1056"/>
                    <a:pt x="1376" y="1056"/>
                    <a:pt x="1376" y="1056"/>
                  </a:cubicBezTo>
                  <a:cubicBezTo>
                    <a:pt x="1395" y="1056"/>
                    <a:pt x="1395" y="1056"/>
                    <a:pt x="1395" y="1056"/>
                  </a:cubicBezTo>
                  <a:cubicBezTo>
                    <a:pt x="1423" y="1056"/>
                    <a:pt x="1449" y="1048"/>
                    <a:pt x="1472" y="1033"/>
                  </a:cubicBezTo>
                  <a:cubicBezTo>
                    <a:pt x="1495" y="1048"/>
                    <a:pt x="1521" y="1056"/>
                    <a:pt x="1549" y="1056"/>
                  </a:cubicBezTo>
                  <a:cubicBezTo>
                    <a:pt x="1696" y="1056"/>
                    <a:pt x="1696" y="1056"/>
                    <a:pt x="1696" y="1056"/>
                  </a:cubicBezTo>
                  <a:cubicBezTo>
                    <a:pt x="1696" y="1088"/>
                    <a:pt x="1696" y="1088"/>
                    <a:pt x="1696" y="1088"/>
                  </a:cubicBezTo>
                  <a:cubicBezTo>
                    <a:pt x="1696" y="1176"/>
                    <a:pt x="1624" y="1248"/>
                    <a:pt x="1536" y="1248"/>
                  </a:cubicBezTo>
                  <a:close/>
                  <a:moveTo>
                    <a:pt x="1536" y="832"/>
                  </a:moveTo>
                  <a:cubicBezTo>
                    <a:pt x="1624" y="832"/>
                    <a:pt x="1696" y="904"/>
                    <a:pt x="1696" y="992"/>
                  </a:cubicBezTo>
                  <a:cubicBezTo>
                    <a:pt x="1549" y="992"/>
                    <a:pt x="1549" y="992"/>
                    <a:pt x="1549" y="992"/>
                  </a:cubicBezTo>
                  <a:cubicBezTo>
                    <a:pt x="1529" y="992"/>
                    <a:pt x="1509" y="984"/>
                    <a:pt x="1495" y="969"/>
                  </a:cubicBezTo>
                  <a:cubicBezTo>
                    <a:pt x="1472" y="947"/>
                    <a:pt x="1472" y="947"/>
                    <a:pt x="1472" y="947"/>
                  </a:cubicBezTo>
                  <a:cubicBezTo>
                    <a:pt x="1449" y="969"/>
                    <a:pt x="1449" y="969"/>
                    <a:pt x="1449" y="969"/>
                  </a:cubicBezTo>
                  <a:cubicBezTo>
                    <a:pt x="1435" y="984"/>
                    <a:pt x="1415" y="992"/>
                    <a:pt x="1395" y="992"/>
                  </a:cubicBezTo>
                  <a:cubicBezTo>
                    <a:pt x="1376" y="992"/>
                    <a:pt x="1376" y="992"/>
                    <a:pt x="1376" y="992"/>
                  </a:cubicBezTo>
                  <a:cubicBezTo>
                    <a:pt x="1376" y="904"/>
                    <a:pt x="1448" y="832"/>
                    <a:pt x="1536" y="832"/>
                  </a:cubicBezTo>
                  <a:close/>
                  <a:moveTo>
                    <a:pt x="1312" y="931"/>
                  </a:moveTo>
                  <a:cubicBezTo>
                    <a:pt x="1284" y="909"/>
                    <a:pt x="1249" y="896"/>
                    <a:pt x="1211" y="896"/>
                  </a:cubicBezTo>
                  <a:cubicBezTo>
                    <a:pt x="1172" y="896"/>
                    <a:pt x="1172" y="896"/>
                    <a:pt x="1172" y="896"/>
                  </a:cubicBezTo>
                  <a:cubicBezTo>
                    <a:pt x="1132" y="817"/>
                    <a:pt x="1132" y="817"/>
                    <a:pt x="1132" y="817"/>
                  </a:cubicBezTo>
                  <a:cubicBezTo>
                    <a:pt x="1102" y="837"/>
                    <a:pt x="1102" y="837"/>
                    <a:pt x="1102" y="837"/>
                  </a:cubicBezTo>
                  <a:cubicBezTo>
                    <a:pt x="1045" y="876"/>
                    <a:pt x="978" y="896"/>
                    <a:pt x="909" y="896"/>
                  </a:cubicBezTo>
                  <a:cubicBezTo>
                    <a:pt x="774" y="896"/>
                    <a:pt x="774" y="896"/>
                    <a:pt x="774" y="896"/>
                  </a:cubicBezTo>
                  <a:cubicBezTo>
                    <a:pt x="735" y="896"/>
                    <a:pt x="700" y="909"/>
                    <a:pt x="672" y="931"/>
                  </a:cubicBezTo>
                  <a:cubicBezTo>
                    <a:pt x="672" y="883"/>
                    <a:pt x="672" y="883"/>
                    <a:pt x="672" y="883"/>
                  </a:cubicBezTo>
                  <a:cubicBezTo>
                    <a:pt x="672" y="714"/>
                    <a:pt x="810" y="576"/>
                    <a:pt x="979" y="576"/>
                  </a:cubicBezTo>
                  <a:cubicBezTo>
                    <a:pt x="1062" y="576"/>
                    <a:pt x="1139" y="608"/>
                    <a:pt x="1197" y="666"/>
                  </a:cubicBezTo>
                  <a:cubicBezTo>
                    <a:pt x="1231" y="700"/>
                    <a:pt x="1231" y="700"/>
                    <a:pt x="1231" y="700"/>
                  </a:cubicBezTo>
                  <a:cubicBezTo>
                    <a:pt x="1238" y="702"/>
                    <a:pt x="1238" y="702"/>
                    <a:pt x="1238" y="702"/>
                  </a:cubicBezTo>
                  <a:cubicBezTo>
                    <a:pt x="1282" y="717"/>
                    <a:pt x="1312" y="758"/>
                    <a:pt x="1312" y="805"/>
                  </a:cubicBezTo>
                  <a:lnTo>
                    <a:pt x="1312" y="931"/>
                  </a:lnTo>
                  <a:close/>
                  <a:moveTo>
                    <a:pt x="1536" y="64"/>
                  </a:moveTo>
                  <a:cubicBezTo>
                    <a:pt x="1624" y="64"/>
                    <a:pt x="1696" y="136"/>
                    <a:pt x="1696" y="224"/>
                  </a:cubicBezTo>
                  <a:cubicBezTo>
                    <a:pt x="1677" y="224"/>
                    <a:pt x="1677" y="224"/>
                    <a:pt x="1677" y="224"/>
                  </a:cubicBezTo>
                  <a:cubicBezTo>
                    <a:pt x="1657" y="224"/>
                    <a:pt x="1637" y="216"/>
                    <a:pt x="1623" y="201"/>
                  </a:cubicBezTo>
                  <a:cubicBezTo>
                    <a:pt x="1600" y="179"/>
                    <a:pt x="1600" y="179"/>
                    <a:pt x="1600" y="179"/>
                  </a:cubicBezTo>
                  <a:cubicBezTo>
                    <a:pt x="1577" y="201"/>
                    <a:pt x="1577" y="201"/>
                    <a:pt x="1577" y="201"/>
                  </a:cubicBezTo>
                  <a:cubicBezTo>
                    <a:pt x="1563" y="216"/>
                    <a:pt x="1543" y="224"/>
                    <a:pt x="1523" y="224"/>
                  </a:cubicBezTo>
                  <a:cubicBezTo>
                    <a:pt x="1376" y="224"/>
                    <a:pt x="1376" y="224"/>
                    <a:pt x="1376" y="224"/>
                  </a:cubicBezTo>
                  <a:cubicBezTo>
                    <a:pt x="1376" y="136"/>
                    <a:pt x="1448" y="64"/>
                    <a:pt x="1536" y="64"/>
                  </a:cubicBezTo>
                  <a:close/>
                  <a:moveTo>
                    <a:pt x="1376" y="320"/>
                  </a:moveTo>
                  <a:cubicBezTo>
                    <a:pt x="1376" y="288"/>
                    <a:pt x="1376" y="288"/>
                    <a:pt x="1376" y="288"/>
                  </a:cubicBezTo>
                  <a:cubicBezTo>
                    <a:pt x="1523" y="288"/>
                    <a:pt x="1523" y="288"/>
                    <a:pt x="1523" y="288"/>
                  </a:cubicBezTo>
                  <a:cubicBezTo>
                    <a:pt x="1551" y="288"/>
                    <a:pt x="1577" y="280"/>
                    <a:pt x="1600" y="265"/>
                  </a:cubicBezTo>
                  <a:cubicBezTo>
                    <a:pt x="1623" y="280"/>
                    <a:pt x="1649" y="288"/>
                    <a:pt x="1677" y="288"/>
                  </a:cubicBezTo>
                  <a:cubicBezTo>
                    <a:pt x="1696" y="288"/>
                    <a:pt x="1696" y="288"/>
                    <a:pt x="1696" y="288"/>
                  </a:cubicBezTo>
                  <a:cubicBezTo>
                    <a:pt x="1696" y="320"/>
                    <a:pt x="1696" y="320"/>
                    <a:pt x="1696" y="320"/>
                  </a:cubicBezTo>
                  <a:cubicBezTo>
                    <a:pt x="1696" y="408"/>
                    <a:pt x="1624" y="480"/>
                    <a:pt x="1536" y="480"/>
                  </a:cubicBezTo>
                  <a:cubicBezTo>
                    <a:pt x="1448" y="480"/>
                    <a:pt x="1376" y="408"/>
                    <a:pt x="1376" y="320"/>
                  </a:cubicBezTo>
                  <a:close/>
                  <a:moveTo>
                    <a:pt x="1536" y="608"/>
                  </a:moveTo>
                  <a:cubicBezTo>
                    <a:pt x="1502" y="608"/>
                    <a:pt x="1480" y="579"/>
                    <a:pt x="1472" y="567"/>
                  </a:cubicBezTo>
                  <a:cubicBezTo>
                    <a:pt x="1472" y="535"/>
                    <a:pt x="1472" y="535"/>
                    <a:pt x="1472" y="535"/>
                  </a:cubicBezTo>
                  <a:cubicBezTo>
                    <a:pt x="1492" y="541"/>
                    <a:pt x="1514" y="544"/>
                    <a:pt x="1536" y="544"/>
                  </a:cubicBezTo>
                  <a:cubicBezTo>
                    <a:pt x="1558" y="544"/>
                    <a:pt x="1580" y="541"/>
                    <a:pt x="1600" y="535"/>
                  </a:cubicBezTo>
                  <a:cubicBezTo>
                    <a:pt x="1600" y="567"/>
                    <a:pt x="1600" y="567"/>
                    <a:pt x="1600" y="567"/>
                  </a:cubicBezTo>
                  <a:cubicBezTo>
                    <a:pt x="1592" y="579"/>
                    <a:pt x="1570" y="608"/>
                    <a:pt x="1536" y="608"/>
                  </a:cubicBezTo>
                  <a:close/>
                </a:path>
              </a:pathLst>
            </a:custGeom>
            <a:solidFill>
              <a:schemeClr val="accent1"/>
            </a:solidFill>
            <a:ln>
              <a:noFill/>
            </a:ln>
          </p:spPr>
          <p:txBody>
            <a:bodyPr vert="horz" wrap="square" lIns="91440" tIns="45720" rIns="91440" bIns="45720" numCol="1"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grpSp>
      <p:grpSp>
        <p:nvGrpSpPr>
          <p:cNvPr id="18" name="宇神PPT-7"/>
          <p:cNvGrpSpPr/>
          <p:nvPr>
            <p:custDataLst>
              <p:tags r:id="rId7"/>
            </p:custDataLst>
          </p:nvPr>
        </p:nvGrpSpPr>
        <p:grpSpPr>
          <a:xfrm>
            <a:off x="5022215" y="1283970"/>
            <a:ext cx="3928110" cy="4989831"/>
            <a:chOff x="5245744" y="1667447"/>
            <a:chExt cx="3658828" cy="4990055"/>
          </a:xfrm>
        </p:grpSpPr>
        <p:sp>
          <p:nvSpPr>
            <p:cNvPr id="19" name="宇神PPT-7-1"/>
            <p:cNvSpPr txBox="1"/>
            <p:nvPr>
              <p:custDataLst>
                <p:tags r:id="rId8"/>
              </p:custDataLst>
            </p:nvPr>
          </p:nvSpPr>
          <p:spPr>
            <a:xfrm>
              <a:off x="6311164" y="1667447"/>
              <a:ext cx="1527988" cy="110685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600" b="0" i="0" u="none" strike="noStrike" kern="1200" cap="none" spc="0" normalizeH="0" baseline="0" noProof="0" dirty="0">
                  <a:ln w="9525" cap="flat" cmpd="sng" algn="ctr">
                    <a:solidFill>
                      <a:schemeClr val="accent3"/>
                    </a:solidFill>
                    <a:prstDash val="solid"/>
                    <a:round/>
                    <a:headEnd type="none" w="med" len="med"/>
                    <a:tailEnd type="none" w="med" len="med"/>
                  </a:ln>
                  <a:noFill/>
                  <a:effectLst/>
                  <a:uLnTx/>
                  <a:uFillTx/>
                  <a:latin typeface="思源黑体 CN Bold" panose="020B0800000000000000" charset="-122"/>
                  <a:ea typeface="思源黑体 CN Bold" panose="020B0800000000000000" charset="-122"/>
                  <a:cs typeface="思源黑体 CN Bold" panose="020B0800000000000000" charset="-122"/>
                </a:rPr>
                <a:t>02</a:t>
              </a:r>
              <a:endParaRPr kumimoji="0" lang="zh-CN" altLang="en-US" sz="6600" b="0" i="0" u="none" strike="noStrike" kern="1200" cap="none" spc="0" normalizeH="0" baseline="0" noProof="0" dirty="0">
                <a:ln w="9525" cap="flat" cmpd="sng" algn="ctr">
                  <a:solidFill>
                    <a:schemeClr val="accent3"/>
                  </a:solidFill>
                  <a:prstDash val="solid"/>
                  <a:round/>
                  <a:headEnd type="none" w="med" len="med"/>
                  <a:tailEnd type="none" w="med" len="med"/>
                </a:ln>
                <a:no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20" name="宇神PPT-7-2"/>
            <p:cNvSpPr/>
            <p:nvPr>
              <p:custDataLst>
                <p:tags r:id="rId9"/>
              </p:custDataLst>
            </p:nvPr>
          </p:nvSpPr>
          <p:spPr>
            <a:xfrm>
              <a:off x="5245744" y="2333592"/>
              <a:ext cx="3658828" cy="4323910"/>
            </a:xfrm>
            <a:prstGeom prst="roundRect">
              <a:avLst>
                <a:gd name="adj" fmla="val 9658"/>
              </a:avLst>
            </a:prstGeom>
            <a:solidFill>
              <a:schemeClr val="accent1">
                <a:lumMod val="781"/>
                <a:lumOff val="99219"/>
              </a:schemeClr>
            </a:solidFill>
            <a:ln w="12700" cap="flat" cmpd="sng" algn="ctr">
              <a:solidFill>
                <a:schemeClr val="accent3"/>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white"/>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21" name="宇神PPT-7-3"/>
            <p:cNvSpPr txBox="1"/>
            <p:nvPr>
              <p:custDataLst>
                <p:tags r:id="rId10"/>
              </p:custDataLst>
            </p:nvPr>
          </p:nvSpPr>
          <p:spPr>
            <a:xfrm>
              <a:off x="5477425" y="4075605"/>
              <a:ext cx="3195466" cy="2077178"/>
            </a:xfrm>
            <a:prstGeom prst="rect">
              <a:avLst/>
            </a:prstGeom>
            <a:noFill/>
          </p:spPr>
          <p:txBody>
            <a:bodyPr wrap="square" lIns="0" tIns="0" rIns="0" bIns="0" rtlCol="0">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b="0" i="0" u="none" strike="noStrike" kern="1200" cap="none" spc="0" normalizeH="0" baseline="0" noProof="0" dirty="0">
                  <a:ln>
                    <a:noFill/>
                  </a:ln>
                  <a:solidFill>
                    <a:schemeClr val="accent1">
                      <a:lumMod val="0"/>
                    </a:schemeClr>
                  </a:solidFill>
                  <a:effectLst/>
                  <a:uLnTx/>
                  <a:uFillTx/>
                  <a:latin typeface="思源黑体 CN Bold" panose="020B0800000000000000" charset="-122"/>
                  <a:ea typeface="思源黑体 CN Light" panose="020B0300000000000000" pitchFamily="34" charset="-122"/>
                  <a:cs typeface="+mn-ea"/>
                  <a:sym typeface="+mn-lt"/>
                </a:rPr>
                <a:t>因此，善恶并不是绝对的存在，但对于有限的我们来说却是真实的，必须通过无私善行的实践而与无限者的活动统一起来，以获得宇宙生命或道德生命。</a:t>
              </a:r>
              <a:endParaRPr kumimoji="0" lang="zh-CN" altLang="en-US" b="0" i="0" u="none" strike="noStrike" kern="1200" cap="none" spc="0" normalizeH="0" baseline="0" noProof="0" dirty="0">
                <a:ln>
                  <a:noFill/>
                </a:ln>
                <a:solidFill>
                  <a:schemeClr val="accent1">
                    <a:lumMod val="0"/>
                  </a:schemeClr>
                </a:solidFill>
                <a:effectLst/>
                <a:uLnTx/>
                <a:uFillTx/>
                <a:latin typeface="思源黑体 CN Bold" panose="020B0800000000000000" charset="-122"/>
                <a:ea typeface="思源黑体 CN Light" panose="020B0300000000000000" pitchFamily="34" charset="-122"/>
                <a:cs typeface="+mn-ea"/>
                <a:sym typeface="+mn-lt"/>
              </a:endParaRPr>
            </a:p>
          </p:txBody>
        </p:sp>
        <p:sp>
          <p:nvSpPr>
            <p:cNvPr id="37" name="宇神PPT-7-4"/>
            <p:cNvSpPr/>
            <p:nvPr>
              <p:custDataLst>
                <p:tags r:id="rId11"/>
              </p:custDataLst>
            </p:nvPr>
          </p:nvSpPr>
          <p:spPr>
            <a:xfrm>
              <a:off x="6066978" y="3581238"/>
              <a:ext cx="2016360" cy="413442"/>
            </a:xfrm>
            <a:prstGeom prst="roundRect">
              <a:avLst>
                <a:gd name="adj" fmla="val 50000"/>
              </a:avLst>
            </a:prstGeom>
            <a:gradFill>
              <a:gsLst>
                <a:gs pos="0">
                  <a:schemeClr val="accent3"/>
                </a:gs>
                <a:gs pos="100000">
                  <a:schemeClr val="accent4"/>
                </a:gs>
              </a:gsLst>
              <a:lin ang="2700000" scaled="0"/>
            </a:gradFill>
            <a:ln w="12700">
              <a:noFill/>
            </a:ln>
            <a:effectLst>
              <a:outerShdw blurRad="254000" dist="279400" dir="5400000" sx="80000" sy="80000" algn="t" rotWithShape="0">
                <a:schemeClr val="accent3">
                  <a:lumMod val="50000"/>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solidFill>
                    <a:schemeClr val="accent1">
                      <a:lumMod val="781"/>
                      <a:lumOff val="99219"/>
                    </a:schemeClr>
                  </a:solidFill>
                  <a:effectLst>
                    <a:outerShdw blurRad="38100" dist="38100" dir="2700000" algn="tl">
                      <a:schemeClr val="accent1">
                        <a:lumMod val="0"/>
                        <a:alpha val="43137"/>
                      </a:schemeClr>
                    </a:outerShdw>
                  </a:effectLst>
                  <a:latin typeface="思源黑体 CN Bold" panose="020B0800000000000000" charset="-122"/>
                  <a:ea typeface="思源黑体 CN Bold" panose="020B0800000000000000" charset="-122"/>
                  <a:cs typeface="思源黑体 CN Bold" panose="020B0800000000000000" charset="-122"/>
                </a:rPr>
                <a:t>道德生命</a:t>
              </a:r>
              <a:endParaRPr kumimoji="0" lang="zh-CN" altLang="en-US" sz="2000" b="0" i="0" u="none" strike="noStrike" kern="1200" cap="none" spc="0" normalizeH="0" baseline="0" noProof="0" dirty="0">
                <a:ln>
                  <a:noFill/>
                </a:ln>
                <a:solidFill>
                  <a:schemeClr val="accent1">
                    <a:lumMod val="781"/>
                    <a:lumOff val="99219"/>
                  </a:schemeClr>
                </a:solidFill>
                <a:effectLst>
                  <a:outerShdw blurRad="38100" dist="38100" dir="2700000" algn="tl">
                    <a:schemeClr val="accent1">
                      <a:lumMod val="0"/>
                      <a:alpha val="43137"/>
                    </a:schemeClr>
                  </a:outerShdw>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38" name="宇神PPT-7-5"/>
            <p:cNvSpPr>
              <a:spLocks noEditPoints="1"/>
            </p:cNvSpPr>
            <p:nvPr>
              <p:custDataLst>
                <p:tags r:id="rId12"/>
              </p:custDataLst>
            </p:nvPr>
          </p:nvSpPr>
          <p:spPr bwMode="auto">
            <a:xfrm>
              <a:off x="6683711" y="2553163"/>
              <a:ext cx="782894" cy="782894"/>
            </a:xfrm>
            <a:custGeom>
              <a:avLst/>
              <a:gdLst>
                <a:gd name="T0" fmla="*/ 1664 w 1984"/>
                <a:gd name="T1" fmla="*/ 504 h 1984"/>
                <a:gd name="T2" fmla="*/ 1312 w 1984"/>
                <a:gd name="T3" fmla="*/ 320 h 1984"/>
                <a:gd name="T4" fmla="*/ 739 w 1984"/>
                <a:gd name="T5" fmla="*/ 601 h 1984"/>
                <a:gd name="T6" fmla="*/ 448 w 1984"/>
                <a:gd name="T7" fmla="*/ 0 h 1984"/>
                <a:gd name="T8" fmla="*/ 114 w 1984"/>
                <a:gd name="T9" fmla="*/ 614 h 1984"/>
                <a:gd name="T10" fmla="*/ 132 w 1984"/>
                <a:gd name="T11" fmla="*/ 675 h 1984"/>
                <a:gd name="T12" fmla="*/ 611 w 1984"/>
                <a:gd name="T13" fmla="*/ 839 h 1984"/>
                <a:gd name="T14" fmla="*/ 320 w 1984"/>
                <a:gd name="T15" fmla="*/ 1320 h 1984"/>
                <a:gd name="T16" fmla="*/ 416 w 1984"/>
                <a:gd name="T17" fmla="*/ 1856 h 1984"/>
                <a:gd name="T18" fmla="*/ 1984 w 1984"/>
                <a:gd name="T19" fmla="*/ 1824 h 1984"/>
                <a:gd name="T20" fmla="*/ 1760 w 1984"/>
                <a:gd name="T21" fmla="*/ 1088 h 1984"/>
                <a:gd name="T22" fmla="*/ 1288 w 1984"/>
                <a:gd name="T23" fmla="*/ 655 h 1984"/>
                <a:gd name="T24" fmla="*/ 1920 w 1984"/>
                <a:gd name="T25" fmla="*/ 767 h 1984"/>
                <a:gd name="T26" fmla="*/ 461 w 1984"/>
                <a:gd name="T27" fmla="*/ 224 h 1984"/>
                <a:gd name="T28" fmla="*/ 288 w 1984"/>
                <a:gd name="T29" fmla="*/ 224 h 1984"/>
                <a:gd name="T30" fmla="*/ 384 w 1984"/>
                <a:gd name="T31" fmla="*/ 265 h 1984"/>
                <a:gd name="T32" fmla="*/ 288 w 1984"/>
                <a:gd name="T33" fmla="*/ 320 h 1984"/>
                <a:gd name="T34" fmla="*/ 512 w 1984"/>
                <a:gd name="T35" fmla="*/ 535 h 1984"/>
                <a:gd name="T36" fmla="*/ 1408 w 1984"/>
                <a:gd name="T37" fmla="*/ 1320 h 1984"/>
                <a:gd name="T38" fmla="*/ 1230 w 1984"/>
                <a:gd name="T39" fmla="*/ 1215 h 1984"/>
                <a:gd name="T40" fmla="*/ 992 w 1984"/>
                <a:gd name="T41" fmla="*/ 1464 h 1984"/>
                <a:gd name="T42" fmla="*/ 935 w 1984"/>
                <a:gd name="T43" fmla="*/ 1501 h 1984"/>
                <a:gd name="T44" fmla="*/ 1027 w 1984"/>
                <a:gd name="T45" fmla="*/ 1696 h 1984"/>
                <a:gd name="T46" fmla="*/ 951 w 1984"/>
                <a:gd name="T47" fmla="*/ 1632 h 1984"/>
                <a:gd name="T48" fmla="*/ 1049 w 1984"/>
                <a:gd name="T49" fmla="*/ 1501 h 1984"/>
                <a:gd name="T50" fmla="*/ 1287 w 1984"/>
                <a:gd name="T51" fmla="*/ 1121 h 1984"/>
                <a:gd name="T52" fmla="*/ 1287 w 1984"/>
                <a:gd name="T53" fmla="*/ 1121 h 1984"/>
                <a:gd name="T54" fmla="*/ 909 w 1984"/>
                <a:gd name="T55" fmla="*/ 960 h 1984"/>
                <a:gd name="T56" fmla="*/ 737 w 1984"/>
                <a:gd name="T57" fmla="*/ 1146 h 1984"/>
                <a:gd name="T58" fmla="*/ 737 w 1984"/>
                <a:gd name="T59" fmla="*/ 1146 h 1984"/>
                <a:gd name="T60" fmla="*/ 782 w 1984"/>
                <a:gd name="T61" fmla="*/ 1382 h 1984"/>
                <a:gd name="T62" fmla="*/ 448 w 1984"/>
                <a:gd name="T63" fmla="*/ 832 h 1984"/>
                <a:gd name="T64" fmla="*/ 489 w 1984"/>
                <a:gd name="T65" fmla="*/ 969 h 1984"/>
                <a:gd name="T66" fmla="*/ 288 w 1984"/>
                <a:gd name="T67" fmla="*/ 1056 h 1984"/>
                <a:gd name="T68" fmla="*/ 608 w 1984"/>
                <a:gd name="T69" fmla="*/ 1088 h 1984"/>
                <a:gd name="T70" fmla="*/ 512 w 1984"/>
                <a:gd name="T71" fmla="*/ 1335 h 1984"/>
                <a:gd name="T72" fmla="*/ 384 w 1984"/>
                <a:gd name="T73" fmla="*/ 1760 h 1984"/>
                <a:gd name="T74" fmla="*/ 64 w 1984"/>
                <a:gd name="T75" fmla="*/ 1760 h 1984"/>
                <a:gd name="T76" fmla="*/ 558 w 1984"/>
                <a:gd name="T77" fmla="*/ 1381 h 1984"/>
                <a:gd name="T78" fmla="*/ 480 w 1984"/>
                <a:gd name="T79" fmla="*/ 1696 h 1984"/>
                <a:gd name="T80" fmla="*/ 876 w 1984"/>
                <a:gd name="T81" fmla="*/ 1611 h 1984"/>
                <a:gd name="T82" fmla="*/ 640 w 1984"/>
                <a:gd name="T83" fmla="*/ 1664 h 1984"/>
                <a:gd name="T84" fmla="*/ 1852 w 1984"/>
                <a:gd name="T85" fmla="*/ 1443 h 1984"/>
                <a:gd name="T86" fmla="*/ 1728 w 1984"/>
                <a:gd name="T87" fmla="*/ 1536 h 1984"/>
                <a:gd name="T88" fmla="*/ 1344 w 1984"/>
                <a:gd name="T89" fmla="*/ 1920 h 1984"/>
                <a:gd name="T90" fmla="*/ 1089 w 1984"/>
                <a:gd name="T91" fmla="*/ 1667 h 1984"/>
                <a:gd name="T92" fmla="*/ 1504 w 1984"/>
                <a:gd name="T93" fmla="*/ 1657 h 1984"/>
                <a:gd name="T94" fmla="*/ 1305 w 1984"/>
                <a:gd name="T95" fmla="*/ 1418 h 1984"/>
                <a:gd name="T96" fmla="*/ 1600 w 1984"/>
                <a:gd name="T97" fmla="*/ 1335 h 1984"/>
                <a:gd name="T98" fmla="*/ 1600 w 1984"/>
                <a:gd name="T99" fmla="*/ 1303 h 1984"/>
                <a:gd name="T100" fmla="*/ 1395 w 1984"/>
                <a:gd name="T101" fmla="*/ 1056 h 1984"/>
                <a:gd name="T102" fmla="*/ 1536 w 1984"/>
                <a:gd name="T103" fmla="*/ 1248 h 1984"/>
                <a:gd name="T104" fmla="*/ 1472 w 1984"/>
                <a:gd name="T105" fmla="*/ 947 h 1984"/>
                <a:gd name="T106" fmla="*/ 1312 w 1984"/>
                <a:gd name="T107" fmla="*/ 931 h 1984"/>
                <a:gd name="T108" fmla="*/ 909 w 1984"/>
                <a:gd name="T109" fmla="*/ 896 h 1984"/>
                <a:gd name="T110" fmla="*/ 1197 w 1984"/>
                <a:gd name="T111" fmla="*/ 666 h 1984"/>
                <a:gd name="T112" fmla="*/ 1536 w 1984"/>
                <a:gd name="T113" fmla="*/ 64 h 1984"/>
                <a:gd name="T114" fmla="*/ 1577 w 1984"/>
                <a:gd name="T115" fmla="*/ 201 h 1984"/>
                <a:gd name="T116" fmla="*/ 1376 w 1984"/>
                <a:gd name="T117" fmla="*/ 288 h 1984"/>
                <a:gd name="T118" fmla="*/ 1696 w 1984"/>
                <a:gd name="T119" fmla="*/ 320 h 1984"/>
                <a:gd name="T120" fmla="*/ 1472 w 1984"/>
                <a:gd name="T121" fmla="*/ 535 h 19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984" h="1984">
                  <a:moveTo>
                    <a:pt x="1984" y="1024"/>
                  </a:moveTo>
                  <a:cubicBezTo>
                    <a:pt x="1984" y="767"/>
                    <a:pt x="1984" y="767"/>
                    <a:pt x="1984" y="767"/>
                  </a:cubicBezTo>
                  <a:cubicBezTo>
                    <a:pt x="1984" y="696"/>
                    <a:pt x="1938" y="634"/>
                    <a:pt x="1870" y="614"/>
                  </a:cubicBezTo>
                  <a:cubicBezTo>
                    <a:pt x="1664" y="552"/>
                    <a:pt x="1664" y="552"/>
                    <a:pt x="1664" y="552"/>
                  </a:cubicBezTo>
                  <a:cubicBezTo>
                    <a:pt x="1664" y="504"/>
                    <a:pt x="1664" y="504"/>
                    <a:pt x="1664" y="504"/>
                  </a:cubicBezTo>
                  <a:cubicBezTo>
                    <a:pt x="1722" y="463"/>
                    <a:pt x="1760" y="396"/>
                    <a:pt x="1760" y="320"/>
                  </a:cubicBezTo>
                  <a:cubicBezTo>
                    <a:pt x="1760" y="224"/>
                    <a:pt x="1760" y="224"/>
                    <a:pt x="1760" y="224"/>
                  </a:cubicBezTo>
                  <a:cubicBezTo>
                    <a:pt x="1760" y="100"/>
                    <a:pt x="1660" y="0"/>
                    <a:pt x="1536" y="0"/>
                  </a:cubicBezTo>
                  <a:cubicBezTo>
                    <a:pt x="1412" y="0"/>
                    <a:pt x="1312" y="100"/>
                    <a:pt x="1312" y="224"/>
                  </a:cubicBezTo>
                  <a:cubicBezTo>
                    <a:pt x="1312" y="320"/>
                    <a:pt x="1312" y="320"/>
                    <a:pt x="1312" y="320"/>
                  </a:cubicBezTo>
                  <a:cubicBezTo>
                    <a:pt x="1312" y="396"/>
                    <a:pt x="1350" y="463"/>
                    <a:pt x="1408" y="504"/>
                  </a:cubicBezTo>
                  <a:cubicBezTo>
                    <a:pt x="1408" y="552"/>
                    <a:pt x="1408" y="552"/>
                    <a:pt x="1408" y="552"/>
                  </a:cubicBezTo>
                  <a:cubicBezTo>
                    <a:pt x="1226" y="607"/>
                    <a:pt x="1226" y="607"/>
                    <a:pt x="1226" y="607"/>
                  </a:cubicBezTo>
                  <a:cubicBezTo>
                    <a:pt x="1158" y="546"/>
                    <a:pt x="1072" y="512"/>
                    <a:pt x="979" y="512"/>
                  </a:cubicBezTo>
                  <a:cubicBezTo>
                    <a:pt x="888" y="512"/>
                    <a:pt x="804" y="546"/>
                    <a:pt x="739" y="601"/>
                  </a:cubicBezTo>
                  <a:cubicBezTo>
                    <a:pt x="576" y="552"/>
                    <a:pt x="576" y="552"/>
                    <a:pt x="576" y="552"/>
                  </a:cubicBezTo>
                  <a:cubicBezTo>
                    <a:pt x="576" y="504"/>
                    <a:pt x="576" y="504"/>
                    <a:pt x="576" y="504"/>
                  </a:cubicBezTo>
                  <a:cubicBezTo>
                    <a:pt x="634" y="463"/>
                    <a:pt x="672" y="396"/>
                    <a:pt x="672" y="320"/>
                  </a:cubicBezTo>
                  <a:cubicBezTo>
                    <a:pt x="672" y="224"/>
                    <a:pt x="672" y="224"/>
                    <a:pt x="672" y="224"/>
                  </a:cubicBezTo>
                  <a:cubicBezTo>
                    <a:pt x="672" y="100"/>
                    <a:pt x="572" y="0"/>
                    <a:pt x="448" y="0"/>
                  </a:cubicBezTo>
                  <a:cubicBezTo>
                    <a:pt x="324" y="0"/>
                    <a:pt x="224" y="100"/>
                    <a:pt x="224" y="224"/>
                  </a:cubicBezTo>
                  <a:cubicBezTo>
                    <a:pt x="224" y="320"/>
                    <a:pt x="224" y="320"/>
                    <a:pt x="224" y="320"/>
                  </a:cubicBezTo>
                  <a:cubicBezTo>
                    <a:pt x="224" y="396"/>
                    <a:pt x="262" y="463"/>
                    <a:pt x="320" y="504"/>
                  </a:cubicBezTo>
                  <a:cubicBezTo>
                    <a:pt x="320" y="552"/>
                    <a:pt x="320" y="552"/>
                    <a:pt x="320" y="552"/>
                  </a:cubicBezTo>
                  <a:cubicBezTo>
                    <a:pt x="114" y="614"/>
                    <a:pt x="114" y="614"/>
                    <a:pt x="114" y="614"/>
                  </a:cubicBezTo>
                  <a:cubicBezTo>
                    <a:pt x="46" y="634"/>
                    <a:pt x="0" y="696"/>
                    <a:pt x="0" y="767"/>
                  </a:cubicBezTo>
                  <a:cubicBezTo>
                    <a:pt x="0" y="1024"/>
                    <a:pt x="0" y="1024"/>
                    <a:pt x="0" y="1024"/>
                  </a:cubicBezTo>
                  <a:cubicBezTo>
                    <a:pt x="64" y="1024"/>
                    <a:pt x="64" y="1024"/>
                    <a:pt x="64" y="1024"/>
                  </a:cubicBezTo>
                  <a:cubicBezTo>
                    <a:pt x="64" y="767"/>
                    <a:pt x="64" y="767"/>
                    <a:pt x="64" y="767"/>
                  </a:cubicBezTo>
                  <a:cubicBezTo>
                    <a:pt x="64" y="725"/>
                    <a:pt x="91" y="688"/>
                    <a:pt x="132" y="675"/>
                  </a:cubicBezTo>
                  <a:cubicBezTo>
                    <a:pt x="338" y="613"/>
                    <a:pt x="338" y="613"/>
                    <a:pt x="338" y="613"/>
                  </a:cubicBezTo>
                  <a:cubicBezTo>
                    <a:pt x="357" y="638"/>
                    <a:pt x="393" y="672"/>
                    <a:pt x="448" y="672"/>
                  </a:cubicBezTo>
                  <a:cubicBezTo>
                    <a:pt x="503" y="672"/>
                    <a:pt x="539" y="638"/>
                    <a:pt x="558" y="613"/>
                  </a:cubicBezTo>
                  <a:cubicBezTo>
                    <a:pt x="689" y="653"/>
                    <a:pt x="689" y="653"/>
                    <a:pt x="689" y="653"/>
                  </a:cubicBezTo>
                  <a:cubicBezTo>
                    <a:pt x="647" y="705"/>
                    <a:pt x="619" y="769"/>
                    <a:pt x="611" y="839"/>
                  </a:cubicBezTo>
                  <a:cubicBezTo>
                    <a:pt x="570" y="795"/>
                    <a:pt x="512" y="768"/>
                    <a:pt x="448" y="768"/>
                  </a:cubicBezTo>
                  <a:cubicBezTo>
                    <a:pt x="324" y="768"/>
                    <a:pt x="224" y="868"/>
                    <a:pt x="224" y="992"/>
                  </a:cubicBezTo>
                  <a:cubicBezTo>
                    <a:pt x="224" y="1088"/>
                    <a:pt x="224" y="1088"/>
                    <a:pt x="224" y="1088"/>
                  </a:cubicBezTo>
                  <a:cubicBezTo>
                    <a:pt x="224" y="1164"/>
                    <a:pt x="262" y="1231"/>
                    <a:pt x="320" y="1272"/>
                  </a:cubicBezTo>
                  <a:cubicBezTo>
                    <a:pt x="320" y="1320"/>
                    <a:pt x="320" y="1320"/>
                    <a:pt x="320" y="1320"/>
                  </a:cubicBezTo>
                  <a:cubicBezTo>
                    <a:pt x="114" y="1382"/>
                    <a:pt x="114" y="1382"/>
                    <a:pt x="114" y="1382"/>
                  </a:cubicBezTo>
                  <a:cubicBezTo>
                    <a:pt x="46" y="1402"/>
                    <a:pt x="0" y="1464"/>
                    <a:pt x="0" y="1535"/>
                  </a:cubicBezTo>
                  <a:cubicBezTo>
                    <a:pt x="0" y="1824"/>
                    <a:pt x="0" y="1824"/>
                    <a:pt x="0" y="1824"/>
                  </a:cubicBezTo>
                  <a:cubicBezTo>
                    <a:pt x="384" y="1824"/>
                    <a:pt x="384" y="1824"/>
                    <a:pt x="384" y="1824"/>
                  </a:cubicBezTo>
                  <a:cubicBezTo>
                    <a:pt x="402" y="1824"/>
                    <a:pt x="416" y="1838"/>
                    <a:pt x="416" y="1856"/>
                  </a:cubicBezTo>
                  <a:cubicBezTo>
                    <a:pt x="416" y="1984"/>
                    <a:pt x="416" y="1984"/>
                    <a:pt x="416" y="1984"/>
                  </a:cubicBezTo>
                  <a:cubicBezTo>
                    <a:pt x="1568" y="1984"/>
                    <a:pt x="1568" y="1984"/>
                    <a:pt x="1568" y="1984"/>
                  </a:cubicBezTo>
                  <a:cubicBezTo>
                    <a:pt x="1568" y="1856"/>
                    <a:pt x="1568" y="1856"/>
                    <a:pt x="1568" y="1856"/>
                  </a:cubicBezTo>
                  <a:cubicBezTo>
                    <a:pt x="1568" y="1838"/>
                    <a:pt x="1582" y="1824"/>
                    <a:pt x="1600" y="1824"/>
                  </a:cubicBezTo>
                  <a:cubicBezTo>
                    <a:pt x="1984" y="1824"/>
                    <a:pt x="1984" y="1824"/>
                    <a:pt x="1984" y="1824"/>
                  </a:cubicBezTo>
                  <a:cubicBezTo>
                    <a:pt x="1984" y="1535"/>
                    <a:pt x="1984" y="1535"/>
                    <a:pt x="1984" y="1535"/>
                  </a:cubicBezTo>
                  <a:cubicBezTo>
                    <a:pt x="1984" y="1464"/>
                    <a:pt x="1938" y="1402"/>
                    <a:pt x="1870" y="1382"/>
                  </a:cubicBezTo>
                  <a:cubicBezTo>
                    <a:pt x="1664" y="1320"/>
                    <a:pt x="1664" y="1320"/>
                    <a:pt x="1664" y="1320"/>
                  </a:cubicBezTo>
                  <a:cubicBezTo>
                    <a:pt x="1664" y="1272"/>
                    <a:pt x="1664" y="1272"/>
                    <a:pt x="1664" y="1272"/>
                  </a:cubicBezTo>
                  <a:cubicBezTo>
                    <a:pt x="1722" y="1231"/>
                    <a:pt x="1760" y="1164"/>
                    <a:pt x="1760" y="1088"/>
                  </a:cubicBezTo>
                  <a:cubicBezTo>
                    <a:pt x="1760" y="992"/>
                    <a:pt x="1760" y="992"/>
                    <a:pt x="1760" y="992"/>
                  </a:cubicBezTo>
                  <a:cubicBezTo>
                    <a:pt x="1760" y="869"/>
                    <a:pt x="1660" y="768"/>
                    <a:pt x="1536" y="768"/>
                  </a:cubicBezTo>
                  <a:cubicBezTo>
                    <a:pt x="1473" y="768"/>
                    <a:pt x="1417" y="794"/>
                    <a:pt x="1376" y="836"/>
                  </a:cubicBezTo>
                  <a:cubicBezTo>
                    <a:pt x="1376" y="805"/>
                    <a:pt x="1376" y="805"/>
                    <a:pt x="1376" y="805"/>
                  </a:cubicBezTo>
                  <a:cubicBezTo>
                    <a:pt x="1376" y="742"/>
                    <a:pt x="1342" y="685"/>
                    <a:pt x="1288" y="655"/>
                  </a:cubicBezTo>
                  <a:cubicBezTo>
                    <a:pt x="1426" y="613"/>
                    <a:pt x="1426" y="613"/>
                    <a:pt x="1426" y="613"/>
                  </a:cubicBezTo>
                  <a:cubicBezTo>
                    <a:pt x="1445" y="638"/>
                    <a:pt x="1481" y="672"/>
                    <a:pt x="1536" y="672"/>
                  </a:cubicBezTo>
                  <a:cubicBezTo>
                    <a:pt x="1591" y="672"/>
                    <a:pt x="1627" y="638"/>
                    <a:pt x="1646" y="613"/>
                  </a:cubicBezTo>
                  <a:cubicBezTo>
                    <a:pt x="1852" y="675"/>
                    <a:pt x="1852" y="675"/>
                    <a:pt x="1852" y="675"/>
                  </a:cubicBezTo>
                  <a:cubicBezTo>
                    <a:pt x="1893" y="688"/>
                    <a:pt x="1920" y="725"/>
                    <a:pt x="1920" y="767"/>
                  </a:cubicBezTo>
                  <a:cubicBezTo>
                    <a:pt x="1920" y="1024"/>
                    <a:pt x="1920" y="1024"/>
                    <a:pt x="1920" y="1024"/>
                  </a:cubicBezTo>
                  <a:lnTo>
                    <a:pt x="1984" y="1024"/>
                  </a:lnTo>
                  <a:close/>
                  <a:moveTo>
                    <a:pt x="448" y="64"/>
                  </a:moveTo>
                  <a:cubicBezTo>
                    <a:pt x="536" y="64"/>
                    <a:pt x="608" y="136"/>
                    <a:pt x="608" y="224"/>
                  </a:cubicBezTo>
                  <a:cubicBezTo>
                    <a:pt x="461" y="224"/>
                    <a:pt x="461" y="224"/>
                    <a:pt x="461" y="224"/>
                  </a:cubicBezTo>
                  <a:cubicBezTo>
                    <a:pt x="441" y="224"/>
                    <a:pt x="421" y="216"/>
                    <a:pt x="407" y="201"/>
                  </a:cubicBezTo>
                  <a:cubicBezTo>
                    <a:pt x="384" y="179"/>
                    <a:pt x="384" y="179"/>
                    <a:pt x="384" y="179"/>
                  </a:cubicBezTo>
                  <a:cubicBezTo>
                    <a:pt x="361" y="201"/>
                    <a:pt x="361" y="201"/>
                    <a:pt x="361" y="201"/>
                  </a:cubicBezTo>
                  <a:cubicBezTo>
                    <a:pt x="347" y="216"/>
                    <a:pt x="327" y="224"/>
                    <a:pt x="307" y="224"/>
                  </a:cubicBezTo>
                  <a:cubicBezTo>
                    <a:pt x="288" y="224"/>
                    <a:pt x="288" y="224"/>
                    <a:pt x="288" y="224"/>
                  </a:cubicBezTo>
                  <a:cubicBezTo>
                    <a:pt x="288" y="136"/>
                    <a:pt x="360" y="64"/>
                    <a:pt x="448" y="64"/>
                  </a:cubicBezTo>
                  <a:close/>
                  <a:moveTo>
                    <a:pt x="288" y="320"/>
                  </a:moveTo>
                  <a:cubicBezTo>
                    <a:pt x="288" y="288"/>
                    <a:pt x="288" y="288"/>
                    <a:pt x="288" y="288"/>
                  </a:cubicBezTo>
                  <a:cubicBezTo>
                    <a:pt x="307" y="288"/>
                    <a:pt x="307" y="288"/>
                    <a:pt x="307" y="288"/>
                  </a:cubicBezTo>
                  <a:cubicBezTo>
                    <a:pt x="335" y="288"/>
                    <a:pt x="361" y="280"/>
                    <a:pt x="384" y="265"/>
                  </a:cubicBezTo>
                  <a:cubicBezTo>
                    <a:pt x="407" y="280"/>
                    <a:pt x="433" y="288"/>
                    <a:pt x="461" y="288"/>
                  </a:cubicBezTo>
                  <a:cubicBezTo>
                    <a:pt x="608" y="288"/>
                    <a:pt x="608" y="288"/>
                    <a:pt x="608" y="288"/>
                  </a:cubicBezTo>
                  <a:cubicBezTo>
                    <a:pt x="608" y="320"/>
                    <a:pt x="608" y="320"/>
                    <a:pt x="608" y="320"/>
                  </a:cubicBezTo>
                  <a:cubicBezTo>
                    <a:pt x="608" y="408"/>
                    <a:pt x="536" y="480"/>
                    <a:pt x="448" y="480"/>
                  </a:cubicBezTo>
                  <a:cubicBezTo>
                    <a:pt x="360" y="480"/>
                    <a:pt x="288" y="408"/>
                    <a:pt x="288" y="320"/>
                  </a:cubicBezTo>
                  <a:close/>
                  <a:moveTo>
                    <a:pt x="448" y="608"/>
                  </a:moveTo>
                  <a:cubicBezTo>
                    <a:pt x="414" y="608"/>
                    <a:pt x="392" y="579"/>
                    <a:pt x="384" y="567"/>
                  </a:cubicBezTo>
                  <a:cubicBezTo>
                    <a:pt x="384" y="535"/>
                    <a:pt x="384" y="535"/>
                    <a:pt x="384" y="535"/>
                  </a:cubicBezTo>
                  <a:cubicBezTo>
                    <a:pt x="404" y="541"/>
                    <a:pt x="426" y="544"/>
                    <a:pt x="448" y="544"/>
                  </a:cubicBezTo>
                  <a:cubicBezTo>
                    <a:pt x="470" y="544"/>
                    <a:pt x="492" y="541"/>
                    <a:pt x="512" y="535"/>
                  </a:cubicBezTo>
                  <a:cubicBezTo>
                    <a:pt x="512" y="567"/>
                    <a:pt x="512" y="567"/>
                    <a:pt x="512" y="567"/>
                  </a:cubicBezTo>
                  <a:cubicBezTo>
                    <a:pt x="504" y="579"/>
                    <a:pt x="482" y="608"/>
                    <a:pt x="448" y="608"/>
                  </a:cubicBezTo>
                  <a:close/>
                  <a:moveTo>
                    <a:pt x="1328" y="1170"/>
                  </a:moveTo>
                  <a:cubicBezTo>
                    <a:pt x="1344" y="1211"/>
                    <a:pt x="1372" y="1246"/>
                    <a:pt x="1408" y="1272"/>
                  </a:cubicBezTo>
                  <a:cubicBezTo>
                    <a:pt x="1408" y="1320"/>
                    <a:pt x="1408" y="1320"/>
                    <a:pt x="1408" y="1320"/>
                  </a:cubicBezTo>
                  <a:cubicBezTo>
                    <a:pt x="1202" y="1382"/>
                    <a:pt x="1202" y="1382"/>
                    <a:pt x="1202" y="1382"/>
                  </a:cubicBezTo>
                  <a:cubicBezTo>
                    <a:pt x="1195" y="1384"/>
                    <a:pt x="1189" y="1387"/>
                    <a:pt x="1182" y="1390"/>
                  </a:cubicBezTo>
                  <a:cubicBezTo>
                    <a:pt x="1152" y="1383"/>
                    <a:pt x="1152" y="1383"/>
                    <a:pt x="1152" y="1383"/>
                  </a:cubicBezTo>
                  <a:cubicBezTo>
                    <a:pt x="1152" y="1320"/>
                    <a:pt x="1152" y="1320"/>
                    <a:pt x="1152" y="1320"/>
                  </a:cubicBezTo>
                  <a:cubicBezTo>
                    <a:pt x="1186" y="1292"/>
                    <a:pt x="1213" y="1256"/>
                    <a:pt x="1230" y="1215"/>
                  </a:cubicBezTo>
                  <a:cubicBezTo>
                    <a:pt x="1267" y="1211"/>
                    <a:pt x="1301" y="1196"/>
                    <a:pt x="1328" y="1170"/>
                  </a:cubicBezTo>
                  <a:close/>
                  <a:moveTo>
                    <a:pt x="992" y="1376"/>
                  </a:moveTo>
                  <a:cubicBezTo>
                    <a:pt x="1026" y="1376"/>
                    <a:pt x="1058" y="1369"/>
                    <a:pt x="1088" y="1357"/>
                  </a:cubicBezTo>
                  <a:cubicBezTo>
                    <a:pt x="1088" y="1392"/>
                    <a:pt x="1088" y="1392"/>
                    <a:pt x="1088" y="1392"/>
                  </a:cubicBezTo>
                  <a:cubicBezTo>
                    <a:pt x="992" y="1464"/>
                    <a:pt x="992" y="1464"/>
                    <a:pt x="992" y="1464"/>
                  </a:cubicBezTo>
                  <a:cubicBezTo>
                    <a:pt x="896" y="1392"/>
                    <a:pt x="896" y="1392"/>
                    <a:pt x="896" y="1392"/>
                  </a:cubicBezTo>
                  <a:cubicBezTo>
                    <a:pt x="896" y="1357"/>
                    <a:pt x="896" y="1357"/>
                    <a:pt x="896" y="1357"/>
                  </a:cubicBezTo>
                  <a:cubicBezTo>
                    <a:pt x="926" y="1369"/>
                    <a:pt x="958" y="1376"/>
                    <a:pt x="992" y="1376"/>
                  </a:cubicBezTo>
                  <a:close/>
                  <a:moveTo>
                    <a:pt x="857" y="1443"/>
                  </a:moveTo>
                  <a:cubicBezTo>
                    <a:pt x="935" y="1501"/>
                    <a:pt x="935" y="1501"/>
                    <a:pt x="935" y="1501"/>
                  </a:cubicBezTo>
                  <a:cubicBezTo>
                    <a:pt x="854" y="1549"/>
                    <a:pt x="854" y="1549"/>
                    <a:pt x="854" y="1549"/>
                  </a:cubicBezTo>
                  <a:cubicBezTo>
                    <a:pt x="834" y="1448"/>
                    <a:pt x="834" y="1448"/>
                    <a:pt x="834" y="1448"/>
                  </a:cubicBezTo>
                  <a:lnTo>
                    <a:pt x="857" y="1443"/>
                  </a:lnTo>
                  <a:close/>
                  <a:moveTo>
                    <a:pt x="957" y="1696"/>
                  </a:moveTo>
                  <a:cubicBezTo>
                    <a:pt x="1027" y="1696"/>
                    <a:pt x="1027" y="1696"/>
                    <a:pt x="1027" y="1696"/>
                  </a:cubicBezTo>
                  <a:cubicBezTo>
                    <a:pt x="1052" y="1920"/>
                    <a:pt x="1052" y="1920"/>
                    <a:pt x="1052" y="1920"/>
                  </a:cubicBezTo>
                  <a:cubicBezTo>
                    <a:pt x="932" y="1920"/>
                    <a:pt x="932" y="1920"/>
                    <a:pt x="932" y="1920"/>
                  </a:cubicBezTo>
                  <a:lnTo>
                    <a:pt x="957" y="1696"/>
                  </a:lnTo>
                  <a:close/>
                  <a:moveTo>
                    <a:pt x="1033" y="1632"/>
                  </a:moveTo>
                  <a:cubicBezTo>
                    <a:pt x="951" y="1632"/>
                    <a:pt x="951" y="1632"/>
                    <a:pt x="951" y="1632"/>
                  </a:cubicBezTo>
                  <a:cubicBezTo>
                    <a:pt x="933" y="1577"/>
                    <a:pt x="933" y="1577"/>
                    <a:pt x="933" y="1577"/>
                  </a:cubicBezTo>
                  <a:cubicBezTo>
                    <a:pt x="992" y="1541"/>
                    <a:pt x="992" y="1541"/>
                    <a:pt x="992" y="1541"/>
                  </a:cubicBezTo>
                  <a:cubicBezTo>
                    <a:pt x="1051" y="1577"/>
                    <a:pt x="1051" y="1577"/>
                    <a:pt x="1051" y="1577"/>
                  </a:cubicBezTo>
                  <a:lnTo>
                    <a:pt x="1033" y="1632"/>
                  </a:lnTo>
                  <a:close/>
                  <a:moveTo>
                    <a:pt x="1049" y="1501"/>
                  </a:moveTo>
                  <a:cubicBezTo>
                    <a:pt x="1127" y="1443"/>
                    <a:pt x="1127" y="1443"/>
                    <a:pt x="1127" y="1443"/>
                  </a:cubicBezTo>
                  <a:cubicBezTo>
                    <a:pt x="1150" y="1448"/>
                    <a:pt x="1150" y="1448"/>
                    <a:pt x="1150" y="1448"/>
                  </a:cubicBezTo>
                  <a:cubicBezTo>
                    <a:pt x="1130" y="1549"/>
                    <a:pt x="1130" y="1549"/>
                    <a:pt x="1130" y="1549"/>
                  </a:cubicBezTo>
                  <a:lnTo>
                    <a:pt x="1049" y="1501"/>
                  </a:lnTo>
                  <a:close/>
                  <a:moveTo>
                    <a:pt x="1287" y="1121"/>
                  </a:moveTo>
                  <a:cubicBezTo>
                    <a:pt x="1276" y="1133"/>
                    <a:pt x="1262" y="1141"/>
                    <a:pt x="1247" y="1146"/>
                  </a:cubicBezTo>
                  <a:cubicBezTo>
                    <a:pt x="1248" y="1138"/>
                    <a:pt x="1248" y="1129"/>
                    <a:pt x="1248" y="1120"/>
                  </a:cubicBezTo>
                  <a:cubicBezTo>
                    <a:pt x="1248" y="967"/>
                    <a:pt x="1248" y="967"/>
                    <a:pt x="1248" y="967"/>
                  </a:cubicBezTo>
                  <a:cubicBezTo>
                    <a:pt x="1282" y="980"/>
                    <a:pt x="1308" y="1010"/>
                    <a:pt x="1312" y="1046"/>
                  </a:cubicBezTo>
                  <a:cubicBezTo>
                    <a:pt x="1314" y="1074"/>
                    <a:pt x="1305" y="1100"/>
                    <a:pt x="1287" y="1121"/>
                  </a:cubicBezTo>
                  <a:close/>
                  <a:moveTo>
                    <a:pt x="1184" y="1120"/>
                  </a:moveTo>
                  <a:cubicBezTo>
                    <a:pt x="1184" y="1226"/>
                    <a:pt x="1098" y="1312"/>
                    <a:pt x="992" y="1312"/>
                  </a:cubicBezTo>
                  <a:cubicBezTo>
                    <a:pt x="886" y="1312"/>
                    <a:pt x="800" y="1226"/>
                    <a:pt x="800" y="1120"/>
                  </a:cubicBezTo>
                  <a:cubicBezTo>
                    <a:pt x="800" y="960"/>
                    <a:pt x="800" y="960"/>
                    <a:pt x="800" y="960"/>
                  </a:cubicBezTo>
                  <a:cubicBezTo>
                    <a:pt x="909" y="960"/>
                    <a:pt x="909" y="960"/>
                    <a:pt x="909" y="960"/>
                  </a:cubicBezTo>
                  <a:cubicBezTo>
                    <a:pt x="978" y="960"/>
                    <a:pt x="1046" y="943"/>
                    <a:pt x="1107" y="909"/>
                  </a:cubicBezTo>
                  <a:cubicBezTo>
                    <a:pt x="1132" y="960"/>
                    <a:pt x="1132" y="960"/>
                    <a:pt x="1132" y="960"/>
                  </a:cubicBezTo>
                  <a:cubicBezTo>
                    <a:pt x="1184" y="960"/>
                    <a:pt x="1184" y="960"/>
                    <a:pt x="1184" y="960"/>
                  </a:cubicBezTo>
                  <a:lnTo>
                    <a:pt x="1184" y="1120"/>
                  </a:lnTo>
                  <a:close/>
                  <a:moveTo>
                    <a:pt x="737" y="1146"/>
                  </a:moveTo>
                  <a:cubicBezTo>
                    <a:pt x="722" y="1141"/>
                    <a:pt x="708" y="1133"/>
                    <a:pt x="697" y="1121"/>
                  </a:cubicBezTo>
                  <a:cubicBezTo>
                    <a:pt x="679" y="1100"/>
                    <a:pt x="670" y="1074"/>
                    <a:pt x="672" y="1046"/>
                  </a:cubicBezTo>
                  <a:cubicBezTo>
                    <a:pt x="676" y="1010"/>
                    <a:pt x="702" y="980"/>
                    <a:pt x="736" y="967"/>
                  </a:cubicBezTo>
                  <a:cubicBezTo>
                    <a:pt x="736" y="1120"/>
                    <a:pt x="736" y="1120"/>
                    <a:pt x="736" y="1120"/>
                  </a:cubicBezTo>
                  <a:cubicBezTo>
                    <a:pt x="736" y="1129"/>
                    <a:pt x="736" y="1138"/>
                    <a:pt x="737" y="1146"/>
                  </a:cubicBezTo>
                  <a:close/>
                  <a:moveTo>
                    <a:pt x="754" y="1215"/>
                  </a:moveTo>
                  <a:cubicBezTo>
                    <a:pt x="771" y="1256"/>
                    <a:pt x="798" y="1292"/>
                    <a:pt x="832" y="1320"/>
                  </a:cubicBezTo>
                  <a:cubicBezTo>
                    <a:pt x="832" y="1383"/>
                    <a:pt x="832" y="1383"/>
                    <a:pt x="832" y="1383"/>
                  </a:cubicBezTo>
                  <a:cubicBezTo>
                    <a:pt x="802" y="1390"/>
                    <a:pt x="802" y="1390"/>
                    <a:pt x="802" y="1390"/>
                  </a:cubicBezTo>
                  <a:cubicBezTo>
                    <a:pt x="795" y="1387"/>
                    <a:pt x="789" y="1384"/>
                    <a:pt x="782" y="1382"/>
                  </a:cubicBezTo>
                  <a:cubicBezTo>
                    <a:pt x="576" y="1320"/>
                    <a:pt x="576" y="1320"/>
                    <a:pt x="576" y="1320"/>
                  </a:cubicBezTo>
                  <a:cubicBezTo>
                    <a:pt x="576" y="1272"/>
                    <a:pt x="576" y="1272"/>
                    <a:pt x="576" y="1272"/>
                  </a:cubicBezTo>
                  <a:cubicBezTo>
                    <a:pt x="612" y="1246"/>
                    <a:pt x="640" y="1211"/>
                    <a:pt x="656" y="1170"/>
                  </a:cubicBezTo>
                  <a:cubicBezTo>
                    <a:pt x="683" y="1196"/>
                    <a:pt x="717" y="1211"/>
                    <a:pt x="754" y="1215"/>
                  </a:cubicBezTo>
                  <a:close/>
                  <a:moveTo>
                    <a:pt x="448" y="832"/>
                  </a:moveTo>
                  <a:cubicBezTo>
                    <a:pt x="536" y="832"/>
                    <a:pt x="608" y="904"/>
                    <a:pt x="608" y="992"/>
                  </a:cubicBezTo>
                  <a:cubicBezTo>
                    <a:pt x="589" y="992"/>
                    <a:pt x="589" y="992"/>
                    <a:pt x="589" y="992"/>
                  </a:cubicBezTo>
                  <a:cubicBezTo>
                    <a:pt x="569" y="992"/>
                    <a:pt x="549" y="984"/>
                    <a:pt x="535" y="969"/>
                  </a:cubicBezTo>
                  <a:cubicBezTo>
                    <a:pt x="512" y="947"/>
                    <a:pt x="512" y="947"/>
                    <a:pt x="512" y="947"/>
                  </a:cubicBezTo>
                  <a:cubicBezTo>
                    <a:pt x="489" y="969"/>
                    <a:pt x="489" y="969"/>
                    <a:pt x="489" y="969"/>
                  </a:cubicBezTo>
                  <a:cubicBezTo>
                    <a:pt x="475" y="984"/>
                    <a:pt x="455" y="992"/>
                    <a:pt x="435" y="992"/>
                  </a:cubicBezTo>
                  <a:cubicBezTo>
                    <a:pt x="288" y="992"/>
                    <a:pt x="288" y="992"/>
                    <a:pt x="288" y="992"/>
                  </a:cubicBezTo>
                  <a:cubicBezTo>
                    <a:pt x="288" y="904"/>
                    <a:pt x="360" y="832"/>
                    <a:pt x="448" y="832"/>
                  </a:cubicBezTo>
                  <a:close/>
                  <a:moveTo>
                    <a:pt x="288" y="1088"/>
                  </a:moveTo>
                  <a:cubicBezTo>
                    <a:pt x="288" y="1056"/>
                    <a:pt x="288" y="1056"/>
                    <a:pt x="288" y="1056"/>
                  </a:cubicBezTo>
                  <a:cubicBezTo>
                    <a:pt x="435" y="1056"/>
                    <a:pt x="435" y="1056"/>
                    <a:pt x="435" y="1056"/>
                  </a:cubicBezTo>
                  <a:cubicBezTo>
                    <a:pt x="463" y="1056"/>
                    <a:pt x="489" y="1048"/>
                    <a:pt x="512" y="1033"/>
                  </a:cubicBezTo>
                  <a:cubicBezTo>
                    <a:pt x="535" y="1048"/>
                    <a:pt x="561" y="1056"/>
                    <a:pt x="589" y="1056"/>
                  </a:cubicBezTo>
                  <a:cubicBezTo>
                    <a:pt x="608" y="1056"/>
                    <a:pt x="608" y="1056"/>
                    <a:pt x="608" y="1056"/>
                  </a:cubicBezTo>
                  <a:cubicBezTo>
                    <a:pt x="608" y="1088"/>
                    <a:pt x="608" y="1088"/>
                    <a:pt x="608" y="1088"/>
                  </a:cubicBezTo>
                  <a:cubicBezTo>
                    <a:pt x="608" y="1176"/>
                    <a:pt x="536" y="1248"/>
                    <a:pt x="448" y="1248"/>
                  </a:cubicBezTo>
                  <a:cubicBezTo>
                    <a:pt x="360" y="1248"/>
                    <a:pt x="288" y="1176"/>
                    <a:pt x="288" y="1088"/>
                  </a:cubicBezTo>
                  <a:close/>
                  <a:moveTo>
                    <a:pt x="448" y="1312"/>
                  </a:moveTo>
                  <a:cubicBezTo>
                    <a:pt x="470" y="1312"/>
                    <a:pt x="492" y="1309"/>
                    <a:pt x="512" y="1303"/>
                  </a:cubicBezTo>
                  <a:cubicBezTo>
                    <a:pt x="512" y="1335"/>
                    <a:pt x="512" y="1335"/>
                    <a:pt x="512" y="1335"/>
                  </a:cubicBezTo>
                  <a:cubicBezTo>
                    <a:pt x="504" y="1347"/>
                    <a:pt x="482" y="1376"/>
                    <a:pt x="448" y="1376"/>
                  </a:cubicBezTo>
                  <a:cubicBezTo>
                    <a:pt x="414" y="1376"/>
                    <a:pt x="392" y="1347"/>
                    <a:pt x="384" y="1335"/>
                  </a:cubicBezTo>
                  <a:cubicBezTo>
                    <a:pt x="384" y="1303"/>
                    <a:pt x="384" y="1303"/>
                    <a:pt x="384" y="1303"/>
                  </a:cubicBezTo>
                  <a:cubicBezTo>
                    <a:pt x="404" y="1309"/>
                    <a:pt x="426" y="1312"/>
                    <a:pt x="448" y="1312"/>
                  </a:cubicBezTo>
                  <a:close/>
                  <a:moveTo>
                    <a:pt x="384" y="1760"/>
                  </a:moveTo>
                  <a:cubicBezTo>
                    <a:pt x="256" y="1760"/>
                    <a:pt x="256" y="1760"/>
                    <a:pt x="256" y="1760"/>
                  </a:cubicBezTo>
                  <a:cubicBezTo>
                    <a:pt x="256" y="1536"/>
                    <a:pt x="256" y="1536"/>
                    <a:pt x="256" y="1536"/>
                  </a:cubicBezTo>
                  <a:cubicBezTo>
                    <a:pt x="192" y="1536"/>
                    <a:pt x="192" y="1536"/>
                    <a:pt x="192" y="1536"/>
                  </a:cubicBezTo>
                  <a:cubicBezTo>
                    <a:pt x="192" y="1760"/>
                    <a:pt x="192" y="1760"/>
                    <a:pt x="192" y="1760"/>
                  </a:cubicBezTo>
                  <a:cubicBezTo>
                    <a:pt x="64" y="1760"/>
                    <a:pt x="64" y="1760"/>
                    <a:pt x="64" y="1760"/>
                  </a:cubicBezTo>
                  <a:cubicBezTo>
                    <a:pt x="64" y="1535"/>
                    <a:pt x="64" y="1535"/>
                    <a:pt x="64" y="1535"/>
                  </a:cubicBezTo>
                  <a:cubicBezTo>
                    <a:pt x="64" y="1493"/>
                    <a:pt x="91" y="1456"/>
                    <a:pt x="132" y="1443"/>
                  </a:cubicBezTo>
                  <a:cubicBezTo>
                    <a:pt x="338" y="1381"/>
                    <a:pt x="338" y="1381"/>
                    <a:pt x="338" y="1381"/>
                  </a:cubicBezTo>
                  <a:cubicBezTo>
                    <a:pt x="357" y="1406"/>
                    <a:pt x="393" y="1440"/>
                    <a:pt x="448" y="1440"/>
                  </a:cubicBezTo>
                  <a:cubicBezTo>
                    <a:pt x="503" y="1440"/>
                    <a:pt x="539" y="1406"/>
                    <a:pt x="558" y="1381"/>
                  </a:cubicBezTo>
                  <a:cubicBezTo>
                    <a:pt x="679" y="1418"/>
                    <a:pt x="679" y="1418"/>
                    <a:pt x="679" y="1418"/>
                  </a:cubicBezTo>
                  <a:cubicBezTo>
                    <a:pt x="590" y="1438"/>
                    <a:pt x="590" y="1438"/>
                    <a:pt x="590" y="1438"/>
                  </a:cubicBezTo>
                  <a:cubicBezTo>
                    <a:pt x="487" y="1462"/>
                    <a:pt x="416" y="1552"/>
                    <a:pt x="416" y="1657"/>
                  </a:cubicBezTo>
                  <a:cubicBezTo>
                    <a:pt x="416" y="1696"/>
                    <a:pt x="416" y="1696"/>
                    <a:pt x="416" y="1696"/>
                  </a:cubicBezTo>
                  <a:cubicBezTo>
                    <a:pt x="480" y="1696"/>
                    <a:pt x="480" y="1696"/>
                    <a:pt x="480" y="1696"/>
                  </a:cubicBezTo>
                  <a:cubicBezTo>
                    <a:pt x="480" y="1657"/>
                    <a:pt x="480" y="1657"/>
                    <a:pt x="480" y="1657"/>
                  </a:cubicBezTo>
                  <a:cubicBezTo>
                    <a:pt x="480" y="1582"/>
                    <a:pt x="531" y="1518"/>
                    <a:pt x="604" y="1501"/>
                  </a:cubicBezTo>
                  <a:cubicBezTo>
                    <a:pt x="772" y="1462"/>
                    <a:pt x="772" y="1462"/>
                    <a:pt x="772" y="1462"/>
                  </a:cubicBezTo>
                  <a:cubicBezTo>
                    <a:pt x="810" y="1651"/>
                    <a:pt x="810" y="1651"/>
                    <a:pt x="810" y="1651"/>
                  </a:cubicBezTo>
                  <a:cubicBezTo>
                    <a:pt x="876" y="1611"/>
                    <a:pt x="876" y="1611"/>
                    <a:pt x="876" y="1611"/>
                  </a:cubicBezTo>
                  <a:cubicBezTo>
                    <a:pt x="895" y="1667"/>
                    <a:pt x="895" y="1667"/>
                    <a:pt x="895" y="1667"/>
                  </a:cubicBezTo>
                  <a:cubicBezTo>
                    <a:pt x="867" y="1920"/>
                    <a:pt x="867" y="1920"/>
                    <a:pt x="867" y="1920"/>
                  </a:cubicBezTo>
                  <a:cubicBezTo>
                    <a:pt x="704" y="1920"/>
                    <a:pt x="704" y="1920"/>
                    <a:pt x="704" y="1920"/>
                  </a:cubicBezTo>
                  <a:cubicBezTo>
                    <a:pt x="704" y="1664"/>
                    <a:pt x="704" y="1664"/>
                    <a:pt x="704" y="1664"/>
                  </a:cubicBezTo>
                  <a:cubicBezTo>
                    <a:pt x="640" y="1664"/>
                    <a:pt x="640" y="1664"/>
                    <a:pt x="640" y="1664"/>
                  </a:cubicBezTo>
                  <a:cubicBezTo>
                    <a:pt x="640" y="1920"/>
                    <a:pt x="640" y="1920"/>
                    <a:pt x="640" y="1920"/>
                  </a:cubicBezTo>
                  <a:cubicBezTo>
                    <a:pt x="480" y="1920"/>
                    <a:pt x="480" y="1920"/>
                    <a:pt x="480" y="1920"/>
                  </a:cubicBezTo>
                  <a:cubicBezTo>
                    <a:pt x="480" y="1856"/>
                    <a:pt x="480" y="1856"/>
                    <a:pt x="480" y="1856"/>
                  </a:cubicBezTo>
                  <a:cubicBezTo>
                    <a:pt x="480" y="1803"/>
                    <a:pt x="437" y="1760"/>
                    <a:pt x="384" y="1760"/>
                  </a:cubicBezTo>
                  <a:close/>
                  <a:moveTo>
                    <a:pt x="1852" y="1443"/>
                  </a:moveTo>
                  <a:cubicBezTo>
                    <a:pt x="1893" y="1456"/>
                    <a:pt x="1920" y="1493"/>
                    <a:pt x="1920" y="1535"/>
                  </a:cubicBezTo>
                  <a:cubicBezTo>
                    <a:pt x="1920" y="1760"/>
                    <a:pt x="1920" y="1760"/>
                    <a:pt x="1920" y="1760"/>
                  </a:cubicBezTo>
                  <a:cubicBezTo>
                    <a:pt x="1792" y="1760"/>
                    <a:pt x="1792" y="1760"/>
                    <a:pt x="1792" y="1760"/>
                  </a:cubicBezTo>
                  <a:cubicBezTo>
                    <a:pt x="1792" y="1536"/>
                    <a:pt x="1792" y="1536"/>
                    <a:pt x="1792" y="1536"/>
                  </a:cubicBezTo>
                  <a:cubicBezTo>
                    <a:pt x="1728" y="1536"/>
                    <a:pt x="1728" y="1536"/>
                    <a:pt x="1728" y="1536"/>
                  </a:cubicBezTo>
                  <a:cubicBezTo>
                    <a:pt x="1728" y="1760"/>
                    <a:pt x="1728" y="1760"/>
                    <a:pt x="1728" y="1760"/>
                  </a:cubicBezTo>
                  <a:cubicBezTo>
                    <a:pt x="1600" y="1760"/>
                    <a:pt x="1600" y="1760"/>
                    <a:pt x="1600" y="1760"/>
                  </a:cubicBezTo>
                  <a:cubicBezTo>
                    <a:pt x="1547" y="1760"/>
                    <a:pt x="1504" y="1803"/>
                    <a:pt x="1504" y="1856"/>
                  </a:cubicBezTo>
                  <a:cubicBezTo>
                    <a:pt x="1504" y="1920"/>
                    <a:pt x="1504" y="1920"/>
                    <a:pt x="1504" y="1920"/>
                  </a:cubicBezTo>
                  <a:cubicBezTo>
                    <a:pt x="1344" y="1920"/>
                    <a:pt x="1344" y="1920"/>
                    <a:pt x="1344" y="1920"/>
                  </a:cubicBezTo>
                  <a:cubicBezTo>
                    <a:pt x="1344" y="1664"/>
                    <a:pt x="1344" y="1664"/>
                    <a:pt x="1344" y="1664"/>
                  </a:cubicBezTo>
                  <a:cubicBezTo>
                    <a:pt x="1280" y="1664"/>
                    <a:pt x="1280" y="1664"/>
                    <a:pt x="1280" y="1664"/>
                  </a:cubicBezTo>
                  <a:cubicBezTo>
                    <a:pt x="1280" y="1920"/>
                    <a:pt x="1280" y="1920"/>
                    <a:pt x="1280" y="1920"/>
                  </a:cubicBezTo>
                  <a:cubicBezTo>
                    <a:pt x="1117" y="1920"/>
                    <a:pt x="1117" y="1920"/>
                    <a:pt x="1117" y="1920"/>
                  </a:cubicBezTo>
                  <a:cubicBezTo>
                    <a:pt x="1089" y="1667"/>
                    <a:pt x="1089" y="1667"/>
                    <a:pt x="1089" y="1667"/>
                  </a:cubicBezTo>
                  <a:cubicBezTo>
                    <a:pt x="1108" y="1611"/>
                    <a:pt x="1108" y="1611"/>
                    <a:pt x="1108" y="1611"/>
                  </a:cubicBezTo>
                  <a:cubicBezTo>
                    <a:pt x="1174" y="1651"/>
                    <a:pt x="1174" y="1651"/>
                    <a:pt x="1174" y="1651"/>
                  </a:cubicBezTo>
                  <a:cubicBezTo>
                    <a:pt x="1212" y="1462"/>
                    <a:pt x="1212" y="1462"/>
                    <a:pt x="1212" y="1462"/>
                  </a:cubicBezTo>
                  <a:cubicBezTo>
                    <a:pt x="1380" y="1501"/>
                    <a:pt x="1380" y="1501"/>
                    <a:pt x="1380" y="1501"/>
                  </a:cubicBezTo>
                  <a:cubicBezTo>
                    <a:pt x="1453" y="1518"/>
                    <a:pt x="1504" y="1582"/>
                    <a:pt x="1504" y="1657"/>
                  </a:cubicBezTo>
                  <a:cubicBezTo>
                    <a:pt x="1504" y="1696"/>
                    <a:pt x="1504" y="1696"/>
                    <a:pt x="1504" y="1696"/>
                  </a:cubicBezTo>
                  <a:cubicBezTo>
                    <a:pt x="1568" y="1696"/>
                    <a:pt x="1568" y="1696"/>
                    <a:pt x="1568" y="1696"/>
                  </a:cubicBezTo>
                  <a:cubicBezTo>
                    <a:pt x="1568" y="1657"/>
                    <a:pt x="1568" y="1657"/>
                    <a:pt x="1568" y="1657"/>
                  </a:cubicBezTo>
                  <a:cubicBezTo>
                    <a:pt x="1568" y="1552"/>
                    <a:pt x="1497" y="1462"/>
                    <a:pt x="1394" y="1438"/>
                  </a:cubicBezTo>
                  <a:cubicBezTo>
                    <a:pt x="1305" y="1418"/>
                    <a:pt x="1305" y="1418"/>
                    <a:pt x="1305" y="1418"/>
                  </a:cubicBezTo>
                  <a:cubicBezTo>
                    <a:pt x="1426" y="1381"/>
                    <a:pt x="1426" y="1381"/>
                    <a:pt x="1426" y="1381"/>
                  </a:cubicBezTo>
                  <a:cubicBezTo>
                    <a:pt x="1445" y="1406"/>
                    <a:pt x="1481" y="1440"/>
                    <a:pt x="1536" y="1440"/>
                  </a:cubicBezTo>
                  <a:cubicBezTo>
                    <a:pt x="1591" y="1440"/>
                    <a:pt x="1627" y="1406"/>
                    <a:pt x="1646" y="1381"/>
                  </a:cubicBezTo>
                  <a:lnTo>
                    <a:pt x="1852" y="1443"/>
                  </a:lnTo>
                  <a:close/>
                  <a:moveTo>
                    <a:pt x="1600" y="1335"/>
                  </a:moveTo>
                  <a:cubicBezTo>
                    <a:pt x="1592" y="1347"/>
                    <a:pt x="1570" y="1376"/>
                    <a:pt x="1536" y="1376"/>
                  </a:cubicBezTo>
                  <a:cubicBezTo>
                    <a:pt x="1502" y="1376"/>
                    <a:pt x="1480" y="1347"/>
                    <a:pt x="1472" y="1335"/>
                  </a:cubicBezTo>
                  <a:cubicBezTo>
                    <a:pt x="1472" y="1303"/>
                    <a:pt x="1472" y="1303"/>
                    <a:pt x="1472" y="1303"/>
                  </a:cubicBezTo>
                  <a:cubicBezTo>
                    <a:pt x="1492" y="1309"/>
                    <a:pt x="1514" y="1312"/>
                    <a:pt x="1536" y="1312"/>
                  </a:cubicBezTo>
                  <a:cubicBezTo>
                    <a:pt x="1558" y="1312"/>
                    <a:pt x="1580" y="1309"/>
                    <a:pt x="1600" y="1303"/>
                  </a:cubicBezTo>
                  <a:lnTo>
                    <a:pt x="1600" y="1335"/>
                  </a:lnTo>
                  <a:close/>
                  <a:moveTo>
                    <a:pt x="1536" y="1248"/>
                  </a:moveTo>
                  <a:cubicBezTo>
                    <a:pt x="1448" y="1248"/>
                    <a:pt x="1376" y="1176"/>
                    <a:pt x="1376" y="1088"/>
                  </a:cubicBezTo>
                  <a:cubicBezTo>
                    <a:pt x="1376" y="1056"/>
                    <a:pt x="1376" y="1056"/>
                    <a:pt x="1376" y="1056"/>
                  </a:cubicBezTo>
                  <a:cubicBezTo>
                    <a:pt x="1395" y="1056"/>
                    <a:pt x="1395" y="1056"/>
                    <a:pt x="1395" y="1056"/>
                  </a:cubicBezTo>
                  <a:cubicBezTo>
                    <a:pt x="1423" y="1056"/>
                    <a:pt x="1449" y="1048"/>
                    <a:pt x="1472" y="1033"/>
                  </a:cubicBezTo>
                  <a:cubicBezTo>
                    <a:pt x="1495" y="1048"/>
                    <a:pt x="1521" y="1056"/>
                    <a:pt x="1549" y="1056"/>
                  </a:cubicBezTo>
                  <a:cubicBezTo>
                    <a:pt x="1696" y="1056"/>
                    <a:pt x="1696" y="1056"/>
                    <a:pt x="1696" y="1056"/>
                  </a:cubicBezTo>
                  <a:cubicBezTo>
                    <a:pt x="1696" y="1088"/>
                    <a:pt x="1696" y="1088"/>
                    <a:pt x="1696" y="1088"/>
                  </a:cubicBezTo>
                  <a:cubicBezTo>
                    <a:pt x="1696" y="1176"/>
                    <a:pt x="1624" y="1248"/>
                    <a:pt x="1536" y="1248"/>
                  </a:cubicBezTo>
                  <a:close/>
                  <a:moveTo>
                    <a:pt x="1536" y="832"/>
                  </a:moveTo>
                  <a:cubicBezTo>
                    <a:pt x="1624" y="832"/>
                    <a:pt x="1696" y="904"/>
                    <a:pt x="1696" y="992"/>
                  </a:cubicBezTo>
                  <a:cubicBezTo>
                    <a:pt x="1549" y="992"/>
                    <a:pt x="1549" y="992"/>
                    <a:pt x="1549" y="992"/>
                  </a:cubicBezTo>
                  <a:cubicBezTo>
                    <a:pt x="1529" y="992"/>
                    <a:pt x="1509" y="984"/>
                    <a:pt x="1495" y="969"/>
                  </a:cubicBezTo>
                  <a:cubicBezTo>
                    <a:pt x="1472" y="947"/>
                    <a:pt x="1472" y="947"/>
                    <a:pt x="1472" y="947"/>
                  </a:cubicBezTo>
                  <a:cubicBezTo>
                    <a:pt x="1449" y="969"/>
                    <a:pt x="1449" y="969"/>
                    <a:pt x="1449" y="969"/>
                  </a:cubicBezTo>
                  <a:cubicBezTo>
                    <a:pt x="1435" y="984"/>
                    <a:pt x="1415" y="992"/>
                    <a:pt x="1395" y="992"/>
                  </a:cubicBezTo>
                  <a:cubicBezTo>
                    <a:pt x="1376" y="992"/>
                    <a:pt x="1376" y="992"/>
                    <a:pt x="1376" y="992"/>
                  </a:cubicBezTo>
                  <a:cubicBezTo>
                    <a:pt x="1376" y="904"/>
                    <a:pt x="1448" y="832"/>
                    <a:pt x="1536" y="832"/>
                  </a:cubicBezTo>
                  <a:close/>
                  <a:moveTo>
                    <a:pt x="1312" y="931"/>
                  </a:moveTo>
                  <a:cubicBezTo>
                    <a:pt x="1284" y="909"/>
                    <a:pt x="1249" y="896"/>
                    <a:pt x="1211" y="896"/>
                  </a:cubicBezTo>
                  <a:cubicBezTo>
                    <a:pt x="1172" y="896"/>
                    <a:pt x="1172" y="896"/>
                    <a:pt x="1172" y="896"/>
                  </a:cubicBezTo>
                  <a:cubicBezTo>
                    <a:pt x="1132" y="817"/>
                    <a:pt x="1132" y="817"/>
                    <a:pt x="1132" y="817"/>
                  </a:cubicBezTo>
                  <a:cubicBezTo>
                    <a:pt x="1102" y="837"/>
                    <a:pt x="1102" y="837"/>
                    <a:pt x="1102" y="837"/>
                  </a:cubicBezTo>
                  <a:cubicBezTo>
                    <a:pt x="1045" y="876"/>
                    <a:pt x="978" y="896"/>
                    <a:pt x="909" y="896"/>
                  </a:cubicBezTo>
                  <a:cubicBezTo>
                    <a:pt x="774" y="896"/>
                    <a:pt x="774" y="896"/>
                    <a:pt x="774" y="896"/>
                  </a:cubicBezTo>
                  <a:cubicBezTo>
                    <a:pt x="735" y="896"/>
                    <a:pt x="700" y="909"/>
                    <a:pt x="672" y="931"/>
                  </a:cubicBezTo>
                  <a:cubicBezTo>
                    <a:pt x="672" y="883"/>
                    <a:pt x="672" y="883"/>
                    <a:pt x="672" y="883"/>
                  </a:cubicBezTo>
                  <a:cubicBezTo>
                    <a:pt x="672" y="714"/>
                    <a:pt x="810" y="576"/>
                    <a:pt x="979" y="576"/>
                  </a:cubicBezTo>
                  <a:cubicBezTo>
                    <a:pt x="1062" y="576"/>
                    <a:pt x="1139" y="608"/>
                    <a:pt x="1197" y="666"/>
                  </a:cubicBezTo>
                  <a:cubicBezTo>
                    <a:pt x="1231" y="700"/>
                    <a:pt x="1231" y="700"/>
                    <a:pt x="1231" y="700"/>
                  </a:cubicBezTo>
                  <a:cubicBezTo>
                    <a:pt x="1238" y="702"/>
                    <a:pt x="1238" y="702"/>
                    <a:pt x="1238" y="702"/>
                  </a:cubicBezTo>
                  <a:cubicBezTo>
                    <a:pt x="1282" y="717"/>
                    <a:pt x="1312" y="758"/>
                    <a:pt x="1312" y="805"/>
                  </a:cubicBezTo>
                  <a:lnTo>
                    <a:pt x="1312" y="931"/>
                  </a:lnTo>
                  <a:close/>
                  <a:moveTo>
                    <a:pt x="1536" y="64"/>
                  </a:moveTo>
                  <a:cubicBezTo>
                    <a:pt x="1624" y="64"/>
                    <a:pt x="1696" y="136"/>
                    <a:pt x="1696" y="224"/>
                  </a:cubicBezTo>
                  <a:cubicBezTo>
                    <a:pt x="1677" y="224"/>
                    <a:pt x="1677" y="224"/>
                    <a:pt x="1677" y="224"/>
                  </a:cubicBezTo>
                  <a:cubicBezTo>
                    <a:pt x="1657" y="224"/>
                    <a:pt x="1637" y="216"/>
                    <a:pt x="1623" y="201"/>
                  </a:cubicBezTo>
                  <a:cubicBezTo>
                    <a:pt x="1600" y="179"/>
                    <a:pt x="1600" y="179"/>
                    <a:pt x="1600" y="179"/>
                  </a:cubicBezTo>
                  <a:cubicBezTo>
                    <a:pt x="1577" y="201"/>
                    <a:pt x="1577" y="201"/>
                    <a:pt x="1577" y="201"/>
                  </a:cubicBezTo>
                  <a:cubicBezTo>
                    <a:pt x="1563" y="216"/>
                    <a:pt x="1543" y="224"/>
                    <a:pt x="1523" y="224"/>
                  </a:cubicBezTo>
                  <a:cubicBezTo>
                    <a:pt x="1376" y="224"/>
                    <a:pt x="1376" y="224"/>
                    <a:pt x="1376" y="224"/>
                  </a:cubicBezTo>
                  <a:cubicBezTo>
                    <a:pt x="1376" y="136"/>
                    <a:pt x="1448" y="64"/>
                    <a:pt x="1536" y="64"/>
                  </a:cubicBezTo>
                  <a:close/>
                  <a:moveTo>
                    <a:pt x="1376" y="320"/>
                  </a:moveTo>
                  <a:cubicBezTo>
                    <a:pt x="1376" y="288"/>
                    <a:pt x="1376" y="288"/>
                    <a:pt x="1376" y="288"/>
                  </a:cubicBezTo>
                  <a:cubicBezTo>
                    <a:pt x="1523" y="288"/>
                    <a:pt x="1523" y="288"/>
                    <a:pt x="1523" y="288"/>
                  </a:cubicBezTo>
                  <a:cubicBezTo>
                    <a:pt x="1551" y="288"/>
                    <a:pt x="1577" y="280"/>
                    <a:pt x="1600" y="265"/>
                  </a:cubicBezTo>
                  <a:cubicBezTo>
                    <a:pt x="1623" y="280"/>
                    <a:pt x="1649" y="288"/>
                    <a:pt x="1677" y="288"/>
                  </a:cubicBezTo>
                  <a:cubicBezTo>
                    <a:pt x="1696" y="288"/>
                    <a:pt x="1696" y="288"/>
                    <a:pt x="1696" y="288"/>
                  </a:cubicBezTo>
                  <a:cubicBezTo>
                    <a:pt x="1696" y="320"/>
                    <a:pt x="1696" y="320"/>
                    <a:pt x="1696" y="320"/>
                  </a:cubicBezTo>
                  <a:cubicBezTo>
                    <a:pt x="1696" y="408"/>
                    <a:pt x="1624" y="480"/>
                    <a:pt x="1536" y="480"/>
                  </a:cubicBezTo>
                  <a:cubicBezTo>
                    <a:pt x="1448" y="480"/>
                    <a:pt x="1376" y="408"/>
                    <a:pt x="1376" y="320"/>
                  </a:cubicBezTo>
                  <a:close/>
                  <a:moveTo>
                    <a:pt x="1536" y="608"/>
                  </a:moveTo>
                  <a:cubicBezTo>
                    <a:pt x="1502" y="608"/>
                    <a:pt x="1480" y="579"/>
                    <a:pt x="1472" y="567"/>
                  </a:cubicBezTo>
                  <a:cubicBezTo>
                    <a:pt x="1472" y="535"/>
                    <a:pt x="1472" y="535"/>
                    <a:pt x="1472" y="535"/>
                  </a:cubicBezTo>
                  <a:cubicBezTo>
                    <a:pt x="1492" y="541"/>
                    <a:pt x="1514" y="544"/>
                    <a:pt x="1536" y="544"/>
                  </a:cubicBezTo>
                  <a:cubicBezTo>
                    <a:pt x="1558" y="544"/>
                    <a:pt x="1580" y="541"/>
                    <a:pt x="1600" y="535"/>
                  </a:cubicBezTo>
                  <a:cubicBezTo>
                    <a:pt x="1600" y="567"/>
                    <a:pt x="1600" y="567"/>
                    <a:pt x="1600" y="567"/>
                  </a:cubicBezTo>
                  <a:cubicBezTo>
                    <a:pt x="1592" y="579"/>
                    <a:pt x="1570" y="608"/>
                    <a:pt x="1536" y="608"/>
                  </a:cubicBezTo>
                  <a:close/>
                </a:path>
              </a:pathLst>
            </a:custGeom>
            <a:solidFill>
              <a:schemeClr val="accent3"/>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grpSp>
      <p:pic>
        <p:nvPicPr>
          <p:cNvPr id="40" name="宇神PPT-8" descr="图片包含 室内, 桌子, 橙子, 小&#10;&#10;描述已自动生成"/>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flipH="1">
            <a:off x="8807450" y="942975"/>
            <a:ext cx="2974975" cy="5485130"/>
          </a:xfrm>
          <a:prstGeom prst="rect">
            <a:avLst/>
          </a:prstGeom>
        </p:spPr>
      </p:pic>
      <p:grpSp>
        <p:nvGrpSpPr>
          <p:cNvPr id="3" name="宇神PPT-4"/>
          <p:cNvGrpSpPr/>
          <p:nvPr/>
        </p:nvGrpSpPr>
        <p:grpSpPr>
          <a:xfrm>
            <a:off x="472301" y="173243"/>
            <a:ext cx="3459398" cy="888582"/>
            <a:chOff x="7655386" y="2597410"/>
            <a:chExt cx="3459398" cy="888582"/>
          </a:xfrm>
        </p:grpSpPr>
        <p:grpSp>
          <p:nvGrpSpPr>
            <p:cNvPr id="5" name="组合 4"/>
            <p:cNvGrpSpPr/>
            <p:nvPr/>
          </p:nvGrpSpPr>
          <p:grpSpPr>
            <a:xfrm>
              <a:off x="8732602" y="2597410"/>
              <a:ext cx="2382182" cy="888582"/>
              <a:chOff x="8732602" y="2597410"/>
              <a:chExt cx="2382182" cy="888582"/>
            </a:xfrm>
          </p:grpSpPr>
          <p:sp>
            <p:nvSpPr>
              <p:cNvPr id="6" name="宇神PPT-4-1"/>
              <p:cNvSpPr txBox="1"/>
              <p:nvPr/>
            </p:nvSpPr>
            <p:spPr>
              <a:xfrm>
                <a:off x="8732602" y="2597410"/>
                <a:ext cx="848309" cy="769441"/>
              </a:xfrm>
              <a:prstGeom prst="rect">
                <a:avLst/>
              </a:prstGeom>
              <a:noFill/>
            </p:spPr>
            <p:txBody>
              <a:bodyPr wrap="none" rtlCol="0">
                <a:spAutoFit/>
              </a:bodyPr>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思源黑体 CN Bold" panose="020B0800000000000000" charset="-122"/>
                  </a:rPr>
                  <a:t>02</a:t>
                </a:r>
                <a:endParaRPr kumimoji="0" lang="zh-CN" altLang="en-US" sz="4400" b="0" i="0" u="none" strike="noStrike" kern="120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7" name="宇神PPT-4-2"/>
              <p:cNvSpPr txBox="1"/>
              <p:nvPr/>
            </p:nvSpPr>
            <p:spPr>
              <a:xfrm>
                <a:off x="8811081" y="3210402"/>
                <a:ext cx="2303703" cy="275590"/>
              </a:xfrm>
              <a:prstGeom prst="rect">
                <a:avLst/>
              </a:prstGeom>
              <a:noFill/>
            </p:spPr>
            <p:txBody>
              <a:bodyPr wrap="square" rtlCol="0">
                <a:spAutoFit/>
              </a:bodyPr>
              <a:p>
                <a:pPr marL="0" marR="0" lvl="0" indent="0" algn="dist"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lumMod val="50000"/>
                        <a:lumOff val="50000"/>
                      </a:schemeClr>
                    </a:solidFill>
                    <a:uLnTx/>
                    <a:uFillTx/>
                    <a:latin typeface="思源黑体 CN Light" panose="020B0300000000000000" pitchFamily="34" charset="-122"/>
                    <a:ea typeface="思源黑体 CN Light" panose="020B0300000000000000" pitchFamily="34" charset="-122"/>
                    <a:cs typeface="+mn-ea"/>
                    <a:sym typeface="+mn-lt"/>
                  </a:rPr>
                  <a:t>CREATIVE FEATURES</a:t>
                </a:r>
                <a:endParaRPr kumimoji="0" lang="en-US" altLang="zh-CN" sz="1200" b="0" i="0" u="none" strike="noStrike" kern="1200" cap="none" spc="0" normalizeH="0" baseline="0" noProof="0" dirty="0">
                  <a:ln>
                    <a:noFill/>
                  </a:ln>
                  <a:solidFill>
                    <a:schemeClr val="tx1">
                      <a:lumMod val="50000"/>
                      <a:lumOff val="50000"/>
                    </a:schemeClr>
                  </a:solidFill>
                  <a:uLnTx/>
                  <a:uFillTx/>
                  <a:latin typeface="思源黑体 CN Light" panose="020B0300000000000000" pitchFamily="34" charset="-122"/>
                  <a:ea typeface="思源黑体 CN Light" panose="020B0300000000000000" pitchFamily="34" charset="-122"/>
                  <a:cs typeface="+mn-ea"/>
                  <a:sym typeface="+mn-lt"/>
                </a:endParaRPr>
              </a:p>
            </p:txBody>
          </p:sp>
          <p:sp>
            <p:nvSpPr>
              <p:cNvPr id="8" name="宇神PPT-4-3"/>
              <p:cNvSpPr txBox="1"/>
              <p:nvPr/>
            </p:nvSpPr>
            <p:spPr>
              <a:xfrm>
                <a:off x="9691527" y="2754686"/>
                <a:ext cx="1402080" cy="460375"/>
              </a:xfrm>
              <a:prstGeom prst="rect">
                <a:avLst/>
              </a:prstGeom>
              <a:noFill/>
            </p:spPr>
            <p:txBody>
              <a:bodyPr wrap="none" rtlCol="0">
                <a:spAutoFit/>
              </a:bodyPr>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mn-ea"/>
                    <a:sym typeface="+mn-lt"/>
                  </a:rPr>
                  <a:t>创作特色</a:t>
                </a:r>
                <a:endParaRPr kumimoji="0" lang="zh-CN" altLang="en-US" sz="2400" b="0" i="0" u="none" strike="noStrike" kern="120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mn-ea"/>
                  <a:sym typeface="+mn-lt"/>
                </a:endParaRPr>
              </a:p>
            </p:txBody>
          </p:sp>
        </p:grpSp>
        <p:grpSp>
          <p:nvGrpSpPr>
            <p:cNvPr id="9" name="组合 8"/>
            <p:cNvGrpSpPr/>
            <p:nvPr/>
          </p:nvGrpSpPr>
          <p:grpSpPr>
            <a:xfrm>
              <a:off x="7655386" y="2631890"/>
              <a:ext cx="821030" cy="821030"/>
              <a:chOff x="7655386" y="2666371"/>
              <a:chExt cx="821030" cy="821030"/>
            </a:xfrm>
          </p:grpSpPr>
          <p:sp>
            <p:nvSpPr>
              <p:cNvPr id="10" name="宇神PPT-4-4"/>
              <p:cNvSpPr/>
              <p:nvPr/>
            </p:nvSpPr>
            <p:spPr>
              <a:xfrm>
                <a:off x="7833587" y="2844573"/>
                <a:ext cx="464628" cy="464626"/>
              </a:xfrm>
              <a:custGeom>
                <a:avLst/>
                <a:gdLst>
                  <a:gd name="T0" fmla="*/ 9715 w 10362"/>
                  <a:gd name="T1" fmla="*/ 6476 h 10361"/>
                  <a:gd name="T2" fmla="*/ 9087 w 10362"/>
                  <a:gd name="T3" fmla="*/ 6476 h 10361"/>
                  <a:gd name="T4" fmla="*/ 9087 w 10362"/>
                  <a:gd name="T5" fmla="*/ 4857 h 10361"/>
                  <a:gd name="T6" fmla="*/ 8845 w 10362"/>
                  <a:gd name="T7" fmla="*/ 4615 h 10361"/>
                  <a:gd name="T8" fmla="*/ 5424 w 10362"/>
                  <a:gd name="T9" fmla="*/ 4615 h 10361"/>
                  <a:gd name="T10" fmla="*/ 5424 w 10362"/>
                  <a:gd name="T11" fmla="*/ 3886 h 10361"/>
                  <a:gd name="T12" fmla="*/ 6476 w 10362"/>
                  <a:gd name="T13" fmla="*/ 3886 h 10361"/>
                  <a:gd name="T14" fmla="*/ 7124 w 10362"/>
                  <a:gd name="T15" fmla="*/ 3239 h 10361"/>
                  <a:gd name="T16" fmla="*/ 7124 w 10362"/>
                  <a:gd name="T17" fmla="*/ 647 h 10361"/>
                  <a:gd name="T18" fmla="*/ 6476 w 10362"/>
                  <a:gd name="T19" fmla="*/ 0 h 10361"/>
                  <a:gd name="T20" fmla="*/ 3886 w 10362"/>
                  <a:gd name="T21" fmla="*/ 0 h 10361"/>
                  <a:gd name="T22" fmla="*/ 3239 w 10362"/>
                  <a:gd name="T23" fmla="*/ 647 h 10361"/>
                  <a:gd name="T24" fmla="*/ 3239 w 10362"/>
                  <a:gd name="T25" fmla="*/ 3237 h 10361"/>
                  <a:gd name="T26" fmla="*/ 3886 w 10362"/>
                  <a:gd name="T27" fmla="*/ 3885 h 10361"/>
                  <a:gd name="T28" fmla="*/ 4939 w 10362"/>
                  <a:gd name="T29" fmla="*/ 3885 h 10361"/>
                  <a:gd name="T30" fmla="*/ 4939 w 10362"/>
                  <a:gd name="T31" fmla="*/ 4614 h 10361"/>
                  <a:gd name="T32" fmla="*/ 1519 w 10362"/>
                  <a:gd name="T33" fmla="*/ 4614 h 10361"/>
                  <a:gd name="T34" fmla="*/ 1276 w 10362"/>
                  <a:gd name="T35" fmla="*/ 4856 h 10361"/>
                  <a:gd name="T36" fmla="*/ 1276 w 10362"/>
                  <a:gd name="T37" fmla="*/ 6475 h 10361"/>
                  <a:gd name="T38" fmla="*/ 647 w 10362"/>
                  <a:gd name="T39" fmla="*/ 6475 h 10361"/>
                  <a:gd name="T40" fmla="*/ 0 w 10362"/>
                  <a:gd name="T41" fmla="*/ 7122 h 10361"/>
                  <a:gd name="T42" fmla="*/ 0 w 10362"/>
                  <a:gd name="T43" fmla="*/ 9712 h 10361"/>
                  <a:gd name="T44" fmla="*/ 647 w 10362"/>
                  <a:gd name="T45" fmla="*/ 10360 h 10361"/>
                  <a:gd name="T46" fmla="*/ 3237 w 10362"/>
                  <a:gd name="T47" fmla="*/ 10360 h 10361"/>
                  <a:gd name="T48" fmla="*/ 3885 w 10362"/>
                  <a:gd name="T49" fmla="*/ 9712 h 10361"/>
                  <a:gd name="T50" fmla="*/ 3885 w 10362"/>
                  <a:gd name="T51" fmla="*/ 7124 h 10361"/>
                  <a:gd name="T52" fmla="*/ 3237 w 10362"/>
                  <a:gd name="T53" fmla="*/ 6476 h 10361"/>
                  <a:gd name="T54" fmla="*/ 1761 w 10362"/>
                  <a:gd name="T55" fmla="*/ 6476 h 10361"/>
                  <a:gd name="T56" fmla="*/ 1761 w 10362"/>
                  <a:gd name="T57" fmla="*/ 5100 h 10361"/>
                  <a:gd name="T58" fmla="*/ 8602 w 10362"/>
                  <a:gd name="T59" fmla="*/ 5100 h 10361"/>
                  <a:gd name="T60" fmla="*/ 8602 w 10362"/>
                  <a:gd name="T61" fmla="*/ 6476 h 10361"/>
                  <a:gd name="T62" fmla="*/ 7124 w 10362"/>
                  <a:gd name="T63" fmla="*/ 6476 h 10361"/>
                  <a:gd name="T64" fmla="*/ 6476 w 10362"/>
                  <a:gd name="T65" fmla="*/ 7124 h 10361"/>
                  <a:gd name="T66" fmla="*/ 6476 w 10362"/>
                  <a:gd name="T67" fmla="*/ 9713 h 10361"/>
                  <a:gd name="T68" fmla="*/ 7124 w 10362"/>
                  <a:gd name="T69" fmla="*/ 10361 h 10361"/>
                  <a:gd name="T70" fmla="*/ 9713 w 10362"/>
                  <a:gd name="T71" fmla="*/ 10361 h 10361"/>
                  <a:gd name="T72" fmla="*/ 10361 w 10362"/>
                  <a:gd name="T73" fmla="*/ 9713 h 10361"/>
                  <a:gd name="T74" fmla="*/ 10361 w 10362"/>
                  <a:gd name="T75" fmla="*/ 7124 h 10361"/>
                  <a:gd name="T76" fmla="*/ 9715 w 10362"/>
                  <a:gd name="T77" fmla="*/ 6476 h 10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362" h="10361">
                    <a:moveTo>
                      <a:pt x="9715" y="6476"/>
                    </a:moveTo>
                    <a:lnTo>
                      <a:pt x="9087" y="6476"/>
                    </a:lnTo>
                    <a:lnTo>
                      <a:pt x="9087" y="4857"/>
                    </a:lnTo>
                    <a:cubicBezTo>
                      <a:pt x="9087" y="4724"/>
                      <a:pt x="8979" y="4615"/>
                      <a:pt x="8845" y="4615"/>
                    </a:cubicBezTo>
                    <a:lnTo>
                      <a:pt x="5424" y="4615"/>
                    </a:lnTo>
                    <a:lnTo>
                      <a:pt x="5424" y="3886"/>
                    </a:lnTo>
                    <a:lnTo>
                      <a:pt x="6476" y="3886"/>
                    </a:lnTo>
                    <a:cubicBezTo>
                      <a:pt x="6834" y="3886"/>
                      <a:pt x="7124" y="3596"/>
                      <a:pt x="7124" y="3239"/>
                    </a:cubicBezTo>
                    <a:lnTo>
                      <a:pt x="7124" y="647"/>
                    </a:lnTo>
                    <a:cubicBezTo>
                      <a:pt x="7124" y="290"/>
                      <a:pt x="6833" y="0"/>
                      <a:pt x="6476" y="0"/>
                    </a:cubicBezTo>
                    <a:lnTo>
                      <a:pt x="3886" y="0"/>
                    </a:lnTo>
                    <a:cubicBezTo>
                      <a:pt x="3528" y="0"/>
                      <a:pt x="3239" y="290"/>
                      <a:pt x="3239" y="647"/>
                    </a:cubicBezTo>
                    <a:lnTo>
                      <a:pt x="3239" y="3237"/>
                    </a:lnTo>
                    <a:cubicBezTo>
                      <a:pt x="3239" y="3595"/>
                      <a:pt x="3528" y="3885"/>
                      <a:pt x="3886" y="3885"/>
                    </a:cubicBezTo>
                    <a:lnTo>
                      <a:pt x="4939" y="3885"/>
                    </a:lnTo>
                    <a:lnTo>
                      <a:pt x="4939" y="4614"/>
                    </a:lnTo>
                    <a:lnTo>
                      <a:pt x="1519" y="4614"/>
                    </a:lnTo>
                    <a:cubicBezTo>
                      <a:pt x="1385" y="4614"/>
                      <a:pt x="1276" y="4722"/>
                      <a:pt x="1276" y="4856"/>
                    </a:cubicBezTo>
                    <a:lnTo>
                      <a:pt x="1276" y="6475"/>
                    </a:lnTo>
                    <a:lnTo>
                      <a:pt x="647" y="6475"/>
                    </a:lnTo>
                    <a:cubicBezTo>
                      <a:pt x="290" y="6475"/>
                      <a:pt x="0" y="6765"/>
                      <a:pt x="0" y="7122"/>
                    </a:cubicBezTo>
                    <a:lnTo>
                      <a:pt x="0" y="9712"/>
                    </a:lnTo>
                    <a:cubicBezTo>
                      <a:pt x="0" y="10070"/>
                      <a:pt x="290" y="10360"/>
                      <a:pt x="647" y="10360"/>
                    </a:cubicBezTo>
                    <a:lnTo>
                      <a:pt x="3237" y="10360"/>
                    </a:lnTo>
                    <a:cubicBezTo>
                      <a:pt x="3595" y="10360"/>
                      <a:pt x="3885" y="10070"/>
                      <a:pt x="3885" y="9712"/>
                    </a:cubicBezTo>
                    <a:lnTo>
                      <a:pt x="3885" y="7124"/>
                    </a:lnTo>
                    <a:cubicBezTo>
                      <a:pt x="3885" y="6766"/>
                      <a:pt x="3595" y="6476"/>
                      <a:pt x="3237" y="6476"/>
                    </a:cubicBezTo>
                    <a:lnTo>
                      <a:pt x="1761" y="6476"/>
                    </a:lnTo>
                    <a:lnTo>
                      <a:pt x="1761" y="5100"/>
                    </a:lnTo>
                    <a:lnTo>
                      <a:pt x="8602" y="5100"/>
                    </a:lnTo>
                    <a:lnTo>
                      <a:pt x="8602" y="6476"/>
                    </a:lnTo>
                    <a:lnTo>
                      <a:pt x="7124" y="6476"/>
                    </a:lnTo>
                    <a:cubicBezTo>
                      <a:pt x="6766" y="6476"/>
                      <a:pt x="6476" y="6766"/>
                      <a:pt x="6476" y="7124"/>
                    </a:cubicBezTo>
                    <a:lnTo>
                      <a:pt x="6476" y="9713"/>
                    </a:lnTo>
                    <a:cubicBezTo>
                      <a:pt x="6476" y="10071"/>
                      <a:pt x="6766" y="10361"/>
                      <a:pt x="7124" y="10361"/>
                    </a:cubicBezTo>
                    <a:lnTo>
                      <a:pt x="9713" y="10361"/>
                    </a:lnTo>
                    <a:cubicBezTo>
                      <a:pt x="10071" y="10361"/>
                      <a:pt x="10361" y="10071"/>
                      <a:pt x="10361" y="9713"/>
                    </a:cubicBezTo>
                    <a:lnTo>
                      <a:pt x="10361" y="7124"/>
                    </a:lnTo>
                    <a:cubicBezTo>
                      <a:pt x="10362" y="6766"/>
                      <a:pt x="10072" y="6476"/>
                      <a:pt x="9715" y="6476"/>
                    </a:cubicBezTo>
                    <a:close/>
                  </a:path>
                </a:pathLst>
              </a:custGeom>
              <a:solidFill>
                <a:schemeClr val="tx1">
                  <a:lumMod val="50000"/>
                  <a:lumOff val="5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22" name="宇神PPT-4-5"/>
              <p:cNvSpPr/>
              <p:nvPr/>
            </p:nvSpPr>
            <p:spPr>
              <a:xfrm>
                <a:off x="7655386" y="2666371"/>
                <a:ext cx="821030" cy="821030"/>
              </a:xfrm>
              <a:prstGeom prst="ellipse">
                <a:avLst/>
              </a:prstGeom>
              <a:noFill/>
              <a:ln w="19050" cap="flat" cmpd="sng" algn="ctr">
                <a:solidFill>
                  <a:schemeClr val="tx1">
                    <a:lumMod val="50000"/>
                    <a:lumOff val="5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50000"/>
                      <a:lumOff val="50000"/>
                    </a:schemeClr>
                  </a:solidFill>
                </a:endParaRPr>
              </a:p>
            </p:txBody>
          </p:sp>
        </p:grpSp>
      </p:grpSp>
      <p:sp>
        <p:nvSpPr>
          <p:cNvPr id="23" name="宇神PPT-6"/>
          <p:cNvSpPr/>
          <p:nvPr/>
        </p:nvSpPr>
        <p:spPr>
          <a:xfrm>
            <a:off x="0" y="580009"/>
            <a:ext cx="348000" cy="45719"/>
          </a:xfrm>
          <a:custGeom>
            <a:avLst/>
            <a:gdLst>
              <a:gd name="connsiteX0" fmla="*/ 0 w 348000"/>
              <a:gd name="connsiteY0" fmla="*/ 0 h 45719"/>
              <a:gd name="connsiteX1" fmla="*/ 348000 w 348000"/>
              <a:gd name="connsiteY1" fmla="*/ 0 h 45719"/>
              <a:gd name="connsiteX2" fmla="*/ 348000 w 348000"/>
              <a:gd name="connsiteY2" fmla="*/ 45719 h 45719"/>
              <a:gd name="connsiteX3" fmla="*/ 0 w 34800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348000" h="45719">
                <a:moveTo>
                  <a:pt x="0" y="0"/>
                </a:moveTo>
                <a:lnTo>
                  <a:pt x="348000" y="0"/>
                </a:lnTo>
                <a:lnTo>
                  <a:pt x="348000" y="45719"/>
                </a:lnTo>
                <a:lnTo>
                  <a:pt x="0" y="45719"/>
                </a:lnTo>
                <a:close/>
              </a:path>
            </a:pathLst>
          </a:custGeom>
          <a:solidFill>
            <a:schemeClr val="tx1">
              <a:lumMod val="50000"/>
              <a:lumOff val="50000"/>
            </a:schemeClr>
          </a:solidFill>
          <a:ln w="3429" cap="flat">
            <a:noFill/>
            <a:prstDash val="solid"/>
            <a:miter/>
          </a:ln>
        </p:spPr>
        <p:txBody>
          <a:bodyPr wrap="square" rtlCol="0" anchor="ctr">
            <a:noAutofit/>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100000">
                    <a:srgbClr val="8C127D"/>
                  </a:gs>
                  <a:gs pos="0">
                    <a:srgbClr val="E56758"/>
                  </a:gs>
                </a:gsLst>
                <a:lin ang="2700000" scaled="0"/>
              </a:gra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24" name="宇神PPT-5"/>
          <p:cNvSpPr/>
          <p:nvPr/>
        </p:nvSpPr>
        <p:spPr>
          <a:xfrm>
            <a:off x="4056000" y="580009"/>
            <a:ext cx="8136000" cy="45719"/>
          </a:xfrm>
          <a:custGeom>
            <a:avLst/>
            <a:gdLst>
              <a:gd name="connsiteX0" fmla="*/ 0 w 4686857"/>
              <a:gd name="connsiteY0" fmla="*/ 0 h 20571"/>
              <a:gd name="connsiteX1" fmla="*/ 4686857 w 4686857"/>
              <a:gd name="connsiteY1" fmla="*/ 0 h 20571"/>
              <a:gd name="connsiteX2" fmla="*/ 4686857 w 4686857"/>
              <a:gd name="connsiteY2" fmla="*/ 20571 h 20571"/>
              <a:gd name="connsiteX3" fmla="*/ 0 w 4686857"/>
              <a:gd name="connsiteY3" fmla="*/ 20571 h 20571"/>
            </a:gdLst>
            <a:ahLst/>
            <a:cxnLst>
              <a:cxn ang="0">
                <a:pos x="connsiteX0" y="connsiteY0"/>
              </a:cxn>
              <a:cxn ang="0">
                <a:pos x="connsiteX1" y="connsiteY1"/>
              </a:cxn>
              <a:cxn ang="0">
                <a:pos x="connsiteX2" y="connsiteY2"/>
              </a:cxn>
              <a:cxn ang="0">
                <a:pos x="connsiteX3" y="connsiteY3"/>
              </a:cxn>
            </a:cxnLst>
            <a:rect l="l" t="t" r="r" b="b"/>
            <a:pathLst>
              <a:path w="4686857" h="20571">
                <a:moveTo>
                  <a:pt x="0" y="0"/>
                </a:moveTo>
                <a:lnTo>
                  <a:pt x="4686857" y="0"/>
                </a:lnTo>
                <a:lnTo>
                  <a:pt x="4686857" y="20571"/>
                </a:lnTo>
                <a:lnTo>
                  <a:pt x="0" y="20571"/>
                </a:lnTo>
                <a:close/>
              </a:path>
            </a:pathLst>
          </a:custGeom>
          <a:solidFill>
            <a:schemeClr val="tx1">
              <a:lumMod val="50000"/>
              <a:lumOff val="50000"/>
            </a:schemeClr>
          </a:solidFill>
          <a:ln w="3429" cap="flat">
            <a:noFill/>
            <a:prstDash val="solid"/>
            <a:miter/>
          </a:ln>
        </p:spPr>
        <p:txBody>
          <a:bodyPr rtlCol="0"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100000">
                    <a:srgbClr val="8C127D"/>
                  </a:gs>
                  <a:gs pos="0">
                    <a:srgbClr val="E56758"/>
                  </a:gs>
                </a:gsLst>
                <a:lin ang="2700000" scaled="0"/>
              </a:gra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anim calcmode="lin" valueType="num">
                                      <p:cBhvr>
                                        <p:cTn id="8" dur="500" fill="hold"/>
                                        <p:tgtEl>
                                          <p:spTgt spid="12"/>
                                        </p:tgtEl>
                                        <p:attrNameLst>
                                          <p:attrName>ppt_x</p:attrName>
                                        </p:attrNameLst>
                                      </p:cBhvr>
                                      <p:tavLst>
                                        <p:tav tm="0">
                                          <p:val>
                                            <p:strVal val="#ppt_x"/>
                                          </p:val>
                                        </p:tav>
                                        <p:tav tm="100000">
                                          <p:val>
                                            <p:strVal val="#ppt_x"/>
                                          </p:val>
                                        </p:tav>
                                      </p:tavLst>
                                    </p:anim>
                                    <p:anim calcmode="lin" valueType="num">
                                      <p:cBhvr>
                                        <p:cTn id="9" dur="5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anim calcmode="lin" valueType="num">
                                      <p:cBhvr>
                                        <p:cTn id="14" dur="500" fill="hold"/>
                                        <p:tgtEl>
                                          <p:spTgt spid="18"/>
                                        </p:tgtEl>
                                        <p:attrNameLst>
                                          <p:attrName>ppt_x</p:attrName>
                                        </p:attrNameLst>
                                      </p:cBhvr>
                                      <p:tavLst>
                                        <p:tav tm="0">
                                          <p:val>
                                            <p:strVal val="#ppt_x"/>
                                          </p:val>
                                        </p:tav>
                                        <p:tav tm="100000">
                                          <p:val>
                                            <p:strVal val="#ppt_x"/>
                                          </p:val>
                                        </p:tav>
                                      </p:tavLst>
                                    </p:anim>
                                    <p:anim calcmode="lin" valueType="num">
                                      <p:cBhvr>
                                        <p:cTn id="15" dur="5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宇神PPT-1" hidden="1"/>
          <p:cNvSpPr txBox="1"/>
          <p:nvPr/>
        </p:nvSpPr>
        <p:spPr>
          <a:xfrm>
            <a:off x="10580913" y="-603126"/>
            <a:ext cx="1727200" cy="369332"/>
          </a:xfrm>
          <a:prstGeom prst="rect">
            <a:avLst/>
          </a:prstGeom>
          <a:noFill/>
        </p:spPr>
        <p:txBody>
          <a:bodyPr wrap="square" rtlCol="0">
            <a:spAutoFit/>
          </a:bodyPr>
          <a:lstStyle/>
          <a:p>
            <a:pPr algn="ctr"/>
            <a:r>
              <a:rPr lang="en-US" altLang="zh-CN" dirty="0">
                <a:ln>
                  <a:noFill/>
                </a:ln>
                <a:noFill/>
                <a:cs typeface="思源黑体 CN Bold" panose="020B0800000000000000" charset="-122"/>
              </a:rPr>
              <a:t>By  </a:t>
            </a:r>
            <a:r>
              <a:rPr lang="en-US" altLang="zh-CN" dirty="0" err="1">
                <a:ln>
                  <a:noFill/>
                </a:ln>
                <a:noFill/>
                <a:cs typeface="思源黑体 CN Bold" panose="020B0800000000000000" charset="-122"/>
              </a:rPr>
              <a:t>Yushen</a:t>
            </a:r>
            <a:endParaRPr lang="zh-CN" altLang="en-US" dirty="0">
              <a:ln>
                <a:noFill/>
              </a:ln>
              <a:noFill/>
              <a:cs typeface="思源黑体 CN Bold" panose="020B0800000000000000" charset="-122"/>
            </a:endParaRPr>
          </a:p>
        </p:txBody>
      </p:sp>
      <p:grpSp>
        <p:nvGrpSpPr>
          <p:cNvPr id="3" name="宇神PPT-2"/>
          <p:cNvGrpSpPr/>
          <p:nvPr/>
        </p:nvGrpSpPr>
        <p:grpSpPr>
          <a:xfrm>
            <a:off x="952500" y="1806575"/>
            <a:ext cx="10287000" cy="4589145"/>
            <a:chOff x="1346200" y="2116622"/>
            <a:chExt cx="9606280" cy="4269542"/>
          </a:xfrm>
        </p:grpSpPr>
        <p:sp>
          <p:nvSpPr>
            <p:cNvPr id="4" name="宇神PPT-2-1"/>
            <p:cNvSpPr/>
            <p:nvPr/>
          </p:nvSpPr>
          <p:spPr>
            <a:xfrm>
              <a:off x="1371600" y="2144562"/>
              <a:ext cx="9580880" cy="4241602"/>
            </a:xfrm>
            <a:custGeom>
              <a:avLst/>
              <a:gdLst>
                <a:gd name="connsiteX0" fmla="*/ 0 w 9235440"/>
                <a:gd name="connsiteY0" fmla="*/ 0 h 3657600"/>
                <a:gd name="connsiteX1" fmla="*/ 9235440 w 9235440"/>
                <a:gd name="connsiteY1" fmla="*/ 0 h 3657600"/>
                <a:gd name="connsiteX2" fmla="*/ 9235440 w 9235440"/>
                <a:gd name="connsiteY2" fmla="*/ 3017520 h 3657600"/>
                <a:gd name="connsiteX3" fmla="*/ 1432560 w 9235440"/>
                <a:gd name="connsiteY3" fmla="*/ 3017520 h 3657600"/>
                <a:gd name="connsiteX4" fmla="*/ 792480 w 9235440"/>
                <a:gd name="connsiteY4" fmla="*/ 3657600 h 3657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35440" h="3657600">
                  <a:moveTo>
                    <a:pt x="0" y="0"/>
                  </a:moveTo>
                  <a:lnTo>
                    <a:pt x="9235440" y="0"/>
                  </a:lnTo>
                  <a:lnTo>
                    <a:pt x="9235440" y="3017520"/>
                  </a:lnTo>
                  <a:lnTo>
                    <a:pt x="1432560" y="3017520"/>
                  </a:lnTo>
                  <a:lnTo>
                    <a:pt x="792480" y="3657600"/>
                  </a:lnTo>
                </a:path>
              </a:pathLst>
            </a:custGeom>
            <a:noFill/>
            <a:ln w="57150" cap="flat" cmpd="sng" algn="ctr">
              <a:gradFill>
                <a:gsLst>
                  <a:gs pos="0">
                    <a:schemeClr val="accent1"/>
                  </a:gs>
                  <a:gs pos="100000">
                    <a:schemeClr val="accent2"/>
                  </a:gs>
                </a:gsLst>
                <a:lin ang="2700000" scaled="0"/>
              </a:gra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cxnSp>
          <p:nvCxnSpPr>
            <p:cNvPr id="5" name="宇神PPT-2-2"/>
            <p:cNvCxnSpPr/>
            <p:nvPr/>
          </p:nvCxnSpPr>
          <p:spPr>
            <a:xfrm>
              <a:off x="1371600" y="2116622"/>
              <a:ext cx="2540" cy="3521792"/>
            </a:xfrm>
            <a:prstGeom prst="line">
              <a:avLst/>
            </a:prstGeom>
            <a:noFill/>
            <a:ln w="57150" cap="flat" cmpd="sng" algn="ctr">
              <a:gradFill>
                <a:gsLst>
                  <a:gs pos="0">
                    <a:schemeClr val="accent1"/>
                  </a:gs>
                  <a:gs pos="100000">
                    <a:schemeClr val="accent2"/>
                  </a:gs>
                </a:gsLst>
                <a:lin ang="2700000" scaled="0"/>
              </a:gradFill>
              <a:prstDash val="solid"/>
              <a:miter lim="800000"/>
            </a:ln>
            <a:effectLst/>
          </p:spPr>
        </p:cxnSp>
        <p:cxnSp>
          <p:nvCxnSpPr>
            <p:cNvPr id="6" name="宇神PPT-2-3"/>
            <p:cNvCxnSpPr/>
            <p:nvPr/>
          </p:nvCxnSpPr>
          <p:spPr>
            <a:xfrm>
              <a:off x="1346200" y="5637416"/>
              <a:ext cx="792480" cy="0"/>
            </a:xfrm>
            <a:prstGeom prst="line">
              <a:avLst/>
            </a:prstGeom>
            <a:noFill/>
            <a:ln w="57150" cap="flat" cmpd="sng" algn="ctr">
              <a:gradFill>
                <a:gsLst>
                  <a:gs pos="0">
                    <a:schemeClr val="accent1"/>
                  </a:gs>
                  <a:gs pos="100000">
                    <a:schemeClr val="accent2"/>
                  </a:gs>
                </a:gsLst>
                <a:lin ang="2700000" scaled="0"/>
              </a:gradFill>
              <a:prstDash val="solid"/>
              <a:miter lim="800000"/>
            </a:ln>
            <a:effectLst/>
          </p:spPr>
        </p:cxnSp>
      </p:grpSp>
      <p:grpSp>
        <p:nvGrpSpPr>
          <p:cNvPr id="23" name="宇神PPT-3"/>
          <p:cNvGrpSpPr/>
          <p:nvPr/>
        </p:nvGrpSpPr>
        <p:grpSpPr>
          <a:xfrm>
            <a:off x="1114425" y="2049176"/>
            <a:ext cx="6381750" cy="4255104"/>
            <a:chOff x="1757854" y="2235658"/>
            <a:chExt cx="5620385" cy="4069159"/>
          </a:xfrm>
        </p:grpSpPr>
        <p:sp>
          <p:nvSpPr>
            <p:cNvPr id="8" name="宇神PPT-3-1"/>
            <p:cNvSpPr/>
            <p:nvPr/>
          </p:nvSpPr>
          <p:spPr>
            <a:xfrm>
              <a:off x="1757854" y="2235658"/>
              <a:ext cx="2031182" cy="558064"/>
            </a:xfrm>
            <a:prstGeom prst="rect">
              <a:avLst/>
            </a:prstGeom>
            <a:noFill/>
            <a:ln w="12700" cap="flat" cmpd="sng" algn="ctr">
              <a:noFill/>
              <a:prstDash val="solid"/>
              <a:miter lim="800000"/>
            </a:ln>
            <a:effectLst/>
          </p:spPr>
          <p:txBody>
            <a:bodyPr rtlCol="0" anchor="ctr">
              <a:spAutoFit/>
            </a:bodyPr>
            <a:lstStyle/>
            <a:p>
              <a:pPr>
                <a:defRPr/>
              </a:pPr>
              <a:r>
                <a:rPr lang="zh-CN" altLang="en-US" sz="3200" kern="0" dirty="0">
                  <a:gradFill>
                    <a:gsLst>
                      <a:gs pos="0">
                        <a:schemeClr val="accent1"/>
                      </a:gs>
                      <a:gs pos="100000">
                        <a:schemeClr val="accent2"/>
                      </a:gs>
                    </a:gsLst>
                    <a:lin ang="2700000" scaled="1"/>
                  </a:gradFill>
                  <a:latin typeface="思源黑体 CN Bold" panose="020B0800000000000000" charset="-122"/>
                  <a:ea typeface="思源黑体 CN Bold" panose="020B0800000000000000" charset="-122"/>
                </a:rPr>
                <a:t>女性视角</a:t>
              </a:r>
              <a:endParaRPr lang="zh-CN" altLang="en-US" sz="3200" kern="0" dirty="0">
                <a:gradFill>
                  <a:gsLst>
                    <a:gs pos="0">
                      <a:schemeClr val="accent1"/>
                    </a:gs>
                    <a:gs pos="100000">
                      <a:schemeClr val="accent2"/>
                    </a:gs>
                  </a:gsLst>
                  <a:lin ang="2700000" scaled="1"/>
                </a:gradFill>
                <a:latin typeface="思源黑体 CN Bold" panose="020B0800000000000000" charset="-122"/>
                <a:ea typeface="思源黑体 CN Bold" panose="020B0800000000000000" charset="-122"/>
              </a:endParaRPr>
            </a:p>
          </p:txBody>
        </p:sp>
        <p:sp>
          <p:nvSpPr>
            <p:cNvPr id="9" name="宇神PPT-3-2"/>
            <p:cNvSpPr/>
            <p:nvPr/>
          </p:nvSpPr>
          <p:spPr>
            <a:xfrm>
              <a:off x="1861994" y="2760882"/>
              <a:ext cx="5516245" cy="3543935"/>
            </a:xfrm>
            <a:prstGeom prst="rect">
              <a:avLst/>
            </a:prstGeom>
            <a:noFill/>
          </p:spPr>
          <p:txBody>
            <a:bodyPr wrap="square" lIns="0" tIns="0" rIns="0" bIns="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indent="508000" algn="l" defTabSz="914400" rtl="0" fontAlgn="auto">
                <a:lnSpc>
                  <a:spcPct val="150000"/>
                </a:lnSpc>
                <a:spcBef>
                  <a:spcPts val="0"/>
                </a:spcBef>
                <a:spcAft>
                  <a:spcPts val="0"/>
                </a:spcAft>
                <a:buClrTx/>
                <a:buSzTx/>
                <a:buFontTx/>
                <a:buNone/>
                <a:defRPr/>
                <a:extLst>
                  <a:ext uri="{35155182-B16C-46BC-9424-99874614C6A1}">
                    <wpsdc:indentchars xmlns:wpsdc="http://www.wps.cn/officeDocument/2017/drawingmlCustomData" val="200" checksum="282533468"/>
                  </a:ext>
                </a:extLst>
              </a:pPr>
              <a:r>
                <a:rPr kumimoji="0" lang="zh-CN" altLang="en-US"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泰戈尔作品中的女性来自各种不同的种姓和阶层，也有着不同的身份。如童养媳、守寡少女、陪葬寡妇、被骗失身的幼女、印度传统家庭妇女、受过高等教育的名媛、拥有新思想的知识女性等，这些女性形象身份或单一呈现，或揉合纷杂，往往被塑造成传统陋习的牺牲品、美满爱情的追逐者和作者理想中的印度新型女性。</a:t>
              </a:r>
              <a:endParaRPr kumimoji="0" lang="zh-CN" altLang="en-US"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grpSp>
      <p:pic>
        <p:nvPicPr>
          <p:cNvPr id="12" name="宇神PPT-7" descr="图形用户界面, 应用程序&#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169785" y="1565275"/>
            <a:ext cx="4069715" cy="4310380"/>
          </a:xfrm>
          <a:prstGeom prst="rect">
            <a:avLst/>
          </a:prstGeom>
        </p:spPr>
      </p:pic>
      <p:sp>
        <p:nvSpPr>
          <p:cNvPr id="34" name="宇神PPT-5"/>
          <p:cNvSpPr/>
          <p:nvPr/>
        </p:nvSpPr>
        <p:spPr>
          <a:xfrm>
            <a:off x="4056000" y="580009"/>
            <a:ext cx="8136000" cy="45719"/>
          </a:xfrm>
          <a:custGeom>
            <a:avLst/>
            <a:gdLst>
              <a:gd name="connsiteX0" fmla="*/ 0 w 4686857"/>
              <a:gd name="connsiteY0" fmla="*/ 0 h 20571"/>
              <a:gd name="connsiteX1" fmla="*/ 4686857 w 4686857"/>
              <a:gd name="connsiteY1" fmla="*/ 0 h 20571"/>
              <a:gd name="connsiteX2" fmla="*/ 4686857 w 4686857"/>
              <a:gd name="connsiteY2" fmla="*/ 20571 h 20571"/>
              <a:gd name="connsiteX3" fmla="*/ 0 w 4686857"/>
              <a:gd name="connsiteY3" fmla="*/ 20571 h 20571"/>
            </a:gdLst>
            <a:ahLst/>
            <a:cxnLst>
              <a:cxn ang="0">
                <a:pos x="connsiteX0" y="connsiteY0"/>
              </a:cxn>
              <a:cxn ang="0">
                <a:pos x="connsiteX1" y="connsiteY1"/>
              </a:cxn>
              <a:cxn ang="0">
                <a:pos x="connsiteX2" y="connsiteY2"/>
              </a:cxn>
              <a:cxn ang="0">
                <a:pos x="connsiteX3" y="connsiteY3"/>
              </a:cxn>
            </a:cxnLst>
            <a:rect l="l" t="t" r="r" b="b"/>
            <a:pathLst>
              <a:path w="4686857" h="20571">
                <a:moveTo>
                  <a:pt x="0" y="0"/>
                </a:moveTo>
                <a:lnTo>
                  <a:pt x="4686857" y="0"/>
                </a:lnTo>
                <a:lnTo>
                  <a:pt x="4686857" y="20571"/>
                </a:lnTo>
                <a:lnTo>
                  <a:pt x="0" y="20571"/>
                </a:lnTo>
                <a:close/>
              </a:path>
            </a:pathLst>
          </a:custGeom>
          <a:solidFill>
            <a:schemeClr val="tx1">
              <a:lumMod val="50000"/>
              <a:lumOff val="50000"/>
            </a:schemeClr>
          </a:solidFill>
          <a:ln w="3429" cap="flat">
            <a:noFill/>
            <a:prstDash val="solid"/>
            <a:miter/>
          </a:ln>
        </p:spPr>
        <p:txBody>
          <a:bodyPr rtlCol="0"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100000">
                    <a:srgbClr val="8C127D"/>
                  </a:gs>
                  <a:gs pos="0">
                    <a:srgbClr val="E56758"/>
                  </a:gs>
                </a:gsLst>
                <a:lin ang="2700000" scaled="0"/>
              </a:gra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grpSp>
        <p:nvGrpSpPr>
          <p:cNvPr id="7" name="宇神PPT-4"/>
          <p:cNvGrpSpPr/>
          <p:nvPr/>
        </p:nvGrpSpPr>
        <p:grpSpPr>
          <a:xfrm>
            <a:off x="472301" y="173243"/>
            <a:ext cx="3459398" cy="888582"/>
            <a:chOff x="7655386" y="2597410"/>
            <a:chExt cx="3459398" cy="888582"/>
          </a:xfrm>
        </p:grpSpPr>
        <p:grpSp>
          <p:nvGrpSpPr>
            <p:cNvPr id="11" name="组合 10"/>
            <p:cNvGrpSpPr/>
            <p:nvPr/>
          </p:nvGrpSpPr>
          <p:grpSpPr>
            <a:xfrm>
              <a:off x="8732602" y="2597410"/>
              <a:ext cx="2382182" cy="888582"/>
              <a:chOff x="8732602" y="2597410"/>
              <a:chExt cx="2382182" cy="888582"/>
            </a:xfrm>
          </p:grpSpPr>
          <p:sp>
            <p:nvSpPr>
              <p:cNvPr id="13" name="宇神PPT-4-1"/>
              <p:cNvSpPr txBox="1"/>
              <p:nvPr/>
            </p:nvSpPr>
            <p:spPr>
              <a:xfrm>
                <a:off x="8732602" y="2597410"/>
                <a:ext cx="848309" cy="769441"/>
              </a:xfrm>
              <a:prstGeom prst="rect">
                <a:avLst/>
              </a:prstGeom>
              <a:noFill/>
            </p:spPr>
            <p:txBody>
              <a:bodyPr wrap="none" rtlCol="0">
                <a:spAutoFit/>
              </a:bodyPr>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思源黑体 CN Bold" panose="020B0800000000000000" charset="-122"/>
                  </a:rPr>
                  <a:t>02</a:t>
                </a:r>
                <a:endParaRPr kumimoji="0" lang="zh-CN" altLang="en-US" sz="4400" b="0" i="0" u="none" strike="noStrike" kern="120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14" name="宇神PPT-4-2"/>
              <p:cNvSpPr txBox="1"/>
              <p:nvPr/>
            </p:nvSpPr>
            <p:spPr>
              <a:xfrm>
                <a:off x="8811081" y="3210402"/>
                <a:ext cx="2303703" cy="275590"/>
              </a:xfrm>
              <a:prstGeom prst="rect">
                <a:avLst/>
              </a:prstGeom>
              <a:noFill/>
            </p:spPr>
            <p:txBody>
              <a:bodyPr wrap="square" rtlCol="0">
                <a:spAutoFit/>
              </a:bodyPr>
              <a:p>
                <a:pPr marL="0" marR="0" lvl="0" indent="0" algn="dist"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lumMod val="50000"/>
                        <a:lumOff val="50000"/>
                      </a:schemeClr>
                    </a:solidFill>
                    <a:uLnTx/>
                    <a:uFillTx/>
                    <a:latin typeface="思源黑体 CN Light" panose="020B0300000000000000" pitchFamily="34" charset="-122"/>
                    <a:ea typeface="思源黑体 CN Light" panose="020B0300000000000000" pitchFamily="34" charset="-122"/>
                    <a:cs typeface="+mn-ea"/>
                    <a:sym typeface="+mn-lt"/>
                  </a:rPr>
                  <a:t>CREATIVE FEATURES</a:t>
                </a:r>
                <a:endParaRPr kumimoji="0" lang="en-US" altLang="zh-CN" sz="1200" b="0" i="0" u="none" strike="noStrike" kern="1200" cap="none" spc="0" normalizeH="0" baseline="0" noProof="0" dirty="0">
                  <a:ln>
                    <a:noFill/>
                  </a:ln>
                  <a:solidFill>
                    <a:schemeClr val="tx1">
                      <a:lumMod val="50000"/>
                      <a:lumOff val="50000"/>
                    </a:schemeClr>
                  </a:solidFill>
                  <a:uLnTx/>
                  <a:uFillTx/>
                  <a:latin typeface="思源黑体 CN Light" panose="020B0300000000000000" pitchFamily="34" charset="-122"/>
                  <a:ea typeface="思源黑体 CN Light" panose="020B0300000000000000" pitchFamily="34" charset="-122"/>
                  <a:cs typeface="+mn-ea"/>
                  <a:sym typeface="+mn-lt"/>
                </a:endParaRPr>
              </a:p>
            </p:txBody>
          </p:sp>
          <p:sp>
            <p:nvSpPr>
              <p:cNvPr id="15" name="宇神PPT-4-3"/>
              <p:cNvSpPr txBox="1"/>
              <p:nvPr/>
            </p:nvSpPr>
            <p:spPr>
              <a:xfrm>
                <a:off x="9691527" y="2754686"/>
                <a:ext cx="1402080" cy="460375"/>
              </a:xfrm>
              <a:prstGeom prst="rect">
                <a:avLst/>
              </a:prstGeom>
              <a:noFill/>
            </p:spPr>
            <p:txBody>
              <a:bodyPr wrap="none" rtlCol="0">
                <a:spAutoFit/>
              </a:bodyPr>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mn-ea"/>
                    <a:sym typeface="+mn-lt"/>
                  </a:rPr>
                  <a:t>创作特色</a:t>
                </a:r>
                <a:endParaRPr kumimoji="0" lang="zh-CN" altLang="en-US" sz="2400" b="0" i="0" u="none" strike="noStrike" kern="120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mn-ea"/>
                  <a:sym typeface="+mn-lt"/>
                </a:endParaRPr>
              </a:p>
            </p:txBody>
          </p:sp>
        </p:grpSp>
        <p:grpSp>
          <p:nvGrpSpPr>
            <p:cNvPr id="16" name="组合 15"/>
            <p:cNvGrpSpPr/>
            <p:nvPr/>
          </p:nvGrpSpPr>
          <p:grpSpPr>
            <a:xfrm>
              <a:off x="7655386" y="2631890"/>
              <a:ext cx="821030" cy="821030"/>
              <a:chOff x="7655386" y="2666371"/>
              <a:chExt cx="821030" cy="821030"/>
            </a:xfrm>
          </p:grpSpPr>
          <p:sp>
            <p:nvSpPr>
              <p:cNvPr id="17" name="宇神PPT-4-4"/>
              <p:cNvSpPr/>
              <p:nvPr/>
            </p:nvSpPr>
            <p:spPr>
              <a:xfrm>
                <a:off x="7833587" y="2844573"/>
                <a:ext cx="464628" cy="464626"/>
              </a:xfrm>
              <a:custGeom>
                <a:avLst/>
                <a:gdLst>
                  <a:gd name="T0" fmla="*/ 9715 w 10362"/>
                  <a:gd name="T1" fmla="*/ 6476 h 10361"/>
                  <a:gd name="T2" fmla="*/ 9087 w 10362"/>
                  <a:gd name="T3" fmla="*/ 6476 h 10361"/>
                  <a:gd name="T4" fmla="*/ 9087 w 10362"/>
                  <a:gd name="T5" fmla="*/ 4857 h 10361"/>
                  <a:gd name="T6" fmla="*/ 8845 w 10362"/>
                  <a:gd name="T7" fmla="*/ 4615 h 10361"/>
                  <a:gd name="T8" fmla="*/ 5424 w 10362"/>
                  <a:gd name="T9" fmla="*/ 4615 h 10361"/>
                  <a:gd name="T10" fmla="*/ 5424 w 10362"/>
                  <a:gd name="T11" fmla="*/ 3886 h 10361"/>
                  <a:gd name="T12" fmla="*/ 6476 w 10362"/>
                  <a:gd name="T13" fmla="*/ 3886 h 10361"/>
                  <a:gd name="T14" fmla="*/ 7124 w 10362"/>
                  <a:gd name="T15" fmla="*/ 3239 h 10361"/>
                  <a:gd name="T16" fmla="*/ 7124 w 10362"/>
                  <a:gd name="T17" fmla="*/ 647 h 10361"/>
                  <a:gd name="T18" fmla="*/ 6476 w 10362"/>
                  <a:gd name="T19" fmla="*/ 0 h 10361"/>
                  <a:gd name="T20" fmla="*/ 3886 w 10362"/>
                  <a:gd name="T21" fmla="*/ 0 h 10361"/>
                  <a:gd name="T22" fmla="*/ 3239 w 10362"/>
                  <a:gd name="T23" fmla="*/ 647 h 10361"/>
                  <a:gd name="T24" fmla="*/ 3239 w 10362"/>
                  <a:gd name="T25" fmla="*/ 3237 h 10361"/>
                  <a:gd name="T26" fmla="*/ 3886 w 10362"/>
                  <a:gd name="T27" fmla="*/ 3885 h 10361"/>
                  <a:gd name="T28" fmla="*/ 4939 w 10362"/>
                  <a:gd name="T29" fmla="*/ 3885 h 10361"/>
                  <a:gd name="T30" fmla="*/ 4939 w 10362"/>
                  <a:gd name="T31" fmla="*/ 4614 h 10361"/>
                  <a:gd name="T32" fmla="*/ 1519 w 10362"/>
                  <a:gd name="T33" fmla="*/ 4614 h 10361"/>
                  <a:gd name="T34" fmla="*/ 1276 w 10362"/>
                  <a:gd name="T35" fmla="*/ 4856 h 10361"/>
                  <a:gd name="T36" fmla="*/ 1276 w 10362"/>
                  <a:gd name="T37" fmla="*/ 6475 h 10361"/>
                  <a:gd name="T38" fmla="*/ 647 w 10362"/>
                  <a:gd name="T39" fmla="*/ 6475 h 10361"/>
                  <a:gd name="T40" fmla="*/ 0 w 10362"/>
                  <a:gd name="T41" fmla="*/ 7122 h 10361"/>
                  <a:gd name="T42" fmla="*/ 0 w 10362"/>
                  <a:gd name="T43" fmla="*/ 9712 h 10361"/>
                  <a:gd name="T44" fmla="*/ 647 w 10362"/>
                  <a:gd name="T45" fmla="*/ 10360 h 10361"/>
                  <a:gd name="T46" fmla="*/ 3237 w 10362"/>
                  <a:gd name="T47" fmla="*/ 10360 h 10361"/>
                  <a:gd name="T48" fmla="*/ 3885 w 10362"/>
                  <a:gd name="T49" fmla="*/ 9712 h 10361"/>
                  <a:gd name="T50" fmla="*/ 3885 w 10362"/>
                  <a:gd name="T51" fmla="*/ 7124 h 10361"/>
                  <a:gd name="T52" fmla="*/ 3237 w 10362"/>
                  <a:gd name="T53" fmla="*/ 6476 h 10361"/>
                  <a:gd name="T54" fmla="*/ 1761 w 10362"/>
                  <a:gd name="T55" fmla="*/ 6476 h 10361"/>
                  <a:gd name="T56" fmla="*/ 1761 w 10362"/>
                  <a:gd name="T57" fmla="*/ 5100 h 10361"/>
                  <a:gd name="T58" fmla="*/ 8602 w 10362"/>
                  <a:gd name="T59" fmla="*/ 5100 h 10361"/>
                  <a:gd name="T60" fmla="*/ 8602 w 10362"/>
                  <a:gd name="T61" fmla="*/ 6476 h 10361"/>
                  <a:gd name="T62" fmla="*/ 7124 w 10362"/>
                  <a:gd name="T63" fmla="*/ 6476 h 10361"/>
                  <a:gd name="T64" fmla="*/ 6476 w 10362"/>
                  <a:gd name="T65" fmla="*/ 7124 h 10361"/>
                  <a:gd name="T66" fmla="*/ 6476 w 10362"/>
                  <a:gd name="T67" fmla="*/ 9713 h 10361"/>
                  <a:gd name="T68" fmla="*/ 7124 w 10362"/>
                  <a:gd name="T69" fmla="*/ 10361 h 10361"/>
                  <a:gd name="T70" fmla="*/ 9713 w 10362"/>
                  <a:gd name="T71" fmla="*/ 10361 h 10361"/>
                  <a:gd name="T72" fmla="*/ 10361 w 10362"/>
                  <a:gd name="T73" fmla="*/ 9713 h 10361"/>
                  <a:gd name="T74" fmla="*/ 10361 w 10362"/>
                  <a:gd name="T75" fmla="*/ 7124 h 10361"/>
                  <a:gd name="T76" fmla="*/ 9715 w 10362"/>
                  <a:gd name="T77" fmla="*/ 6476 h 10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362" h="10361">
                    <a:moveTo>
                      <a:pt x="9715" y="6476"/>
                    </a:moveTo>
                    <a:lnTo>
                      <a:pt x="9087" y="6476"/>
                    </a:lnTo>
                    <a:lnTo>
                      <a:pt x="9087" y="4857"/>
                    </a:lnTo>
                    <a:cubicBezTo>
                      <a:pt x="9087" y="4724"/>
                      <a:pt x="8979" y="4615"/>
                      <a:pt x="8845" y="4615"/>
                    </a:cubicBezTo>
                    <a:lnTo>
                      <a:pt x="5424" y="4615"/>
                    </a:lnTo>
                    <a:lnTo>
                      <a:pt x="5424" y="3886"/>
                    </a:lnTo>
                    <a:lnTo>
                      <a:pt x="6476" y="3886"/>
                    </a:lnTo>
                    <a:cubicBezTo>
                      <a:pt x="6834" y="3886"/>
                      <a:pt x="7124" y="3596"/>
                      <a:pt x="7124" y="3239"/>
                    </a:cubicBezTo>
                    <a:lnTo>
                      <a:pt x="7124" y="647"/>
                    </a:lnTo>
                    <a:cubicBezTo>
                      <a:pt x="7124" y="290"/>
                      <a:pt x="6833" y="0"/>
                      <a:pt x="6476" y="0"/>
                    </a:cubicBezTo>
                    <a:lnTo>
                      <a:pt x="3886" y="0"/>
                    </a:lnTo>
                    <a:cubicBezTo>
                      <a:pt x="3528" y="0"/>
                      <a:pt x="3239" y="290"/>
                      <a:pt x="3239" y="647"/>
                    </a:cubicBezTo>
                    <a:lnTo>
                      <a:pt x="3239" y="3237"/>
                    </a:lnTo>
                    <a:cubicBezTo>
                      <a:pt x="3239" y="3595"/>
                      <a:pt x="3528" y="3885"/>
                      <a:pt x="3886" y="3885"/>
                    </a:cubicBezTo>
                    <a:lnTo>
                      <a:pt x="4939" y="3885"/>
                    </a:lnTo>
                    <a:lnTo>
                      <a:pt x="4939" y="4614"/>
                    </a:lnTo>
                    <a:lnTo>
                      <a:pt x="1519" y="4614"/>
                    </a:lnTo>
                    <a:cubicBezTo>
                      <a:pt x="1385" y="4614"/>
                      <a:pt x="1276" y="4722"/>
                      <a:pt x="1276" y="4856"/>
                    </a:cubicBezTo>
                    <a:lnTo>
                      <a:pt x="1276" y="6475"/>
                    </a:lnTo>
                    <a:lnTo>
                      <a:pt x="647" y="6475"/>
                    </a:lnTo>
                    <a:cubicBezTo>
                      <a:pt x="290" y="6475"/>
                      <a:pt x="0" y="6765"/>
                      <a:pt x="0" y="7122"/>
                    </a:cubicBezTo>
                    <a:lnTo>
                      <a:pt x="0" y="9712"/>
                    </a:lnTo>
                    <a:cubicBezTo>
                      <a:pt x="0" y="10070"/>
                      <a:pt x="290" y="10360"/>
                      <a:pt x="647" y="10360"/>
                    </a:cubicBezTo>
                    <a:lnTo>
                      <a:pt x="3237" y="10360"/>
                    </a:lnTo>
                    <a:cubicBezTo>
                      <a:pt x="3595" y="10360"/>
                      <a:pt x="3885" y="10070"/>
                      <a:pt x="3885" y="9712"/>
                    </a:cubicBezTo>
                    <a:lnTo>
                      <a:pt x="3885" y="7124"/>
                    </a:lnTo>
                    <a:cubicBezTo>
                      <a:pt x="3885" y="6766"/>
                      <a:pt x="3595" y="6476"/>
                      <a:pt x="3237" y="6476"/>
                    </a:cubicBezTo>
                    <a:lnTo>
                      <a:pt x="1761" y="6476"/>
                    </a:lnTo>
                    <a:lnTo>
                      <a:pt x="1761" y="5100"/>
                    </a:lnTo>
                    <a:lnTo>
                      <a:pt x="8602" y="5100"/>
                    </a:lnTo>
                    <a:lnTo>
                      <a:pt x="8602" y="6476"/>
                    </a:lnTo>
                    <a:lnTo>
                      <a:pt x="7124" y="6476"/>
                    </a:lnTo>
                    <a:cubicBezTo>
                      <a:pt x="6766" y="6476"/>
                      <a:pt x="6476" y="6766"/>
                      <a:pt x="6476" y="7124"/>
                    </a:cubicBezTo>
                    <a:lnTo>
                      <a:pt x="6476" y="9713"/>
                    </a:lnTo>
                    <a:cubicBezTo>
                      <a:pt x="6476" y="10071"/>
                      <a:pt x="6766" y="10361"/>
                      <a:pt x="7124" y="10361"/>
                    </a:cubicBezTo>
                    <a:lnTo>
                      <a:pt x="9713" y="10361"/>
                    </a:lnTo>
                    <a:cubicBezTo>
                      <a:pt x="10071" y="10361"/>
                      <a:pt x="10361" y="10071"/>
                      <a:pt x="10361" y="9713"/>
                    </a:cubicBezTo>
                    <a:lnTo>
                      <a:pt x="10361" y="7124"/>
                    </a:lnTo>
                    <a:cubicBezTo>
                      <a:pt x="10362" y="6766"/>
                      <a:pt x="10072" y="6476"/>
                      <a:pt x="9715" y="6476"/>
                    </a:cubicBezTo>
                    <a:close/>
                  </a:path>
                </a:pathLst>
              </a:custGeom>
              <a:solidFill>
                <a:schemeClr val="tx1">
                  <a:lumMod val="50000"/>
                  <a:lumOff val="5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22" name="宇神PPT-4-5"/>
              <p:cNvSpPr/>
              <p:nvPr/>
            </p:nvSpPr>
            <p:spPr>
              <a:xfrm>
                <a:off x="7655386" y="2666371"/>
                <a:ext cx="821030" cy="821030"/>
              </a:xfrm>
              <a:prstGeom prst="ellipse">
                <a:avLst/>
              </a:prstGeom>
              <a:noFill/>
              <a:ln w="19050" cap="flat" cmpd="sng" algn="ctr">
                <a:solidFill>
                  <a:schemeClr val="tx1">
                    <a:lumMod val="50000"/>
                    <a:lumOff val="5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50000"/>
                      <a:lumOff val="50000"/>
                    </a:schemeClr>
                  </a:solidFill>
                </a:endParaRPr>
              </a:p>
            </p:txBody>
          </p:sp>
        </p:grpSp>
      </p:grpSp>
      <p:sp>
        <p:nvSpPr>
          <p:cNvPr id="18" name="宇神PPT-6"/>
          <p:cNvSpPr/>
          <p:nvPr/>
        </p:nvSpPr>
        <p:spPr>
          <a:xfrm>
            <a:off x="0" y="580009"/>
            <a:ext cx="348000" cy="45719"/>
          </a:xfrm>
          <a:custGeom>
            <a:avLst/>
            <a:gdLst>
              <a:gd name="connsiteX0" fmla="*/ 0 w 348000"/>
              <a:gd name="connsiteY0" fmla="*/ 0 h 45719"/>
              <a:gd name="connsiteX1" fmla="*/ 348000 w 348000"/>
              <a:gd name="connsiteY1" fmla="*/ 0 h 45719"/>
              <a:gd name="connsiteX2" fmla="*/ 348000 w 348000"/>
              <a:gd name="connsiteY2" fmla="*/ 45719 h 45719"/>
              <a:gd name="connsiteX3" fmla="*/ 0 w 34800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348000" h="45719">
                <a:moveTo>
                  <a:pt x="0" y="0"/>
                </a:moveTo>
                <a:lnTo>
                  <a:pt x="348000" y="0"/>
                </a:lnTo>
                <a:lnTo>
                  <a:pt x="348000" y="45719"/>
                </a:lnTo>
                <a:lnTo>
                  <a:pt x="0" y="45719"/>
                </a:lnTo>
                <a:close/>
              </a:path>
            </a:pathLst>
          </a:custGeom>
          <a:solidFill>
            <a:schemeClr val="tx1">
              <a:lumMod val="50000"/>
              <a:lumOff val="50000"/>
            </a:schemeClr>
          </a:solidFill>
          <a:ln w="3429" cap="flat">
            <a:noFill/>
            <a:prstDash val="solid"/>
            <a:miter/>
          </a:ln>
        </p:spPr>
        <p:txBody>
          <a:bodyPr wrap="square" rtlCol="0" anchor="ctr">
            <a:noAutofit/>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100000">
                    <a:srgbClr val="8C127D"/>
                  </a:gs>
                  <a:gs pos="0">
                    <a:srgbClr val="E56758"/>
                  </a:gs>
                </a:gsLst>
                <a:lin ang="2700000" scaled="0"/>
              </a:gra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anim calcmode="lin" valueType="num">
                                      <p:cBhvr>
                                        <p:cTn id="8" dur="500" fill="hold"/>
                                        <p:tgtEl>
                                          <p:spTgt spid="23"/>
                                        </p:tgtEl>
                                        <p:attrNameLst>
                                          <p:attrName>ppt_x</p:attrName>
                                        </p:attrNameLst>
                                      </p:cBhvr>
                                      <p:tavLst>
                                        <p:tav tm="0">
                                          <p:val>
                                            <p:strVal val="#ppt_x"/>
                                          </p:val>
                                        </p:tav>
                                        <p:tav tm="100000">
                                          <p:val>
                                            <p:strVal val="#ppt_x"/>
                                          </p:val>
                                        </p:tav>
                                      </p:tavLst>
                                    </p:anim>
                                    <p:anim calcmode="lin" valueType="num">
                                      <p:cBhvr>
                                        <p:cTn id="9" dur="500" fill="hold"/>
                                        <p:tgtEl>
                                          <p:spTgt spid="23"/>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anim calcmode="lin" valueType="num">
                                      <p:cBhvr>
                                        <p:cTn id="14" dur="500" fill="hold"/>
                                        <p:tgtEl>
                                          <p:spTgt spid="12"/>
                                        </p:tgtEl>
                                        <p:attrNameLst>
                                          <p:attrName>ppt_x</p:attrName>
                                        </p:attrNameLst>
                                      </p:cBhvr>
                                      <p:tavLst>
                                        <p:tav tm="0">
                                          <p:val>
                                            <p:strVal val="#ppt_x"/>
                                          </p:val>
                                        </p:tav>
                                        <p:tav tm="100000">
                                          <p:val>
                                            <p:strVal val="#ppt_x"/>
                                          </p:val>
                                        </p:tav>
                                      </p:tavLst>
                                    </p:anim>
                                    <p:anim calcmode="lin" valueType="num">
                                      <p:cBhvr>
                                        <p:cTn id="15" dur="5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宇神PPT-1" descr="背景图案&#10;&#10;描述已自动生成"/>
          <p:cNvPicPr>
            <a:picLocks noChangeAspect="1"/>
          </p:cNvPicPr>
          <p:nvPr/>
        </p:nvPicPr>
        <p:blipFill>
          <a:blip r:embed="rId1">
            <a:extLst>
              <a:ext uri="{28A0092B-C50C-407E-A947-70E740481C1C}">
                <a14:useLocalDpi xmlns:a14="http://schemas.microsoft.com/office/drawing/2010/main" val="0"/>
              </a:ext>
            </a:extLst>
          </a:blip>
          <a:srcRect b="8108"/>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2" name="宇神PPT-2" hidden="1"/>
          <p:cNvSpPr txBox="1"/>
          <p:nvPr/>
        </p:nvSpPr>
        <p:spPr>
          <a:xfrm>
            <a:off x="10580913" y="-603126"/>
            <a:ext cx="1727200" cy="369332"/>
          </a:xfrm>
          <a:prstGeom prst="rect">
            <a:avLst/>
          </a:prstGeom>
          <a:noFill/>
        </p:spPr>
        <p:txBody>
          <a:bodyPr wrap="square" rtlCol="0">
            <a:spAutoFit/>
          </a:bodyPr>
          <a:lstStyle/>
          <a:p>
            <a:pPr algn="ctr"/>
            <a:r>
              <a:rPr lang="en-US" altLang="zh-CN" dirty="0">
                <a:ln>
                  <a:noFill/>
                </a:ln>
                <a:noFill/>
                <a:cs typeface="思源黑体 CN Bold" panose="020B0800000000000000" charset="-122"/>
              </a:rPr>
              <a:t>By  </a:t>
            </a:r>
            <a:r>
              <a:rPr lang="en-US" altLang="zh-CN" dirty="0" err="1">
                <a:ln>
                  <a:noFill/>
                </a:ln>
                <a:noFill/>
                <a:cs typeface="思源黑体 CN Bold" panose="020B0800000000000000" charset="-122"/>
              </a:rPr>
              <a:t>Yushen</a:t>
            </a:r>
            <a:endParaRPr lang="zh-CN" altLang="en-US" dirty="0">
              <a:ln>
                <a:noFill/>
              </a:ln>
              <a:noFill/>
              <a:cs typeface="思源黑体 CN Bold" panose="020B0800000000000000" charset="-122"/>
            </a:endParaRPr>
          </a:p>
        </p:txBody>
      </p:sp>
      <p:sp>
        <p:nvSpPr>
          <p:cNvPr id="49" name="宇神PPT-3"/>
          <p:cNvSpPr/>
          <p:nvPr/>
        </p:nvSpPr>
        <p:spPr>
          <a:xfrm>
            <a:off x="0" y="0"/>
            <a:ext cx="11231153" cy="6858000"/>
          </a:xfrm>
          <a:custGeom>
            <a:avLst/>
            <a:gdLst>
              <a:gd name="connsiteX0" fmla="*/ 0 w 11231153"/>
              <a:gd name="connsiteY0" fmla="*/ 0 h 6858000"/>
              <a:gd name="connsiteX1" fmla="*/ 11231153 w 11231153"/>
              <a:gd name="connsiteY1" fmla="*/ 0 h 6858000"/>
              <a:gd name="connsiteX2" fmla="*/ 11226154 w 11231153"/>
              <a:gd name="connsiteY2" fmla="*/ 9075 h 6858000"/>
              <a:gd name="connsiteX3" fmla="*/ 11050730 w 11231153"/>
              <a:gd name="connsiteY3" fmla="*/ 332112 h 6858000"/>
              <a:gd name="connsiteX4" fmla="*/ 9334009 w 11231153"/>
              <a:gd name="connsiteY4" fmla="*/ 2230509 h 6858000"/>
              <a:gd name="connsiteX5" fmla="*/ 7538299 w 11231153"/>
              <a:gd name="connsiteY5" fmla="*/ 2883495 h 6858000"/>
              <a:gd name="connsiteX6" fmla="*/ 6337647 w 11231153"/>
              <a:gd name="connsiteY6" fmla="*/ 4616013 h 6858000"/>
              <a:gd name="connsiteX7" fmla="*/ 5605671 w 11231153"/>
              <a:gd name="connsiteY7" fmla="*/ 6738217 h 6858000"/>
              <a:gd name="connsiteX8" fmla="*/ 5550832 w 11231153"/>
              <a:gd name="connsiteY8" fmla="*/ 6858000 h 6858000"/>
              <a:gd name="connsiteX9" fmla="*/ 0 w 11231153"/>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231153" h="6858000">
                <a:moveTo>
                  <a:pt x="0" y="0"/>
                </a:moveTo>
                <a:lnTo>
                  <a:pt x="11231153" y="0"/>
                </a:lnTo>
                <a:lnTo>
                  <a:pt x="11226154" y="9075"/>
                </a:lnTo>
                <a:cubicBezTo>
                  <a:pt x="11167899" y="117193"/>
                  <a:pt x="11109973" y="225475"/>
                  <a:pt x="11050730" y="332112"/>
                </a:cubicBezTo>
                <a:cubicBezTo>
                  <a:pt x="10613651" y="1124646"/>
                  <a:pt x="10065985" y="1875054"/>
                  <a:pt x="9334009" y="2230509"/>
                </a:cubicBezTo>
                <a:cubicBezTo>
                  <a:pt x="8752114" y="2512241"/>
                  <a:pt x="8091231" y="2525406"/>
                  <a:pt x="7538299" y="2883495"/>
                </a:cubicBezTo>
                <a:cubicBezTo>
                  <a:pt x="6980102" y="3246850"/>
                  <a:pt x="6603582" y="3918268"/>
                  <a:pt x="6337647" y="4616013"/>
                </a:cubicBezTo>
                <a:cubicBezTo>
                  <a:pt x="6071715" y="5311127"/>
                  <a:pt x="5895303" y="6056269"/>
                  <a:pt x="5605671" y="6738217"/>
                </a:cubicBezTo>
                <a:lnTo>
                  <a:pt x="5550832" y="6858000"/>
                </a:lnTo>
                <a:lnTo>
                  <a:pt x="0" y="6858000"/>
                </a:lnTo>
                <a:close/>
              </a:path>
            </a:pathLst>
          </a:custGeom>
          <a:solidFill>
            <a:schemeClr val="accent1">
              <a:lumMod val="781"/>
              <a:lumOff val="99219"/>
              <a:alpha val="37000"/>
            </a:schemeClr>
          </a:solidFill>
          <a:ln w="18992" cap="flat">
            <a:noFill/>
            <a:prstDash val="solid"/>
            <a:miter/>
          </a:ln>
        </p:spPr>
        <p:txBody>
          <a:bodyPr rtlCol="0" anchor="ctr"/>
          <a:lstStyle/>
          <a:p>
            <a:endParaRPr lang="zh-CN" altLang="en-US"/>
          </a:p>
        </p:txBody>
      </p:sp>
      <p:sp>
        <p:nvSpPr>
          <p:cNvPr id="51" name="宇神PPT-4"/>
          <p:cNvSpPr/>
          <p:nvPr/>
        </p:nvSpPr>
        <p:spPr>
          <a:xfrm>
            <a:off x="0" y="0"/>
            <a:ext cx="10895187" cy="6858000"/>
          </a:xfrm>
          <a:custGeom>
            <a:avLst/>
            <a:gdLst>
              <a:gd name="connsiteX0" fmla="*/ 0 w 10895187"/>
              <a:gd name="connsiteY0" fmla="*/ 0 h 6858000"/>
              <a:gd name="connsiteX1" fmla="*/ 10895187 w 10895187"/>
              <a:gd name="connsiteY1" fmla="*/ 0 h 6858000"/>
              <a:gd name="connsiteX2" fmla="*/ 10643067 w 10895187"/>
              <a:gd name="connsiteY2" fmla="*/ 226213 h 6858000"/>
              <a:gd name="connsiteX3" fmla="*/ 10079151 w 10895187"/>
              <a:gd name="connsiteY3" fmla="*/ 605942 h 6858000"/>
              <a:gd name="connsiteX4" fmla="*/ 7875325 w 10895187"/>
              <a:gd name="connsiteY4" fmla="*/ 1506430 h 6858000"/>
              <a:gd name="connsiteX5" fmla="*/ 6445601 w 10895187"/>
              <a:gd name="connsiteY5" fmla="*/ 3715523 h 6858000"/>
              <a:gd name="connsiteX6" fmla="*/ 5610938 w 10895187"/>
              <a:gd name="connsiteY6" fmla="*/ 6385391 h 6858000"/>
              <a:gd name="connsiteX7" fmla="*/ 5417166 w 10895187"/>
              <a:gd name="connsiteY7" fmla="*/ 6837157 h 6858000"/>
              <a:gd name="connsiteX8" fmla="*/ 5406856 w 10895187"/>
              <a:gd name="connsiteY8" fmla="*/ 6858000 h 6858000"/>
              <a:gd name="connsiteX9" fmla="*/ 0 w 10895187"/>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95187" h="6858000">
                <a:moveTo>
                  <a:pt x="0" y="0"/>
                </a:moveTo>
                <a:lnTo>
                  <a:pt x="10895187" y="0"/>
                </a:lnTo>
                <a:lnTo>
                  <a:pt x="10643067" y="226213"/>
                </a:lnTo>
                <a:cubicBezTo>
                  <a:pt x="10466203" y="371604"/>
                  <a:pt x="10278601" y="499305"/>
                  <a:pt x="10079151" y="605942"/>
                </a:cubicBezTo>
                <a:cubicBezTo>
                  <a:pt x="9368239" y="985095"/>
                  <a:pt x="8546741" y="1035121"/>
                  <a:pt x="7875325" y="1506430"/>
                </a:cubicBezTo>
                <a:cubicBezTo>
                  <a:pt x="7196008" y="1983004"/>
                  <a:pt x="6751030" y="2838731"/>
                  <a:pt x="6445601" y="3715523"/>
                </a:cubicBezTo>
                <a:cubicBezTo>
                  <a:pt x="6140172" y="4592313"/>
                  <a:pt x="5945330" y="5524397"/>
                  <a:pt x="5610938" y="6385391"/>
                </a:cubicBezTo>
                <a:cubicBezTo>
                  <a:pt x="5551696" y="6536789"/>
                  <a:pt x="5487187" y="6688351"/>
                  <a:pt x="5417166" y="6837157"/>
                </a:cubicBezTo>
                <a:lnTo>
                  <a:pt x="5406856" y="6858000"/>
                </a:lnTo>
                <a:lnTo>
                  <a:pt x="0" y="6858000"/>
                </a:lnTo>
                <a:close/>
              </a:path>
            </a:pathLst>
          </a:custGeom>
          <a:solidFill>
            <a:schemeClr val="accent1">
              <a:lumMod val="781"/>
              <a:lumOff val="99219"/>
              <a:alpha val="60000"/>
            </a:schemeClr>
          </a:solidFill>
          <a:ln w="18992" cap="flat">
            <a:noFill/>
            <a:prstDash val="solid"/>
            <a:miter/>
          </a:ln>
        </p:spPr>
        <p:txBody>
          <a:bodyPr rtlCol="0" anchor="ctr"/>
          <a:lstStyle/>
          <a:p>
            <a:endParaRPr lang="zh-CN" altLang="en-US"/>
          </a:p>
        </p:txBody>
      </p:sp>
      <p:sp>
        <p:nvSpPr>
          <p:cNvPr id="53" name="宇神PPT-5"/>
          <p:cNvSpPr/>
          <p:nvPr/>
        </p:nvSpPr>
        <p:spPr>
          <a:xfrm>
            <a:off x="0" y="0"/>
            <a:ext cx="10502009" cy="6858000"/>
          </a:xfrm>
          <a:custGeom>
            <a:avLst/>
            <a:gdLst>
              <a:gd name="connsiteX0" fmla="*/ 0 w 10502009"/>
              <a:gd name="connsiteY0" fmla="*/ 0 h 6858000"/>
              <a:gd name="connsiteX1" fmla="*/ 10502009 w 10502009"/>
              <a:gd name="connsiteY1" fmla="*/ 0 h 6858000"/>
              <a:gd name="connsiteX2" fmla="*/ 10385526 w 10502009"/>
              <a:gd name="connsiteY2" fmla="*/ 102093 h 6858000"/>
              <a:gd name="connsiteX3" fmla="*/ 9850079 w 10502009"/>
              <a:gd name="connsiteY3" fmla="*/ 466394 h 6858000"/>
              <a:gd name="connsiteX4" fmla="*/ 7454043 w 10502009"/>
              <a:gd name="connsiteY4" fmla="*/ 1503799 h 6858000"/>
              <a:gd name="connsiteX5" fmla="*/ 5924266 w 10502009"/>
              <a:gd name="connsiteY5" fmla="*/ 3955128 h 6858000"/>
              <a:gd name="connsiteX6" fmla="*/ 5178312 w 10502009"/>
              <a:gd name="connsiteY6" fmla="*/ 6539182 h 6858000"/>
              <a:gd name="connsiteX7" fmla="*/ 5066996 w 10502009"/>
              <a:gd name="connsiteY7" fmla="*/ 6858000 h 6858000"/>
              <a:gd name="connsiteX8" fmla="*/ 0 w 10502009"/>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02009" h="6858000">
                <a:moveTo>
                  <a:pt x="0" y="0"/>
                </a:moveTo>
                <a:lnTo>
                  <a:pt x="10502009" y="0"/>
                </a:lnTo>
                <a:lnTo>
                  <a:pt x="10385526" y="102093"/>
                </a:lnTo>
                <a:cubicBezTo>
                  <a:pt x="10216561" y="238968"/>
                  <a:pt x="10038339" y="361074"/>
                  <a:pt x="9850079" y="466394"/>
                </a:cubicBezTo>
                <a:cubicBezTo>
                  <a:pt x="9078608" y="898206"/>
                  <a:pt x="8183386" y="971932"/>
                  <a:pt x="7454043" y="1503799"/>
                </a:cubicBezTo>
                <a:cubicBezTo>
                  <a:pt x="6716802" y="2043565"/>
                  <a:pt x="6245493" y="2988815"/>
                  <a:pt x="5924266" y="3955128"/>
                </a:cubicBezTo>
                <a:cubicBezTo>
                  <a:pt x="5643193" y="4802956"/>
                  <a:pt x="5456867" y="5693118"/>
                  <a:pt x="5178312" y="6539182"/>
                </a:cubicBezTo>
                <a:lnTo>
                  <a:pt x="5066996" y="6858000"/>
                </a:lnTo>
                <a:lnTo>
                  <a:pt x="0" y="6858000"/>
                </a:lnTo>
                <a:close/>
              </a:path>
            </a:pathLst>
          </a:custGeom>
          <a:solidFill>
            <a:schemeClr val="accent1">
              <a:lumMod val="781"/>
              <a:lumOff val="99219"/>
            </a:schemeClr>
          </a:solidFill>
          <a:ln w="18992" cap="flat">
            <a:noFill/>
            <a:prstDash val="solid"/>
            <a:miter/>
          </a:ln>
        </p:spPr>
        <p:txBody>
          <a:bodyPr rtlCol="0" anchor="ctr"/>
          <a:lstStyle/>
          <a:p>
            <a:endParaRPr lang="zh-CN" altLang="en-US" dirty="0"/>
          </a:p>
        </p:txBody>
      </p:sp>
      <p:pic>
        <p:nvPicPr>
          <p:cNvPr id="6" name="宇神PPT-6" descr="图片包含 游戏机, 建筑, 灯光&#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0538" y="2630694"/>
            <a:ext cx="4176461" cy="2633455"/>
          </a:xfrm>
          <a:prstGeom prst="rect">
            <a:avLst/>
          </a:prstGeom>
          <a:effectLst>
            <a:reflection blurRad="6350" stA="77000" endPos="43000" dir="5400000" sy="-100000" algn="bl" rotWithShape="0"/>
          </a:effectLst>
        </p:spPr>
      </p:pic>
      <p:sp>
        <p:nvSpPr>
          <p:cNvPr id="59" name="宇神PPT-9"/>
          <p:cNvSpPr txBox="1"/>
          <p:nvPr/>
        </p:nvSpPr>
        <p:spPr>
          <a:xfrm>
            <a:off x="7397655" y="6184966"/>
            <a:ext cx="4416067" cy="442493"/>
          </a:xfrm>
          <a:prstGeom prst="rect">
            <a:avLst/>
          </a:prstGeom>
          <a:noFill/>
        </p:spPr>
        <p:txBody>
          <a:bodyPr wrap="square">
            <a:spAutoFit/>
          </a:bodyPr>
          <a:lstStyle/>
          <a:p>
            <a:pPr marL="0" marR="0" lvl="0" indent="0" algn="r" defTabSz="914400" rtl="0" eaLnBrk="1" fontAlgn="auto" latinLnBrk="0" hangingPunct="1">
              <a:lnSpc>
                <a:spcPct val="150000"/>
              </a:lnSpc>
              <a:spcBef>
                <a:spcPts val="0"/>
              </a:spcBef>
              <a:spcAft>
                <a:spcPts val="0"/>
              </a:spcAft>
              <a:buClrTx/>
              <a:buSzTx/>
              <a:buFontTx/>
              <a:buNone/>
              <a:defRPr/>
            </a:pPr>
            <a:r>
              <a:rPr kumimoji="0" lang="en-US" altLang="zh-CN" sz="800" b="0" i="0" u="none" strike="noStrike" kern="1200" cap="none" spc="0" normalizeH="0" baseline="0" noProof="0" dirty="0">
                <a:ln>
                  <a:noFill/>
                </a:ln>
                <a:solidFill>
                  <a:schemeClr val="accent1">
                    <a:lumMod val="781"/>
                    <a:lumOff val="99219"/>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PPT TEMPLATE OF LITERATURE NOVEL READING SHARING MEETING</a:t>
            </a:r>
            <a:r>
              <a:rPr kumimoji="0" lang="zh-CN" altLang="en-US" sz="800" b="0" i="0" u="none" strike="noStrike" kern="1200" cap="none" spc="0" normalizeH="0" baseline="0" noProof="0" dirty="0">
                <a:ln>
                  <a:noFill/>
                </a:ln>
                <a:solidFill>
                  <a:schemeClr val="accent1">
                    <a:lumMod val="781"/>
                    <a:lumOff val="99219"/>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a:t>
            </a:r>
            <a:r>
              <a:rPr kumimoji="0" lang="en-US" altLang="zh-CN" sz="800" b="0" i="0" u="none" strike="noStrike" kern="1200" cap="none" spc="0" normalizeH="0" baseline="0" noProof="0" dirty="0">
                <a:ln>
                  <a:noFill/>
                </a:ln>
                <a:solidFill>
                  <a:schemeClr val="accent1">
                    <a:lumMod val="781"/>
                    <a:lumOff val="99219"/>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PPT TEMPLATE OF LITERATURE NOVEL READING SHARING MEETING</a:t>
            </a:r>
            <a:endParaRPr kumimoji="0" lang="zh-CN" altLang="en-US" sz="800" b="0" i="0" u="none" strike="noStrike" kern="1200" cap="none" spc="0" normalizeH="0" baseline="0" noProof="0" dirty="0">
              <a:ln>
                <a:noFill/>
              </a:ln>
              <a:solidFill>
                <a:schemeClr val="accent1">
                  <a:lumMod val="781"/>
                  <a:lumOff val="99219"/>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grpSp>
        <p:nvGrpSpPr>
          <p:cNvPr id="5" name="宇神PPT-10"/>
          <p:cNvGrpSpPr/>
          <p:nvPr/>
        </p:nvGrpSpPr>
        <p:grpSpPr>
          <a:xfrm>
            <a:off x="743799" y="2449701"/>
            <a:ext cx="4477424" cy="1557157"/>
            <a:chOff x="787997" y="2924378"/>
            <a:chExt cx="4477424" cy="1557157"/>
          </a:xfrm>
        </p:grpSpPr>
        <p:grpSp>
          <p:nvGrpSpPr>
            <p:cNvPr id="47" name="组合 46"/>
            <p:cNvGrpSpPr/>
            <p:nvPr/>
          </p:nvGrpSpPr>
          <p:grpSpPr>
            <a:xfrm>
              <a:off x="787997" y="2924378"/>
              <a:ext cx="4477424" cy="1401709"/>
              <a:chOff x="8738261" y="1359842"/>
              <a:chExt cx="2336273" cy="731398"/>
            </a:xfrm>
          </p:grpSpPr>
          <p:sp>
            <p:nvSpPr>
              <p:cNvPr id="54" name="宇神PPT-10-1"/>
              <p:cNvSpPr txBox="1"/>
              <p:nvPr/>
            </p:nvSpPr>
            <p:spPr>
              <a:xfrm>
                <a:off x="8738261" y="1359842"/>
                <a:ext cx="663456" cy="626320"/>
              </a:xfrm>
              <a:prstGeom prst="rect">
                <a:avLst/>
              </a:prstGeom>
              <a:noFill/>
            </p:spPr>
            <p:txBody>
              <a:bodyPr wrap="none" rtlCol="0">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72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rPr>
                  <a:t>03</a:t>
                </a:r>
                <a:endParaRPr kumimoji="0" lang="zh-CN" altLang="en-US" sz="72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55" name="宇神PPT-10-2"/>
              <p:cNvSpPr txBox="1"/>
              <p:nvPr/>
            </p:nvSpPr>
            <p:spPr>
              <a:xfrm>
                <a:off x="8770831" y="1923145"/>
                <a:ext cx="2303703" cy="16809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lang="en-US" altLang="zh-CN" sz="1600" noProof="0" dirty="0">
                    <a:ln>
                      <a:noFill/>
                    </a:ln>
                    <a:gradFill>
                      <a:gsLst>
                        <a:gs pos="100000">
                          <a:schemeClr val="accent2"/>
                        </a:gs>
                        <a:gs pos="0">
                          <a:schemeClr val="accent1"/>
                        </a:gs>
                      </a:gsLst>
                      <a:lin ang="2700000" scaled="0"/>
                    </a:gradFill>
                    <a:uLnTx/>
                    <a:uFillTx/>
                    <a:latin typeface="思源黑体 CN Light" panose="020B0300000000000000" pitchFamily="34" charset="-122"/>
                    <a:ea typeface="思源黑体 CN Light" panose="020B0300000000000000" pitchFamily="34" charset="-122"/>
                    <a:cs typeface="+mn-ea"/>
                    <a:sym typeface="+mn-lt"/>
                  </a:rPr>
                  <a:t>CHARACTER EVALUATION</a:t>
                </a:r>
                <a:endParaRPr kumimoji="0" lang="zh-CN" altLang="en-US" sz="16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Light" panose="020B0300000000000000" pitchFamily="34" charset="-122"/>
                  <a:ea typeface="思源黑体 CN Light" panose="020B0300000000000000" pitchFamily="34" charset="-122"/>
                  <a:cs typeface="+mn-ea"/>
                  <a:sym typeface="+mn-lt"/>
                </a:endParaRPr>
              </a:p>
            </p:txBody>
          </p:sp>
          <p:sp>
            <p:nvSpPr>
              <p:cNvPr id="56" name="宇神PPT-10-3"/>
              <p:cNvSpPr txBox="1"/>
              <p:nvPr/>
            </p:nvSpPr>
            <p:spPr>
              <a:xfrm>
                <a:off x="9511685" y="1515794"/>
                <a:ext cx="1261729" cy="400918"/>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4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mn-ea"/>
                    <a:sym typeface="+mn-lt"/>
                  </a:rPr>
                  <a:t>人物评价</a:t>
                </a:r>
                <a:endParaRPr kumimoji="0" lang="zh-CN" altLang="en-US" sz="4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mn-ea"/>
                  <a:sym typeface="+mn-lt"/>
                </a:endParaRPr>
              </a:p>
            </p:txBody>
          </p:sp>
        </p:grpSp>
        <p:sp>
          <p:nvSpPr>
            <p:cNvPr id="67" name="宇神PPT-10-4"/>
            <p:cNvSpPr/>
            <p:nvPr/>
          </p:nvSpPr>
          <p:spPr>
            <a:xfrm>
              <a:off x="924682" y="4435816"/>
              <a:ext cx="4248000" cy="45719"/>
            </a:xfrm>
            <a:custGeom>
              <a:avLst/>
              <a:gdLst>
                <a:gd name="connsiteX0" fmla="*/ 0 w 4686857"/>
                <a:gd name="connsiteY0" fmla="*/ 0 h 20571"/>
                <a:gd name="connsiteX1" fmla="*/ 4686857 w 4686857"/>
                <a:gd name="connsiteY1" fmla="*/ 0 h 20571"/>
                <a:gd name="connsiteX2" fmla="*/ 4686857 w 4686857"/>
                <a:gd name="connsiteY2" fmla="*/ 20571 h 20571"/>
                <a:gd name="connsiteX3" fmla="*/ 0 w 4686857"/>
                <a:gd name="connsiteY3" fmla="*/ 20571 h 20571"/>
              </a:gdLst>
              <a:ahLst/>
              <a:cxnLst>
                <a:cxn ang="0">
                  <a:pos x="connsiteX0" y="connsiteY0"/>
                </a:cxn>
                <a:cxn ang="0">
                  <a:pos x="connsiteX1" y="connsiteY1"/>
                </a:cxn>
                <a:cxn ang="0">
                  <a:pos x="connsiteX2" y="connsiteY2"/>
                </a:cxn>
                <a:cxn ang="0">
                  <a:pos x="connsiteX3" y="connsiteY3"/>
                </a:cxn>
              </a:cxnLst>
              <a:rect l="l" t="t" r="r" b="b"/>
              <a:pathLst>
                <a:path w="4686857" h="20571">
                  <a:moveTo>
                    <a:pt x="0" y="0"/>
                  </a:moveTo>
                  <a:lnTo>
                    <a:pt x="4686857" y="0"/>
                  </a:lnTo>
                  <a:lnTo>
                    <a:pt x="4686857" y="20571"/>
                  </a:lnTo>
                  <a:lnTo>
                    <a:pt x="0" y="20571"/>
                  </a:lnTo>
                  <a:close/>
                </a:path>
              </a:pathLst>
            </a:custGeom>
            <a:gradFill>
              <a:gsLst>
                <a:gs pos="100000">
                  <a:schemeClr val="accent2"/>
                </a:gs>
                <a:gs pos="0">
                  <a:schemeClr val="accent1"/>
                </a:gs>
              </a:gsLst>
              <a:lin ang="2700000" scaled="0"/>
            </a:gra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100000">
                      <a:schemeClr val="accent2"/>
                    </a:gs>
                    <a:gs pos="0">
                      <a:schemeClr val="accent1"/>
                    </a:gs>
                  </a:gsLst>
                  <a:lin ang="2700000" scaled="0"/>
                </a:gra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grpSp>
      <p:grpSp>
        <p:nvGrpSpPr>
          <p:cNvPr id="33" name="宇神PPT-11"/>
          <p:cNvGrpSpPr/>
          <p:nvPr/>
        </p:nvGrpSpPr>
        <p:grpSpPr>
          <a:xfrm>
            <a:off x="4951480" y="1968872"/>
            <a:ext cx="821030" cy="821030"/>
            <a:chOff x="7655386" y="3862101"/>
            <a:chExt cx="821030" cy="821030"/>
          </a:xfrm>
        </p:grpSpPr>
        <p:sp>
          <p:nvSpPr>
            <p:cNvPr id="34" name="宇神PPT-11-1"/>
            <p:cNvSpPr/>
            <p:nvPr/>
          </p:nvSpPr>
          <p:spPr>
            <a:xfrm>
              <a:off x="7833587" y="4041255"/>
              <a:ext cx="464628" cy="462722"/>
            </a:xfrm>
            <a:custGeom>
              <a:avLst/>
              <a:gdLst>
                <a:gd name="connsiteX0" fmla="*/ 380537 w 607462"/>
                <a:gd name="connsiteY0" fmla="*/ 309351 h 604972"/>
                <a:gd name="connsiteX1" fmla="*/ 564288 w 607462"/>
                <a:gd name="connsiteY1" fmla="*/ 309351 h 604972"/>
                <a:gd name="connsiteX2" fmla="*/ 607462 w 607462"/>
                <a:gd name="connsiteY2" fmla="*/ 352532 h 604972"/>
                <a:gd name="connsiteX3" fmla="*/ 594795 w 607462"/>
                <a:gd name="connsiteY3" fmla="*/ 383043 h 604972"/>
                <a:gd name="connsiteX4" fmla="*/ 523534 w 607462"/>
                <a:gd name="connsiteY4" fmla="*/ 450851 h 604972"/>
                <a:gd name="connsiteX5" fmla="*/ 523534 w 607462"/>
                <a:gd name="connsiteY5" fmla="*/ 558281 h 604972"/>
                <a:gd name="connsiteX6" fmla="*/ 508352 w 607462"/>
                <a:gd name="connsiteY6" fmla="*/ 573465 h 604972"/>
                <a:gd name="connsiteX7" fmla="*/ 493170 w 607462"/>
                <a:gd name="connsiteY7" fmla="*/ 558281 h 604972"/>
                <a:gd name="connsiteX8" fmla="*/ 493170 w 607462"/>
                <a:gd name="connsiteY8" fmla="*/ 444303 h 604972"/>
                <a:gd name="connsiteX9" fmla="*/ 497914 w 607462"/>
                <a:gd name="connsiteY9" fmla="*/ 433294 h 604972"/>
                <a:gd name="connsiteX10" fmla="*/ 573587 w 607462"/>
                <a:gd name="connsiteY10" fmla="*/ 361310 h 604972"/>
                <a:gd name="connsiteX11" fmla="*/ 577051 w 607462"/>
                <a:gd name="connsiteY11" fmla="*/ 352532 h 604972"/>
                <a:gd name="connsiteX12" fmla="*/ 564241 w 607462"/>
                <a:gd name="connsiteY12" fmla="*/ 339720 h 604972"/>
                <a:gd name="connsiteX13" fmla="*/ 380537 w 607462"/>
                <a:gd name="connsiteY13" fmla="*/ 339720 h 604972"/>
                <a:gd name="connsiteX14" fmla="*/ 367728 w 607462"/>
                <a:gd name="connsiteY14" fmla="*/ 352532 h 604972"/>
                <a:gd name="connsiteX15" fmla="*/ 371571 w 607462"/>
                <a:gd name="connsiteY15" fmla="*/ 361642 h 604972"/>
                <a:gd name="connsiteX16" fmla="*/ 441361 w 607462"/>
                <a:gd name="connsiteY16" fmla="*/ 433863 h 604972"/>
                <a:gd name="connsiteX17" fmla="*/ 445631 w 607462"/>
                <a:gd name="connsiteY17" fmla="*/ 444445 h 604972"/>
                <a:gd name="connsiteX18" fmla="*/ 445631 w 607462"/>
                <a:gd name="connsiteY18" fmla="*/ 528339 h 604972"/>
                <a:gd name="connsiteX19" fmla="*/ 430449 w 607462"/>
                <a:gd name="connsiteY19" fmla="*/ 543524 h 604972"/>
                <a:gd name="connsiteX20" fmla="*/ 415266 w 607462"/>
                <a:gd name="connsiteY20" fmla="*/ 528339 h 604972"/>
                <a:gd name="connsiteX21" fmla="*/ 415266 w 607462"/>
                <a:gd name="connsiteY21" fmla="*/ 450566 h 604972"/>
                <a:gd name="connsiteX22" fmla="*/ 349889 w 607462"/>
                <a:gd name="connsiteY22" fmla="*/ 382948 h 604972"/>
                <a:gd name="connsiteX23" fmla="*/ 337363 w 607462"/>
                <a:gd name="connsiteY23" fmla="*/ 352532 h 604972"/>
                <a:gd name="connsiteX24" fmla="*/ 380537 w 607462"/>
                <a:gd name="connsiteY24" fmla="*/ 309351 h 604972"/>
                <a:gd name="connsiteX25" fmla="*/ 29688 w 607462"/>
                <a:gd name="connsiteY25" fmla="*/ 170913 h 604972"/>
                <a:gd name="connsiteX26" fmla="*/ 29688 w 607462"/>
                <a:gd name="connsiteY26" fmla="*/ 424499 h 604972"/>
                <a:gd name="connsiteX27" fmla="*/ 261186 w 607462"/>
                <a:gd name="connsiteY27" fmla="*/ 564009 h 604972"/>
                <a:gd name="connsiteX28" fmla="*/ 261186 w 607462"/>
                <a:gd name="connsiteY28" fmla="*/ 302404 h 604972"/>
                <a:gd name="connsiteX29" fmla="*/ 276034 w 607462"/>
                <a:gd name="connsiteY29" fmla="*/ 31497 h 604972"/>
                <a:gd name="connsiteX30" fmla="*/ 46386 w 607462"/>
                <a:gd name="connsiteY30" fmla="*/ 146285 h 604972"/>
                <a:gd name="connsiteX31" fmla="*/ 276034 w 607462"/>
                <a:gd name="connsiteY31" fmla="*/ 276589 h 604972"/>
                <a:gd name="connsiteX32" fmla="*/ 505729 w 607462"/>
                <a:gd name="connsiteY32" fmla="*/ 146285 h 604972"/>
                <a:gd name="connsiteX33" fmla="*/ 269392 w 607462"/>
                <a:gd name="connsiteY33" fmla="*/ 1602 h 604972"/>
                <a:gd name="connsiteX34" fmla="*/ 282723 w 607462"/>
                <a:gd name="connsiteY34" fmla="*/ 1602 h 604972"/>
                <a:gd name="connsiteX35" fmla="*/ 543822 w 607462"/>
                <a:gd name="connsiteY35" fmla="*/ 132192 h 604972"/>
                <a:gd name="connsiteX36" fmla="*/ 551887 w 607462"/>
                <a:gd name="connsiteY36" fmla="*/ 147044 h 604972"/>
                <a:gd name="connsiteX37" fmla="*/ 545625 w 607462"/>
                <a:gd name="connsiteY37" fmla="*/ 156867 h 604972"/>
                <a:gd name="connsiteX38" fmla="*/ 521953 w 607462"/>
                <a:gd name="connsiteY38" fmla="*/ 171197 h 604972"/>
                <a:gd name="connsiteX39" fmla="*/ 290929 w 607462"/>
                <a:gd name="connsiteY39" fmla="*/ 302404 h 604972"/>
                <a:gd name="connsiteX40" fmla="*/ 290929 w 607462"/>
                <a:gd name="connsiteY40" fmla="*/ 564768 h 604972"/>
                <a:gd name="connsiteX41" fmla="*/ 297001 w 607462"/>
                <a:gd name="connsiteY41" fmla="*/ 561447 h 604972"/>
                <a:gd name="connsiteX42" fmla="*/ 297001 w 607462"/>
                <a:gd name="connsiteY42" fmla="*/ 561589 h 604972"/>
                <a:gd name="connsiteX43" fmla="*/ 355730 w 607462"/>
                <a:gd name="connsiteY43" fmla="*/ 527423 h 604972"/>
                <a:gd name="connsiteX44" fmla="*/ 376413 w 607462"/>
                <a:gd name="connsiteY44" fmla="*/ 533070 h 604972"/>
                <a:gd name="connsiteX45" fmla="*/ 370910 w 607462"/>
                <a:gd name="connsiteY45" fmla="*/ 553854 h 604972"/>
                <a:gd name="connsiteX46" fmla="*/ 285901 w 607462"/>
                <a:gd name="connsiteY46" fmla="*/ 603062 h 604972"/>
                <a:gd name="connsiteX47" fmla="*/ 278269 w 607462"/>
                <a:gd name="connsiteY47" fmla="*/ 604972 h 604972"/>
                <a:gd name="connsiteX48" fmla="*/ 275022 w 607462"/>
                <a:gd name="connsiteY48" fmla="*/ 604098 h 604972"/>
                <a:gd name="connsiteX49" fmla="*/ 275017 w 607462"/>
                <a:gd name="connsiteY49" fmla="*/ 604097 h 604972"/>
                <a:gd name="connsiteX50" fmla="*/ 267115 w 607462"/>
                <a:gd name="connsiteY50" fmla="*/ 601971 h 604972"/>
                <a:gd name="connsiteX51" fmla="*/ 7202 w 607462"/>
                <a:gd name="connsiteY51" fmla="*/ 445568 h 604972"/>
                <a:gd name="connsiteX52" fmla="*/ 86 w 607462"/>
                <a:gd name="connsiteY52" fmla="*/ 432850 h 604972"/>
                <a:gd name="connsiteX53" fmla="*/ 86 w 607462"/>
                <a:gd name="connsiteY53" fmla="*/ 154209 h 604972"/>
                <a:gd name="connsiteX54" fmla="*/ 8293 w 607462"/>
                <a:gd name="connsiteY54" fmla="*/ 132192 h 604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7462" h="604972">
                  <a:moveTo>
                    <a:pt x="380537" y="309351"/>
                  </a:moveTo>
                  <a:lnTo>
                    <a:pt x="564288" y="309351"/>
                  </a:lnTo>
                  <a:cubicBezTo>
                    <a:pt x="588058" y="309351"/>
                    <a:pt x="607462" y="328711"/>
                    <a:pt x="607462" y="352532"/>
                  </a:cubicBezTo>
                  <a:cubicBezTo>
                    <a:pt x="607462" y="364062"/>
                    <a:pt x="602955" y="374881"/>
                    <a:pt x="594795" y="383043"/>
                  </a:cubicBezTo>
                  <a:lnTo>
                    <a:pt x="523534" y="450851"/>
                  </a:lnTo>
                  <a:lnTo>
                    <a:pt x="523534" y="558281"/>
                  </a:lnTo>
                  <a:cubicBezTo>
                    <a:pt x="523534" y="566680"/>
                    <a:pt x="516749" y="573465"/>
                    <a:pt x="508352" y="573465"/>
                  </a:cubicBezTo>
                  <a:cubicBezTo>
                    <a:pt x="499954" y="573465"/>
                    <a:pt x="493170" y="566680"/>
                    <a:pt x="493170" y="558281"/>
                  </a:cubicBezTo>
                  <a:lnTo>
                    <a:pt x="493170" y="444303"/>
                  </a:lnTo>
                  <a:cubicBezTo>
                    <a:pt x="493170" y="440174"/>
                    <a:pt x="494878" y="436189"/>
                    <a:pt x="497914" y="433294"/>
                  </a:cubicBezTo>
                  <a:lnTo>
                    <a:pt x="573587" y="361310"/>
                  </a:lnTo>
                  <a:cubicBezTo>
                    <a:pt x="575770" y="359127"/>
                    <a:pt x="577051" y="355996"/>
                    <a:pt x="577051" y="352532"/>
                  </a:cubicBezTo>
                  <a:cubicBezTo>
                    <a:pt x="577051" y="345461"/>
                    <a:pt x="571310" y="339720"/>
                    <a:pt x="564241" y="339720"/>
                  </a:cubicBezTo>
                  <a:lnTo>
                    <a:pt x="380537" y="339720"/>
                  </a:lnTo>
                  <a:cubicBezTo>
                    <a:pt x="373468" y="339720"/>
                    <a:pt x="367728" y="345461"/>
                    <a:pt x="367728" y="352532"/>
                  </a:cubicBezTo>
                  <a:cubicBezTo>
                    <a:pt x="367728" y="355996"/>
                    <a:pt x="369056" y="359127"/>
                    <a:pt x="371571" y="361642"/>
                  </a:cubicBezTo>
                  <a:lnTo>
                    <a:pt x="441361" y="433863"/>
                  </a:lnTo>
                  <a:cubicBezTo>
                    <a:pt x="444112" y="436710"/>
                    <a:pt x="445631" y="440507"/>
                    <a:pt x="445631" y="444445"/>
                  </a:cubicBezTo>
                  <a:lnTo>
                    <a:pt x="445631" y="528339"/>
                  </a:lnTo>
                  <a:cubicBezTo>
                    <a:pt x="445631" y="536738"/>
                    <a:pt x="438846" y="543524"/>
                    <a:pt x="430449" y="543524"/>
                  </a:cubicBezTo>
                  <a:cubicBezTo>
                    <a:pt x="422051" y="543524"/>
                    <a:pt x="415266" y="536738"/>
                    <a:pt x="415266" y="528339"/>
                  </a:cubicBezTo>
                  <a:lnTo>
                    <a:pt x="415266" y="450566"/>
                  </a:lnTo>
                  <a:lnTo>
                    <a:pt x="349889" y="382948"/>
                  </a:lnTo>
                  <a:cubicBezTo>
                    <a:pt x="341871" y="374929"/>
                    <a:pt x="337363" y="364062"/>
                    <a:pt x="337363" y="352532"/>
                  </a:cubicBezTo>
                  <a:cubicBezTo>
                    <a:pt x="337363" y="328759"/>
                    <a:pt x="356721" y="309351"/>
                    <a:pt x="380537" y="309351"/>
                  </a:cubicBezTo>
                  <a:close/>
                  <a:moveTo>
                    <a:pt x="29688" y="170913"/>
                  </a:moveTo>
                  <a:lnTo>
                    <a:pt x="29688" y="424499"/>
                  </a:lnTo>
                  <a:lnTo>
                    <a:pt x="261186" y="564009"/>
                  </a:lnTo>
                  <a:lnTo>
                    <a:pt x="261186" y="302404"/>
                  </a:lnTo>
                  <a:close/>
                  <a:moveTo>
                    <a:pt x="276034" y="31497"/>
                  </a:moveTo>
                  <a:lnTo>
                    <a:pt x="46386" y="146285"/>
                  </a:lnTo>
                  <a:lnTo>
                    <a:pt x="276034" y="276589"/>
                  </a:lnTo>
                  <a:lnTo>
                    <a:pt x="505729" y="146285"/>
                  </a:lnTo>
                  <a:close/>
                  <a:moveTo>
                    <a:pt x="269392" y="1602"/>
                  </a:moveTo>
                  <a:cubicBezTo>
                    <a:pt x="273614" y="-533"/>
                    <a:pt x="278501" y="-533"/>
                    <a:pt x="282723" y="1602"/>
                  </a:cubicBezTo>
                  <a:lnTo>
                    <a:pt x="543822" y="132192"/>
                  </a:lnTo>
                  <a:cubicBezTo>
                    <a:pt x="549752" y="135229"/>
                    <a:pt x="552503" y="141302"/>
                    <a:pt x="551887" y="147044"/>
                  </a:cubicBezTo>
                  <a:cubicBezTo>
                    <a:pt x="551270" y="149844"/>
                    <a:pt x="550369" y="153782"/>
                    <a:pt x="545625" y="156867"/>
                  </a:cubicBezTo>
                  <a:lnTo>
                    <a:pt x="521953" y="171197"/>
                  </a:lnTo>
                  <a:lnTo>
                    <a:pt x="290929" y="302404"/>
                  </a:lnTo>
                  <a:lnTo>
                    <a:pt x="290929" y="564768"/>
                  </a:lnTo>
                  <a:lnTo>
                    <a:pt x="297001" y="561447"/>
                  </a:lnTo>
                  <a:lnTo>
                    <a:pt x="297001" y="561589"/>
                  </a:lnTo>
                  <a:lnTo>
                    <a:pt x="355730" y="527423"/>
                  </a:lnTo>
                  <a:cubicBezTo>
                    <a:pt x="362893" y="523342"/>
                    <a:pt x="372286" y="525762"/>
                    <a:pt x="376413" y="533070"/>
                  </a:cubicBezTo>
                  <a:cubicBezTo>
                    <a:pt x="380635" y="540283"/>
                    <a:pt x="378216" y="549631"/>
                    <a:pt x="370910" y="553854"/>
                  </a:cubicBezTo>
                  <a:lnTo>
                    <a:pt x="285901" y="603062"/>
                  </a:lnTo>
                  <a:cubicBezTo>
                    <a:pt x="283790" y="604130"/>
                    <a:pt x="281323" y="604960"/>
                    <a:pt x="278269" y="604972"/>
                  </a:cubicBezTo>
                  <a:lnTo>
                    <a:pt x="275022" y="604098"/>
                  </a:lnTo>
                  <a:lnTo>
                    <a:pt x="275017" y="604097"/>
                  </a:lnTo>
                  <a:lnTo>
                    <a:pt x="267115" y="601971"/>
                  </a:lnTo>
                  <a:cubicBezTo>
                    <a:pt x="262704" y="600025"/>
                    <a:pt x="7202" y="445568"/>
                    <a:pt x="7202" y="445568"/>
                  </a:cubicBezTo>
                  <a:cubicBezTo>
                    <a:pt x="2790" y="442863"/>
                    <a:pt x="86" y="437975"/>
                    <a:pt x="86" y="432850"/>
                  </a:cubicBezTo>
                  <a:lnTo>
                    <a:pt x="86" y="154209"/>
                  </a:lnTo>
                  <a:cubicBezTo>
                    <a:pt x="86" y="152691"/>
                    <a:pt x="-1432" y="138550"/>
                    <a:pt x="8293" y="132192"/>
                  </a:cubicBezTo>
                  <a:close/>
                </a:path>
              </a:pathLst>
            </a:custGeom>
            <a:gradFill>
              <a:gsLst>
                <a:gs pos="100000">
                  <a:schemeClr val="accent2"/>
                </a:gs>
                <a:gs pos="0">
                  <a:schemeClr val="accent1"/>
                </a:gs>
              </a:gsLst>
              <a:lin ang="27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gradFill>
                  <a:gsLst>
                    <a:gs pos="100000">
                      <a:srgbClr val="8C127D"/>
                    </a:gs>
                    <a:gs pos="0">
                      <a:srgbClr val="E56758"/>
                    </a:gs>
                  </a:gsLst>
                  <a:lin ang="2700000" scaled="0"/>
                </a:gra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35" name="宇神PPT-11-2"/>
            <p:cNvSpPr/>
            <p:nvPr/>
          </p:nvSpPr>
          <p:spPr>
            <a:xfrm>
              <a:off x="7655386" y="3862101"/>
              <a:ext cx="821030" cy="821030"/>
            </a:xfrm>
            <a:prstGeom prst="ellipse">
              <a:avLst/>
            </a:prstGeom>
            <a:noFill/>
            <a:ln w="19050">
              <a:gradFill>
                <a:gsLst>
                  <a:gs pos="0">
                    <a:schemeClr val="accent1"/>
                  </a:gs>
                  <a:gs pos="100000">
                    <a:schemeClr val="accent2"/>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3" name="宇神PPT-12"/>
          <p:cNvGrpSpPr/>
          <p:nvPr/>
        </p:nvGrpSpPr>
        <p:grpSpPr>
          <a:xfrm>
            <a:off x="412079" y="6315846"/>
            <a:ext cx="1220258" cy="225097"/>
            <a:chOff x="9669291" y="6232264"/>
            <a:chExt cx="1850151" cy="341291"/>
          </a:xfrm>
        </p:grpSpPr>
        <p:sp>
          <p:nvSpPr>
            <p:cNvPr id="4" name="宇神PPT-12-1"/>
            <p:cNvSpPr/>
            <p:nvPr/>
          </p:nvSpPr>
          <p:spPr>
            <a:xfrm>
              <a:off x="9669291" y="6232264"/>
              <a:ext cx="341292" cy="341291"/>
            </a:xfrm>
            <a:prstGeom prst="ellipse">
              <a:avLst/>
            </a:prstGeom>
            <a:solidFill>
              <a:schemeClr val="accent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7" name="宇神PPT-12-2"/>
            <p:cNvSpPr/>
            <p:nvPr/>
          </p:nvSpPr>
          <p:spPr>
            <a:xfrm>
              <a:off x="9762216" y="6299289"/>
              <a:ext cx="155442" cy="207241"/>
            </a:xfrm>
            <a:custGeom>
              <a:avLst/>
              <a:gdLst>
                <a:gd name="T0" fmla="*/ 648 w 7770"/>
                <a:gd name="T1" fmla="*/ 0 h 10360"/>
                <a:gd name="T2" fmla="*/ 7123 w 7770"/>
                <a:gd name="T3" fmla="*/ 0 h 10360"/>
                <a:gd name="T4" fmla="*/ 7770 w 7770"/>
                <a:gd name="T5" fmla="*/ 647 h 10360"/>
                <a:gd name="T6" fmla="*/ 7770 w 7770"/>
                <a:gd name="T7" fmla="*/ 9712 h 10360"/>
                <a:gd name="T8" fmla="*/ 7123 w 7770"/>
                <a:gd name="T9" fmla="*/ 10360 h 10360"/>
                <a:gd name="T10" fmla="*/ 648 w 7770"/>
                <a:gd name="T11" fmla="*/ 10360 h 10360"/>
                <a:gd name="T12" fmla="*/ 0 w 7770"/>
                <a:gd name="T13" fmla="*/ 9712 h 10360"/>
                <a:gd name="T14" fmla="*/ 0 w 7770"/>
                <a:gd name="T15" fmla="*/ 647 h 10360"/>
                <a:gd name="T16" fmla="*/ 648 w 7770"/>
                <a:gd name="T17" fmla="*/ 0 h 10360"/>
                <a:gd name="T18" fmla="*/ 1295 w 7770"/>
                <a:gd name="T19" fmla="*/ 1293 h 10360"/>
                <a:gd name="T20" fmla="*/ 1295 w 7770"/>
                <a:gd name="T21" fmla="*/ 8416 h 10360"/>
                <a:gd name="T22" fmla="*/ 6475 w 7770"/>
                <a:gd name="T23" fmla="*/ 8416 h 10360"/>
                <a:gd name="T24" fmla="*/ 6475 w 7770"/>
                <a:gd name="T25" fmla="*/ 1293 h 10360"/>
                <a:gd name="T26" fmla="*/ 1295 w 7770"/>
                <a:gd name="T27" fmla="*/ 1293 h 10360"/>
                <a:gd name="T28" fmla="*/ 3890 w 7770"/>
                <a:gd name="T29" fmla="*/ 8902 h 10360"/>
                <a:gd name="T30" fmla="*/ 3405 w 7770"/>
                <a:gd name="T31" fmla="*/ 9387 h 10360"/>
                <a:gd name="T32" fmla="*/ 3890 w 7770"/>
                <a:gd name="T33" fmla="*/ 9872 h 10360"/>
                <a:gd name="T34" fmla="*/ 4375 w 7770"/>
                <a:gd name="T35" fmla="*/ 9387 h 10360"/>
                <a:gd name="T36" fmla="*/ 3890 w 7770"/>
                <a:gd name="T37" fmla="*/ 8902 h 10360"/>
                <a:gd name="T38" fmla="*/ 3413 w 7770"/>
                <a:gd name="T39" fmla="*/ 5486 h 10360"/>
                <a:gd name="T40" fmla="*/ 5026 w 7770"/>
                <a:gd name="T41" fmla="*/ 3825 h 10360"/>
                <a:gd name="T42" fmla="*/ 5683 w 7770"/>
                <a:gd name="T43" fmla="*/ 3815 h 10360"/>
                <a:gd name="T44" fmla="*/ 5688 w 7770"/>
                <a:gd name="T45" fmla="*/ 3820 h 10360"/>
                <a:gd name="T46" fmla="*/ 5692 w 7770"/>
                <a:gd name="T47" fmla="*/ 4491 h 10360"/>
                <a:gd name="T48" fmla="*/ 3769 w 7770"/>
                <a:gd name="T49" fmla="*/ 6472 h 10360"/>
                <a:gd name="T50" fmla="*/ 3636 w 7770"/>
                <a:gd name="T51" fmla="*/ 6567 h 10360"/>
                <a:gd name="T52" fmla="*/ 3081 w 7770"/>
                <a:gd name="T53" fmla="*/ 6485 h 10360"/>
                <a:gd name="T54" fmla="*/ 2081 w 7770"/>
                <a:gd name="T55" fmla="*/ 5486 h 10360"/>
                <a:gd name="T56" fmla="*/ 2103 w 7770"/>
                <a:gd name="T57" fmla="*/ 4820 h 10360"/>
                <a:gd name="T58" fmla="*/ 2748 w 7770"/>
                <a:gd name="T59" fmla="*/ 4820 h 10360"/>
                <a:gd name="T60" fmla="*/ 3413 w 7770"/>
                <a:gd name="T61" fmla="*/ 5486 h 10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70" h="10360">
                  <a:moveTo>
                    <a:pt x="648" y="0"/>
                  </a:moveTo>
                  <a:lnTo>
                    <a:pt x="7123" y="0"/>
                  </a:lnTo>
                  <a:cubicBezTo>
                    <a:pt x="7480" y="0"/>
                    <a:pt x="7770" y="290"/>
                    <a:pt x="7770" y="647"/>
                  </a:cubicBezTo>
                  <a:lnTo>
                    <a:pt x="7770" y="9712"/>
                  </a:lnTo>
                  <a:cubicBezTo>
                    <a:pt x="7770" y="10070"/>
                    <a:pt x="7480" y="10360"/>
                    <a:pt x="7123" y="10360"/>
                  </a:cubicBezTo>
                  <a:lnTo>
                    <a:pt x="648" y="10360"/>
                  </a:lnTo>
                  <a:cubicBezTo>
                    <a:pt x="290" y="10360"/>
                    <a:pt x="0" y="10070"/>
                    <a:pt x="0" y="9712"/>
                  </a:cubicBezTo>
                  <a:lnTo>
                    <a:pt x="0" y="647"/>
                  </a:lnTo>
                  <a:cubicBezTo>
                    <a:pt x="0" y="288"/>
                    <a:pt x="290" y="0"/>
                    <a:pt x="648" y="0"/>
                  </a:cubicBezTo>
                  <a:close/>
                  <a:moveTo>
                    <a:pt x="1295" y="1293"/>
                  </a:moveTo>
                  <a:lnTo>
                    <a:pt x="1295" y="8416"/>
                  </a:lnTo>
                  <a:lnTo>
                    <a:pt x="6475" y="8416"/>
                  </a:lnTo>
                  <a:lnTo>
                    <a:pt x="6475" y="1293"/>
                  </a:lnTo>
                  <a:lnTo>
                    <a:pt x="1295" y="1293"/>
                  </a:lnTo>
                  <a:close/>
                  <a:moveTo>
                    <a:pt x="3890" y="8902"/>
                  </a:moveTo>
                  <a:cubicBezTo>
                    <a:pt x="3621" y="8902"/>
                    <a:pt x="3405" y="9120"/>
                    <a:pt x="3405" y="9387"/>
                  </a:cubicBezTo>
                  <a:cubicBezTo>
                    <a:pt x="3405" y="9656"/>
                    <a:pt x="3622" y="9872"/>
                    <a:pt x="3890" y="9872"/>
                  </a:cubicBezTo>
                  <a:cubicBezTo>
                    <a:pt x="4157" y="9872"/>
                    <a:pt x="4375" y="9655"/>
                    <a:pt x="4375" y="9387"/>
                  </a:cubicBezTo>
                  <a:cubicBezTo>
                    <a:pt x="4376" y="9120"/>
                    <a:pt x="4159" y="8902"/>
                    <a:pt x="3890" y="8902"/>
                  </a:cubicBezTo>
                  <a:close/>
                  <a:moveTo>
                    <a:pt x="3413" y="5486"/>
                  </a:moveTo>
                  <a:lnTo>
                    <a:pt x="5026" y="3825"/>
                  </a:lnTo>
                  <a:cubicBezTo>
                    <a:pt x="5205" y="3641"/>
                    <a:pt x="5499" y="3636"/>
                    <a:pt x="5683" y="3815"/>
                  </a:cubicBezTo>
                  <a:lnTo>
                    <a:pt x="5688" y="3820"/>
                  </a:lnTo>
                  <a:cubicBezTo>
                    <a:pt x="5872" y="4005"/>
                    <a:pt x="5874" y="4303"/>
                    <a:pt x="5692" y="4491"/>
                  </a:cubicBezTo>
                  <a:lnTo>
                    <a:pt x="3769" y="6472"/>
                  </a:lnTo>
                  <a:cubicBezTo>
                    <a:pt x="3730" y="6511"/>
                    <a:pt x="3685" y="6543"/>
                    <a:pt x="3636" y="6567"/>
                  </a:cubicBezTo>
                  <a:cubicBezTo>
                    <a:pt x="3453" y="6665"/>
                    <a:pt x="3228" y="6631"/>
                    <a:pt x="3081" y="6485"/>
                  </a:cubicBezTo>
                  <a:lnTo>
                    <a:pt x="2081" y="5486"/>
                  </a:lnTo>
                  <a:cubicBezTo>
                    <a:pt x="1904" y="5296"/>
                    <a:pt x="1913" y="4997"/>
                    <a:pt x="2103" y="4820"/>
                  </a:cubicBezTo>
                  <a:cubicBezTo>
                    <a:pt x="2284" y="4650"/>
                    <a:pt x="2566" y="4650"/>
                    <a:pt x="2748" y="4820"/>
                  </a:cubicBezTo>
                  <a:lnTo>
                    <a:pt x="3413" y="5486"/>
                  </a:lnTo>
                  <a:close/>
                </a:path>
              </a:pathLst>
            </a:custGeom>
            <a:solidFill>
              <a:schemeClr val="accent1">
                <a:lumMod val="781"/>
                <a:lumOff val="99219"/>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8" name="宇神PPT-12-3"/>
            <p:cNvSpPr/>
            <p:nvPr/>
          </p:nvSpPr>
          <p:spPr>
            <a:xfrm>
              <a:off x="10172244" y="6232264"/>
              <a:ext cx="341292" cy="341291"/>
            </a:xfrm>
            <a:prstGeom prst="ellipse">
              <a:avLst/>
            </a:prstGeom>
            <a:solidFill>
              <a:schemeClr val="accent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9" name="宇神PPT-12-4"/>
            <p:cNvSpPr/>
            <p:nvPr/>
          </p:nvSpPr>
          <p:spPr>
            <a:xfrm>
              <a:off x="10239257" y="6299407"/>
              <a:ext cx="207242" cy="207004"/>
            </a:xfrm>
            <a:custGeom>
              <a:avLst/>
              <a:gdLst>
                <a:gd name="T0" fmla="*/ 10906 w 12797"/>
                <a:gd name="T1" fmla="*/ 1875 h 12781"/>
                <a:gd name="T2" fmla="*/ 6391 w 12797"/>
                <a:gd name="T3" fmla="*/ 0 h 12781"/>
                <a:gd name="T4" fmla="*/ 1875 w 12797"/>
                <a:gd name="T5" fmla="*/ 1875 h 12781"/>
                <a:gd name="T6" fmla="*/ 1234 w 12797"/>
                <a:gd name="T7" fmla="*/ 2625 h 12781"/>
                <a:gd name="T8" fmla="*/ 0 w 12797"/>
                <a:gd name="T9" fmla="*/ 6391 h 12781"/>
                <a:gd name="T10" fmla="*/ 1875 w 12797"/>
                <a:gd name="T11" fmla="*/ 10906 h 12781"/>
                <a:gd name="T12" fmla="*/ 6391 w 12797"/>
                <a:gd name="T13" fmla="*/ 12781 h 12781"/>
                <a:gd name="T14" fmla="*/ 10906 w 12797"/>
                <a:gd name="T15" fmla="*/ 10906 h 12781"/>
                <a:gd name="T16" fmla="*/ 12781 w 12797"/>
                <a:gd name="T17" fmla="*/ 6391 h 12781"/>
                <a:gd name="T18" fmla="*/ 11219 w 12797"/>
                <a:gd name="T19" fmla="*/ 9484 h 12781"/>
                <a:gd name="T20" fmla="*/ 9906 w 12797"/>
                <a:gd name="T21" fmla="*/ 6719 h 12781"/>
                <a:gd name="T22" fmla="*/ 11219 w 12797"/>
                <a:gd name="T23" fmla="*/ 9484 h 12781"/>
                <a:gd name="T24" fmla="*/ 2891 w 12797"/>
                <a:gd name="T25" fmla="*/ 6734 h 12781"/>
                <a:gd name="T26" fmla="*/ 1578 w 12797"/>
                <a:gd name="T27" fmla="*/ 9500 h 12781"/>
                <a:gd name="T28" fmla="*/ 1609 w 12797"/>
                <a:gd name="T29" fmla="*/ 3250 h 12781"/>
                <a:gd name="T30" fmla="*/ 2891 w 12797"/>
                <a:gd name="T31" fmla="*/ 6063 h 12781"/>
                <a:gd name="T32" fmla="*/ 1609 w 12797"/>
                <a:gd name="T33" fmla="*/ 3250 h 12781"/>
                <a:gd name="T34" fmla="*/ 3563 w 12797"/>
                <a:gd name="T35" fmla="*/ 6063 h 12781"/>
                <a:gd name="T36" fmla="*/ 6063 w 12797"/>
                <a:gd name="T37" fmla="*/ 4203 h 12781"/>
                <a:gd name="T38" fmla="*/ 6063 w 12797"/>
                <a:gd name="T39" fmla="*/ 6734 h 12781"/>
                <a:gd name="T40" fmla="*/ 3813 w 12797"/>
                <a:gd name="T41" fmla="*/ 8750 h 12781"/>
                <a:gd name="T42" fmla="*/ 6063 w 12797"/>
                <a:gd name="T43" fmla="*/ 6734 h 12781"/>
                <a:gd name="T44" fmla="*/ 9234 w 12797"/>
                <a:gd name="T45" fmla="*/ 6734 h 12781"/>
                <a:gd name="T46" fmla="*/ 6734 w 12797"/>
                <a:gd name="T47" fmla="*/ 8516 h 12781"/>
                <a:gd name="T48" fmla="*/ 6734 w 12797"/>
                <a:gd name="T49" fmla="*/ 6063 h 12781"/>
                <a:gd name="T50" fmla="*/ 8969 w 12797"/>
                <a:gd name="T51" fmla="*/ 3969 h 12781"/>
                <a:gd name="T52" fmla="*/ 6734 w 12797"/>
                <a:gd name="T53" fmla="*/ 6063 h 12781"/>
                <a:gd name="T54" fmla="*/ 6734 w 12797"/>
                <a:gd name="T55" fmla="*/ 719 h 12781"/>
                <a:gd name="T56" fmla="*/ 8344 w 12797"/>
                <a:gd name="T57" fmla="*/ 2266 h 12781"/>
                <a:gd name="T58" fmla="*/ 6734 w 12797"/>
                <a:gd name="T59" fmla="*/ 3531 h 12781"/>
                <a:gd name="T60" fmla="*/ 6063 w 12797"/>
                <a:gd name="T61" fmla="*/ 719 h 12781"/>
                <a:gd name="T62" fmla="*/ 4016 w 12797"/>
                <a:gd name="T63" fmla="*/ 3313 h 12781"/>
                <a:gd name="T64" fmla="*/ 5375 w 12797"/>
                <a:gd name="T65" fmla="*/ 1078 h 12781"/>
                <a:gd name="T66" fmla="*/ 6063 w 12797"/>
                <a:gd name="T67" fmla="*/ 12078 h 12781"/>
                <a:gd name="T68" fmla="*/ 4453 w 12797"/>
                <a:gd name="T69" fmla="*/ 10531 h 12781"/>
                <a:gd name="T70" fmla="*/ 6063 w 12797"/>
                <a:gd name="T71" fmla="*/ 9188 h 12781"/>
                <a:gd name="T72" fmla="*/ 6734 w 12797"/>
                <a:gd name="T73" fmla="*/ 12078 h 12781"/>
                <a:gd name="T74" fmla="*/ 8797 w 12797"/>
                <a:gd name="T75" fmla="*/ 9406 h 12781"/>
                <a:gd name="T76" fmla="*/ 7422 w 12797"/>
                <a:gd name="T77" fmla="*/ 11719 h 12781"/>
                <a:gd name="T78" fmla="*/ 9625 w 12797"/>
                <a:gd name="T79" fmla="*/ 3828 h 12781"/>
                <a:gd name="T80" fmla="*/ 12125 w 12797"/>
                <a:gd name="T81" fmla="*/ 6063 h 12781"/>
                <a:gd name="T82" fmla="*/ 10438 w 12797"/>
                <a:gd name="T83" fmla="*/ 2344 h 12781"/>
                <a:gd name="T84" fmla="*/ 9438 w 12797"/>
                <a:gd name="T85" fmla="*/ 3172 h 12781"/>
                <a:gd name="T86" fmla="*/ 8297 w 12797"/>
                <a:gd name="T87" fmla="*/ 1000 h 12781"/>
                <a:gd name="T88" fmla="*/ 4484 w 12797"/>
                <a:gd name="T89" fmla="*/ 1000 h 12781"/>
                <a:gd name="T90" fmla="*/ 3344 w 12797"/>
                <a:gd name="T91" fmla="*/ 3172 h 12781"/>
                <a:gd name="T92" fmla="*/ 2344 w 12797"/>
                <a:gd name="T93" fmla="*/ 2344 h 12781"/>
                <a:gd name="T94" fmla="*/ 2344 w 12797"/>
                <a:gd name="T95" fmla="*/ 10438 h 12781"/>
                <a:gd name="T96" fmla="*/ 3328 w 12797"/>
                <a:gd name="T97" fmla="*/ 9547 h 12781"/>
                <a:gd name="T98" fmla="*/ 4484 w 12797"/>
                <a:gd name="T99" fmla="*/ 11781 h 12781"/>
                <a:gd name="T100" fmla="*/ 8297 w 12797"/>
                <a:gd name="T101" fmla="*/ 11797 h 12781"/>
                <a:gd name="T102" fmla="*/ 9453 w 12797"/>
                <a:gd name="T103" fmla="*/ 9563 h 12781"/>
                <a:gd name="T104" fmla="*/ 10438 w 12797"/>
                <a:gd name="T105" fmla="*/ 10453 h 127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797" h="12781">
                  <a:moveTo>
                    <a:pt x="12281" y="3906"/>
                  </a:moveTo>
                  <a:cubicBezTo>
                    <a:pt x="11953" y="3141"/>
                    <a:pt x="11500" y="2453"/>
                    <a:pt x="10906" y="1875"/>
                  </a:cubicBezTo>
                  <a:cubicBezTo>
                    <a:pt x="10313" y="1281"/>
                    <a:pt x="9641" y="828"/>
                    <a:pt x="8875" y="500"/>
                  </a:cubicBezTo>
                  <a:cubicBezTo>
                    <a:pt x="8094" y="172"/>
                    <a:pt x="7266" y="0"/>
                    <a:pt x="6391" y="0"/>
                  </a:cubicBezTo>
                  <a:cubicBezTo>
                    <a:pt x="5531" y="0"/>
                    <a:pt x="4688" y="172"/>
                    <a:pt x="3906" y="500"/>
                  </a:cubicBezTo>
                  <a:cubicBezTo>
                    <a:pt x="3141" y="828"/>
                    <a:pt x="2453" y="1281"/>
                    <a:pt x="1875" y="1875"/>
                  </a:cubicBezTo>
                  <a:cubicBezTo>
                    <a:pt x="1641" y="2109"/>
                    <a:pt x="1438" y="2344"/>
                    <a:pt x="1250" y="2594"/>
                  </a:cubicBezTo>
                  <a:cubicBezTo>
                    <a:pt x="1250" y="2594"/>
                    <a:pt x="1234" y="2609"/>
                    <a:pt x="1234" y="2625"/>
                  </a:cubicBezTo>
                  <a:cubicBezTo>
                    <a:pt x="938" y="3016"/>
                    <a:pt x="703" y="3453"/>
                    <a:pt x="500" y="3906"/>
                  </a:cubicBezTo>
                  <a:cubicBezTo>
                    <a:pt x="172" y="4688"/>
                    <a:pt x="0" y="5531"/>
                    <a:pt x="0" y="6391"/>
                  </a:cubicBezTo>
                  <a:cubicBezTo>
                    <a:pt x="0" y="7250"/>
                    <a:pt x="172" y="8094"/>
                    <a:pt x="500" y="8875"/>
                  </a:cubicBezTo>
                  <a:cubicBezTo>
                    <a:pt x="828" y="9641"/>
                    <a:pt x="1281" y="10328"/>
                    <a:pt x="1875" y="10906"/>
                  </a:cubicBezTo>
                  <a:cubicBezTo>
                    <a:pt x="2469" y="11484"/>
                    <a:pt x="3141" y="11953"/>
                    <a:pt x="3906" y="12281"/>
                  </a:cubicBezTo>
                  <a:cubicBezTo>
                    <a:pt x="4688" y="12609"/>
                    <a:pt x="5531" y="12781"/>
                    <a:pt x="6391" y="12781"/>
                  </a:cubicBezTo>
                  <a:cubicBezTo>
                    <a:pt x="7250" y="12781"/>
                    <a:pt x="8094" y="12609"/>
                    <a:pt x="8875" y="12281"/>
                  </a:cubicBezTo>
                  <a:cubicBezTo>
                    <a:pt x="9641" y="11953"/>
                    <a:pt x="10328" y="11500"/>
                    <a:pt x="10906" y="10906"/>
                  </a:cubicBezTo>
                  <a:cubicBezTo>
                    <a:pt x="11500" y="10313"/>
                    <a:pt x="11953" y="9641"/>
                    <a:pt x="12281" y="8875"/>
                  </a:cubicBezTo>
                  <a:cubicBezTo>
                    <a:pt x="12609" y="8094"/>
                    <a:pt x="12781" y="7250"/>
                    <a:pt x="12781" y="6391"/>
                  </a:cubicBezTo>
                  <a:cubicBezTo>
                    <a:pt x="12797" y="5531"/>
                    <a:pt x="12625" y="4688"/>
                    <a:pt x="12281" y="3906"/>
                  </a:cubicBezTo>
                  <a:close/>
                  <a:moveTo>
                    <a:pt x="11219" y="9484"/>
                  </a:moveTo>
                  <a:cubicBezTo>
                    <a:pt x="10766" y="9250"/>
                    <a:pt x="10234" y="9047"/>
                    <a:pt x="9641" y="8891"/>
                  </a:cubicBezTo>
                  <a:cubicBezTo>
                    <a:pt x="9797" y="8203"/>
                    <a:pt x="9891" y="7469"/>
                    <a:pt x="9906" y="6719"/>
                  </a:cubicBezTo>
                  <a:lnTo>
                    <a:pt x="12109" y="6719"/>
                  </a:lnTo>
                  <a:cubicBezTo>
                    <a:pt x="12047" y="7719"/>
                    <a:pt x="11734" y="8672"/>
                    <a:pt x="11219" y="9484"/>
                  </a:cubicBezTo>
                  <a:close/>
                  <a:moveTo>
                    <a:pt x="688" y="6734"/>
                  </a:moveTo>
                  <a:lnTo>
                    <a:pt x="2891" y="6734"/>
                  </a:lnTo>
                  <a:cubicBezTo>
                    <a:pt x="2906" y="7484"/>
                    <a:pt x="3000" y="8219"/>
                    <a:pt x="3156" y="8906"/>
                  </a:cubicBezTo>
                  <a:cubicBezTo>
                    <a:pt x="2563" y="9063"/>
                    <a:pt x="2031" y="9266"/>
                    <a:pt x="1578" y="9500"/>
                  </a:cubicBezTo>
                  <a:cubicBezTo>
                    <a:pt x="1047" y="8672"/>
                    <a:pt x="734" y="7719"/>
                    <a:pt x="688" y="6734"/>
                  </a:cubicBezTo>
                  <a:close/>
                  <a:moveTo>
                    <a:pt x="1609" y="3250"/>
                  </a:moveTo>
                  <a:cubicBezTo>
                    <a:pt x="2063" y="3484"/>
                    <a:pt x="2578" y="3672"/>
                    <a:pt x="3172" y="3828"/>
                  </a:cubicBezTo>
                  <a:cubicBezTo>
                    <a:pt x="3000" y="4531"/>
                    <a:pt x="2906" y="5281"/>
                    <a:pt x="2891" y="6063"/>
                  </a:cubicBezTo>
                  <a:lnTo>
                    <a:pt x="688" y="6063"/>
                  </a:lnTo>
                  <a:cubicBezTo>
                    <a:pt x="734" y="5047"/>
                    <a:pt x="1063" y="4078"/>
                    <a:pt x="1609" y="3250"/>
                  </a:cubicBezTo>
                  <a:close/>
                  <a:moveTo>
                    <a:pt x="6063" y="6063"/>
                  </a:moveTo>
                  <a:lnTo>
                    <a:pt x="3563" y="6063"/>
                  </a:lnTo>
                  <a:cubicBezTo>
                    <a:pt x="3578" y="5328"/>
                    <a:pt x="3672" y="4625"/>
                    <a:pt x="3828" y="3969"/>
                  </a:cubicBezTo>
                  <a:cubicBezTo>
                    <a:pt x="4531" y="4109"/>
                    <a:pt x="5281" y="4188"/>
                    <a:pt x="6063" y="4203"/>
                  </a:cubicBezTo>
                  <a:lnTo>
                    <a:pt x="6063" y="6063"/>
                  </a:lnTo>
                  <a:close/>
                  <a:moveTo>
                    <a:pt x="6063" y="6734"/>
                  </a:moveTo>
                  <a:lnTo>
                    <a:pt x="6063" y="8516"/>
                  </a:lnTo>
                  <a:cubicBezTo>
                    <a:pt x="5281" y="8531"/>
                    <a:pt x="4531" y="8609"/>
                    <a:pt x="3813" y="8750"/>
                  </a:cubicBezTo>
                  <a:cubicBezTo>
                    <a:pt x="3672" y="8125"/>
                    <a:pt x="3578" y="7438"/>
                    <a:pt x="3563" y="6734"/>
                  </a:cubicBezTo>
                  <a:lnTo>
                    <a:pt x="6063" y="6734"/>
                  </a:lnTo>
                  <a:close/>
                  <a:moveTo>
                    <a:pt x="6734" y="6734"/>
                  </a:moveTo>
                  <a:lnTo>
                    <a:pt x="9234" y="6734"/>
                  </a:lnTo>
                  <a:cubicBezTo>
                    <a:pt x="9219" y="7438"/>
                    <a:pt x="9125" y="8125"/>
                    <a:pt x="8984" y="8750"/>
                  </a:cubicBezTo>
                  <a:cubicBezTo>
                    <a:pt x="8281" y="8609"/>
                    <a:pt x="7516" y="8531"/>
                    <a:pt x="6734" y="8516"/>
                  </a:cubicBezTo>
                  <a:lnTo>
                    <a:pt x="6734" y="6734"/>
                  </a:lnTo>
                  <a:close/>
                  <a:moveTo>
                    <a:pt x="6734" y="6063"/>
                  </a:moveTo>
                  <a:lnTo>
                    <a:pt x="6734" y="4203"/>
                  </a:lnTo>
                  <a:cubicBezTo>
                    <a:pt x="7516" y="4188"/>
                    <a:pt x="8266" y="4109"/>
                    <a:pt x="8969" y="3969"/>
                  </a:cubicBezTo>
                  <a:cubicBezTo>
                    <a:pt x="9125" y="4625"/>
                    <a:pt x="9219" y="5328"/>
                    <a:pt x="9234" y="6063"/>
                  </a:cubicBezTo>
                  <a:lnTo>
                    <a:pt x="6734" y="6063"/>
                  </a:lnTo>
                  <a:close/>
                  <a:moveTo>
                    <a:pt x="6734" y="3531"/>
                  </a:moveTo>
                  <a:lnTo>
                    <a:pt x="6734" y="719"/>
                  </a:lnTo>
                  <a:cubicBezTo>
                    <a:pt x="6969" y="781"/>
                    <a:pt x="7203" y="891"/>
                    <a:pt x="7422" y="1078"/>
                  </a:cubicBezTo>
                  <a:cubicBezTo>
                    <a:pt x="7766" y="1359"/>
                    <a:pt x="8078" y="1750"/>
                    <a:pt x="8344" y="2266"/>
                  </a:cubicBezTo>
                  <a:cubicBezTo>
                    <a:pt x="8516" y="2594"/>
                    <a:pt x="8656" y="2938"/>
                    <a:pt x="8781" y="3313"/>
                  </a:cubicBezTo>
                  <a:cubicBezTo>
                    <a:pt x="8141" y="3438"/>
                    <a:pt x="7453" y="3516"/>
                    <a:pt x="6734" y="3531"/>
                  </a:cubicBezTo>
                  <a:close/>
                  <a:moveTo>
                    <a:pt x="5375" y="1078"/>
                  </a:moveTo>
                  <a:cubicBezTo>
                    <a:pt x="5594" y="891"/>
                    <a:pt x="5828" y="781"/>
                    <a:pt x="6063" y="719"/>
                  </a:cubicBezTo>
                  <a:lnTo>
                    <a:pt x="6063" y="3531"/>
                  </a:lnTo>
                  <a:cubicBezTo>
                    <a:pt x="5344" y="3516"/>
                    <a:pt x="4656" y="3438"/>
                    <a:pt x="4016" y="3313"/>
                  </a:cubicBezTo>
                  <a:cubicBezTo>
                    <a:pt x="4141" y="2938"/>
                    <a:pt x="4281" y="2578"/>
                    <a:pt x="4453" y="2266"/>
                  </a:cubicBezTo>
                  <a:cubicBezTo>
                    <a:pt x="4719" y="1750"/>
                    <a:pt x="5031" y="1344"/>
                    <a:pt x="5375" y="1078"/>
                  </a:cubicBezTo>
                  <a:close/>
                  <a:moveTo>
                    <a:pt x="6063" y="9188"/>
                  </a:moveTo>
                  <a:lnTo>
                    <a:pt x="6063" y="12078"/>
                  </a:lnTo>
                  <a:cubicBezTo>
                    <a:pt x="5828" y="12016"/>
                    <a:pt x="5594" y="11906"/>
                    <a:pt x="5375" y="11719"/>
                  </a:cubicBezTo>
                  <a:cubicBezTo>
                    <a:pt x="5031" y="11438"/>
                    <a:pt x="4719" y="11047"/>
                    <a:pt x="4453" y="10531"/>
                  </a:cubicBezTo>
                  <a:cubicBezTo>
                    <a:pt x="4281" y="10188"/>
                    <a:pt x="4125" y="9813"/>
                    <a:pt x="4000" y="9406"/>
                  </a:cubicBezTo>
                  <a:cubicBezTo>
                    <a:pt x="4641" y="9281"/>
                    <a:pt x="5344" y="9203"/>
                    <a:pt x="6063" y="9188"/>
                  </a:cubicBezTo>
                  <a:close/>
                  <a:moveTo>
                    <a:pt x="7422" y="11719"/>
                  </a:moveTo>
                  <a:cubicBezTo>
                    <a:pt x="7203" y="11906"/>
                    <a:pt x="6969" y="12016"/>
                    <a:pt x="6734" y="12078"/>
                  </a:cubicBezTo>
                  <a:lnTo>
                    <a:pt x="6734" y="9188"/>
                  </a:lnTo>
                  <a:cubicBezTo>
                    <a:pt x="7453" y="9203"/>
                    <a:pt x="8156" y="9281"/>
                    <a:pt x="8797" y="9406"/>
                  </a:cubicBezTo>
                  <a:cubicBezTo>
                    <a:pt x="8672" y="9813"/>
                    <a:pt x="8516" y="10188"/>
                    <a:pt x="8344" y="10531"/>
                  </a:cubicBezTo>
                  <a:cubicBezTo>
                    <a:pt x="8078" y="11047"/>
                    <a:pt x="7766" y="11438"/>
                    <a:pt x="7422" y="11719"/>
                  </a:cubicBezTo>
                  <a:close/>
                  <a:moveTo>
                    <a:pt x="9906" y="6063"/>
                  </a:moveTo>
                  <a:cubicBezTo>
                    <a:pt x="9891" y="5281"/>
                    <a:pt x="9781" y="4531"/>
                    <a:pt x="9625" y="3828"/>
                  </a:cubicBezTo>
                  <a:cubicBezTo>
                    <a:pt x="10203" y="3672"/>
                    <a:pt x="10734" y="3484"/>
                    <a:pt x="11188" y="3250"/>
                  </a:cubicBezTo>
                  <a:cubicBezTo>
                    <a:pt x="11734" y="4078"/>
                    <a:pt x="12063" y="5047"/>
                    <a:pt x="12125" y="6063"/>
                  </a:cubicBezTo>
                  <a:lnTo>
                    <a:pt x="9906" y="6063"/>
                  </a:lnTo>
                  <a:close/>
                  <a:moveTo>
                    <a:pt x="10438" y="2344"/>
                  </a:moveTo>
                  <a:cubicBezTo>
                    <a:pt x="10547" y="2453"/>
                    <a:pt x="10656" y="2578"/>
                    <a:pt x="10766" y="2703"/>
                  </a:cubicBezTo>
                  <a:cubicBezTo>
                    <a:pt x="10375" y="2891"/>
                    <a:pt x="9938" y="3047"/>
                    <a:pt x="9438" y="3172"/>
                  </a:cubicBezTo>
                  <a:cubicBezTo>
                    <a:pt x="9297" y="2734"/>
                    <a:pt x="9125" y="2328"/>
                    <a:pt x="8938" y="1953"/>
                  </a:cubicBezTo>
                  <a:cubicBezTo>
                    <a:pt x="8750" y="1578"/>
                    <a:pt x="8531" y="1266"/>
                    <a:pt x="8297" y="1000"/>
                  </a:cubicBezTo>
                  <a:cubicBezTo>
                    <a:pt x="9094" y="1281"/>
                    <a:pt x="9828" y="1734"/>
                    <a:pt x="10438" y="2344"/>
                  </a:cubicBezTo>
                  <a:close/>
                  <a:moveTo>
                    <a:pt x="4484" y="1000"/>
                  </a:moveTo>
                  <a:cubicBezTo>
                    <a:pt x="4250" y="1266"/>
                    <a:pt x="4031" y="1594"/>
                    <a:pt x="3844" y="1953"/>
                  </a:cubicBezTo>
                  <a:cubicBezTo>
                    <a:pt x="3656" y="2328"/>
                    <a:pt x="3484" y="2734"/>
                    <a:pt x="3344" y="3172"/>
                  </a:cubicBezTo>
                  <a:cubicBezTo>
                    <a:pt x="2844" y="3047"/>
                    <a:pt x="2406" y="2891"/>
                    <a:pt x="2016" y="2703"/>
                  </a:cubicBezTo>
                  <a:cubicBezTo>
                    <a:pt x="2125" y="2578"/>
                    <a:pt x="2219" y="2469"/>
                    <a:pt x="2344" y="2344"/>
                  </a:cubicBezTo>
                  <a:cubicBezTo>
                    <a:pt x="2969" y="1734"/>
                    <a:pt x="3688" y="1281"/>
                    <a:pt x="4484" y="1000"/>
                  </a:cubicBezTo>
                  <a:close/>
                  <a:moveTo>
                    <a:pt x="2344" y="10438"/>
                  </a:moveTo>
                  <a:cubicBezTo>
                    <a:pt x="2219" y="10313"/>
                    <a:pt x="2094" y="10172"/>
                    <a:pt x="1984" y="10031"/>
                  </a:cubicBezTo>
                  <a:cubicBezTo>
                    <a:pt x="2375" y="9844"/>
                    <a:pt x="2828" y="9672"/>
                    <a:pt x="3328" y="9547"/>
                  </a:cubicBezTo>
                  <a:cubicBezTo>
                    <a:pt x="3469" y="10016"/>
                    <a:pt x="3641" y="10438"/>
                    <a:pt x="3844" y="10828"/>
                  </a:cubicBezTo>
                  <a:cubicBezTo>
                    <a:pt x="4031" y="11203"/>
                    <a:pt x="4250" y="11516"/>
                    <a:pt x="4484" y="11781"/>
                  </a:cubicBezTo>
                  <a:cubicBezTo>
                    <a:pt x="3688" y="11516"/>
                    <a:pt x="2969" y="11063"/>
                    <a:pt x="2344" y="10438"/>
                  </a:cubicBezTo>
                  <a:close/>
                  <a:moveTo>
                    <a:pt x="8297" y="11797"/>
                  </a:moveTo>
                  <a:cubicBezTo>
                    <a:pt x="8531" y="11531"/>
                    <a:pt x="8750" y="11203"/>
                    <a:pt x="8938" y="10844"/>
                  </a:cubicBezTo>
                  <a:cubicBezTo>
                    <a:pt x="9141" y="10453"/>
                    <a:pt x="9313" y="10016"/>
                    <a:pt x="9453" y="9563"/>
                  </a:cubicBezTo>
                  <a:cubicBezTo>
                    <a:pt x="9953" y="9688"/>
                    <a:pt x="10406" y="9859"/>
                    <a:pt x="10797" y="10047"/>
                  </a:cubicBezTo>
                  <a:cubicBezTo>
                    <a:pt x="10688" y="10188"/>
                    <a:pt x="10563" y="10313"/>
                    <a:pt x="10438" y="10453"/>
                  </a:cubicBezTo>
                  <a:cubicBezTo>
                    <a:pt x="9828" y="11063"/>
                    <a:pt x="9094" y="11516"/>
                    <a:pt x="8297" y="11797"/>
                  </a:cubicBezTo>
                  <a:close/>
                </a:path>
              </a:pathLst>
            </a:custGeom>
            <a:solidFill>
              <a:schemeClr val="accent1">
                <a:lumMod val="781"/>
                <a:lumOff val="99219"/>
              </a:schemeClr>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10" name="宇神PPT-12-5"/>
            <p:cNvSpPr/>
            <p:nvPr/>
          </p:nvSpPr>
          <p:spPr>
            <a:xfrm>
              <a:off x="10675198" y="6232264"/>
              <a:ext cx="341292" cy="341291"/>
            </a:xfrm>
            <a:prstGeom prst="ellipse">
              <a:avLst/>
            </a:prstGeom>
            <a:solidFill>
              <a:schemeClr val="accent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12" name="宇神PPT-12-6"/>
            <p:cNvSpPr/>
            <p:nvPr/>
          </p:nvSpPr>
          <p:spPr>
            <a:xfrm>
              <a:off x="10742223" y="6317467"/>
              <a:ext cx="207242" cy="170884"/>
            </a:xfrm>
            <a:custGeom>
              <a:avLst/>
              <a:gdLst>
                <a:gd name="connsiteX0" fmla="*/ 435416 w 609586"/>
                <a:gd name="connsiteY0" fmla="*/ 80352 h 502648"/>
                <a:gd name="connsiteX1" fmla="*/ 551577 w 609586"/>
                <a:gd name="connsiteY1" fmla="*/ 190215 h 502648"/>
                <a:gd name="connsiteX2" fmla="*/ 551577 w 609586"/>
                <a:gd name="connsiteY2" fmla="*/ 217693 h 502648"/>
                <a:gd name="connsiteX3" fmla="*/ 496140 w 609586"/>
                <a:gd name="connsiteY3" fmla="*/ 310936 h 502648"/>
                <a:gd name="connsiteX4" fmla="*/ 609586 w 609586"/>
                <a:gd name="connsiteY4" fmla="*/ 437323 h 502648"/>
                <a:gd name="connsiteX5" fmla="*/ 580534 w 609586"/>
                <a:gd name="connsiteY5" fmla="*/ 464753 h 502648"/>
                <a:gd name="connsiteX6" fmla="*/ 504951 w 609586"/>
                <a:gd name="connsiteY6" fmla="*/ 464753 h 502648"/>
                <a:gd name="connsiteX7" fmla="*/ 373787 w 609586"/>
                <a:gd name="connsiteY7" fmla="*/ 301459 h 502648"/>
                <a:gd name="connsiteX8" fmla="*/ 426510 w 609586"/>
                <a:gd name="connsiteY8" fmla="*/ 179500 h 502648"/>
                <a:gd name="connsiteX9" fmla="*/ 426510 w 609586"/>
                <a:gd name="connsiteY9" fmla="*/ 143641 h 502648"/>
                <a:gd name="connsiteX10" fmla="*/ 412126 w 609586"/>
                <a:gd name="connsiteY10" fmla="*/ 82543 h 502648"/>
                <a:gd name="connsiteX11" fmla="*/ 435416 w 609586"/>
                <a:gd name="connsiteY11" fmla="*/ 80352 h 502648"/>
                <a:gd name="connsiteX12" fmla="*/ 227788 w 609586"/>
                <a:gd name="connsiteY12" fmla="*/ 0 h 502648"/>
                <a:gd name="connsiteX13" fmla="*/ 379662 w 609586"/>
                <a:gd name="connsiteY13" fmla="*/ 143662 h 502648"/>
                <a:gd name="connsiteX14" fmla="*/ 379662 w 609586"/>
                <a:gd name="connsiteY14" fmla="*/ 179565 h 502648"/>
                <a:gd name="connsiteX15" fmla="*/ 307225 w 609586"/>
                <a:gd name="connsiteY15" fmla="*/ 301465 h 502648"/>
                <a:gd name="connsiteX16" fmla="*/ 455528 w 609586"/>
                <a:gd name="connsiteY16" fmla="*/ 466745 h 502648"/>
                <a:gd name="connsiteX17" fmla="*/ 417524 w 609586"/>
                <a:gd name="connsiteY17" fmla="*/ 502648 h 502648"/>
                <a:gd name="connsiteX18" fmla="*/ 38004 w 609586"/>
                <a:gd name="connsiteY18" fmla="*/ 502648 h 502648"/>
                <a:gd name="connsiteX19" fmla="*/ 0 w 609586"/>
                <a:gd name="connsiteY19" fmla="*/ 466745 h 502648"/>
                <a:gd name="connsiteX20" fmla="*/ 148350 w 609586"/>
                <a:gd name="connsiteY20" fmla="*/ 301465 h 502648"/>
                <a:gd name="connsiteX21" fmla="*/ 75913 w 609586"/>
                <a:gd name="connsiteY21" fmla="*/ 179565 h 502648"/>
                <a:gd name="connsiteX22" fmla="*/ 75913 w 609586"/>
                <a:gd name="connsiteY22" fmla="*/ 143662 h 502648"/>
                <a:gd name="connsiteX23" fmla="*/ 227788 w 609586"/>
                <a:gd name="connsiteY23" fmla="*/ 0 h 502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9586" h="502648">
                  <a:moveTo>
                    <a:pt x="435416" y="80352"/>
                  </a:moveTo>
                  <a:cubicBezTo>
                    <a:pt x="499521" y="80352"/>
                    <a:pt x="551577" y="129545"/>
                    <a:pt x="551577" y="190215"/>
                  </a:cubicBezTo>
                  <a:lnTo>
                    <a:pt x="551577" y="217693"/>
                  </a:lnTo>
                  <a:cubicBezTo>
                    <a:pt x="551577" y="257219"/>
                    <a:pt x="529288" y="291601"/>
                    <a:pt x="496140" y="310936"/>
                  </a:cubicBezTo>
                  <a:cubicBezTo>
                    <a:pt x="553434" y="331175"/>
                    <a:pt x="609586" y="382416"/>
                    <a:pt x="609586" y="437323"/>
                  </a:cubicBezTo>
                  <a:cubicBezTo>
                    <a:pt x="609586" y="452467"/>
                    <a:pt x="596584" y="464753"/>
                    <a:pt x="580534" y="464753"/>
                  </a:cubicBezTo>
                  <a:lnTo>
                    <a:pt x="504951" y="464753"/>
                  </a:lnTo>
                  <a:cubicBezTo>
                    <a:pt x="503855" y="393607"/>
                    <a:pt x="444465" y="318793"/>
                    <a:pt x="373787" y="301459"/>
                  </a:cubicBezTo>
                  <a:cubicBezTo>
                    <a:pt x="411936" y="270457"/>
                    <a:pt x="426510" y="231217"/>
                    <a:pt x="426510" y="179500"/>
                  </a:cubicBezTo>
                  <a:lnTo>
                    <a:pt x="426510" y="143641"/>
                  </a:lnTo>
                  <a:cubicBezTo>
                    <a:pt x="426510" y="121783"/>
                    <a:pt x="421318" y="101068"/>
                    <a:pt x="412126" y="82543"/>
                  </a:cubicBezTo>
                  <a:cubicBezTo>
                    <a:pt x="419651" y="81114"/>
                    <a:pt x="427415" y="80352"/>
                    <a:pt x="435416" y="80352"/>
                  </a:cubicBezTo>
                  <a:close/>
                  <a:moveTo>
                    <a:pt x="227788" y="0"/>
                  </a:moveTo>
                  <a:cubicBezTo>
                    <a:pt x="311607" y="0"/>
                    <a:pt x="379662" y="64378"/>
                    <a:pt x="379662" y="143662"/>
                  </a:cubicBezTo>
                  <a:lnTo>
                    <a:pt x="379662" y="179565"/>
                  </a:lnTo>
                  <a:cubicBezTo>
                    <a:pt x="379662" y="231230"/>
                    <a:pt x="350516" y="276180"/>
                    <a:pt x="307225" y="301465"/>
                  </a:cubicBezTo>
                  <a:cubicBezTo>
                    <a:pt x="382186" y="327940"/>
                    <a:pt x="455528" y="394986"/>
                    <a:pt x="455528" y="466745"/>
                  </a:cubicBezTo>
                  <a:cubicBezTo>
                    <a:pt x="455528" y="486554"/>
                    <a:pt x="438574" y="502648"/>
                    <a:pt x="417524" y="502648"/>
                  </a:cubicBezTo>
                  <a:lnTo>
                    <a:pt x="38004" y="502648"/>
                  </a:lnTo>
                  <a:cubicBezTo>
                    <a:pt x="16954" y="502648"/>
                    <a:pt x="0" y="486554"/>
                    <a:pt x="0" y="466745"/>
                  </a:cubicBezTo>
                  <a:cubicBezTo>
                    <a:pt x="0" y="394986"/>
                    <a:pt x="73389" y="327940"/>
                    <a:pt x="148350" y="301465"/>
                  </a:cubicBezTo>
                  <a:cubicBezTo>
                    <a:pt x="105012" y="276180"/>
                    <a:pt x="75913" y="231230"/>
                    <a:pt x="75913" y="179565"/>
                  </a:cubicBezTo>
                  <a:lnTo>
                    <a:pt x="75913" y="143662"/>
                  </a:lnTo>
                  <a:cubicBezTo>
                    <a:pt x="75913" y="64378"/>
                    <a:pt x="143969" y="0"/>
                    <a:pt x="227788" y="0"/>
                  </a:cubicBezTo>
                  <a:close/>
                </a:path>
              </a:pathLst>
            </a:custGeom>
            <a:solidFill>
              <a:schemeClr val="accent1">
                <a:lumMod val="781"/>
                <a:lumOff val="99219"/>
              </a:schemeClr>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13" name="宇神PPT-12-7"/>
            <p:cNvSpPr/>
            <p:nvPr/>
          </p:nvSpPr>
          <p:spPr>
            <a:xfrm>
              <a:off x="11178150" y="6232264"/>
              <a:ext cx="341292" cy="341291"/>
            </a:xfrm>
            <a:prstGeom prst="ellipse">
              <a:avLst/>
            </a:prstGeom>
            <a:solidFill>
              <a:schemeClr val="accent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14" name="宇神PPT-12-8"/>
            <p:cNvSpPr/>
            <p:nvPr/>
          </p:nvSpPr>
          <p:spPr>
            <a:xfrm>
              <a:off x="11267124" y="6299289"/>
              <a:ext cx="163342" cy="207241"/>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chemeClr val="accent1">
                <a:lumMod val="781"/>
                <a:lumOff val="99219"/>
              </a:schemeClr>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grpSp>
      <p:pic>
        <p:nvPicPr>
          <p:cNvPr id="15" name="图片 14" descr="QQ图片20240527000216"/>
          <p:cNvPicPr>
            <a:picLocks noChangeAspect="1"/>
          </p:cNvPicPr>
          <p:nvPr/>
        </p:nvPicPr>
        <p:blipFill>
          <a:blip r:embed="rId3"/>
          <a:stretch>
            <a:fillRect/>
          </a:stretch>
        </p:blipFill>
        <p:spPr>
          <a:xfrm>
            <a:off x="472440" y="193675"/>
            <a:ext cx="1203325" cy="1170305"/>
          </a:xfrm>
          <a:prstGeom prst="rect">
            <a:avLst/>
          </a:prstGeom>
        </p:spPr>
      </p:pic>
      <p:sp>
        <p:nvSpPr>
          <p:cNvPr id="16" name="宇神PPT-12"/>
          <p:cNvSpPr/>
          <p:nvPr/>
        </p:nvSpPr>
        <p:spPr>
          <a:xfrm>
            <a:off x="2335264" y="348429"/>
            <a:ext cx="6679196" cy="275590"/>
          </a:xfrm>
          <a:prstGeom prst="rect">
            <a:avLst/>
          </a:prstGeom>
        </p:spPr>
        <p:txBody>
          <a:bodyPr wrap="square">
            <a:spAutoFit/>
          </a:bodyPr>
          <a:p>
            <a:pPr marL="0" marR="0" lvl="0" indent="0" algn="dist" defTabSz="9144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作家简介  </a:t>
            </a:r>
            <a:r>
              <a:rPr kumimoji="0" lang="en-US" altLang="zh-CN"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  </a:t>
            </a: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创作特色</a:t>
            </a: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  </a:t>
            </a:r>
            <a:r>
              <a:rPr kumimoji="0" lang="en-US" altLang="zh-CN"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  </a:t>
            </a: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人物评价</a:t>
            </a: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  </a:t>
            </a:r>
            <a:r>
              <a:rPr kumimoji="0" lang="en-US" altLang="zh-CN"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  </a:t>
            </a: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名人名言</a:t>
            </a:r>
            <a:endPar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500"/>
                                        <p:tgtEl>
                                          <p:spTgt spid="33"/>
                                        </p:tgtEl>
                                      </p:cBhvr>
                                    </p:animEffect>
                                    <p:anim calcmode="lin" valueType="num">
                                      <p:cBhvr>
                                        <p:cTn id="14" dur="500" fill="hold"/>
                                        <p:tgtEl>
                                          <p:spTgt spid="33"/>
                                        </p:tgtEl>
                                        <p:attrNameLst>
                                          <p:attrName>ppt_x</p:attrName>
                                        </p:attrNameLst>
                                      </p:cBhvr>
                                      <p:tavLst>
                                        <p:tav tm="0">
                                          <p:val>
                                            <p:strVal val="#ppt_x"/>
                                          </p:val>
                                        </p:tav>
                                        <p:tav tm="100000">
                                          <p:val>
                                            <p:strVal val="#ppt_x"/>
                                          </p:val>
                                        </p:tav>
                                      </p:tavLst>
                                    </p:anim>
                                    <p:anim calcmode="lin" valueType="num">
                                      <p:cBhvr>
                                        <p:cTn id="15" dur="5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宇神PPT-1" hidden="1"/>
          <p:cNvSpPr txBox="1"/>
          <p:nvPr/>
        </p:nvSpPr>
        <p:spPr>
          <a:xfrm>
            <a:off x="10580913" y="-603126"/>
            <a:ext cx="1727200" cy="369332"/>
          </a:xfrm>
          <a:prstGeom prst="rect">
            <a:avLst/>
          </a:prstGeom>
          <a:noFill/>
        </p:spPr>
        <p:txBody>
          <a:bodyPr wrap="square" rtlCol="0">
            <a:spAutoFit/>
          </a:bodyPr>
          <a:lstStyle/>
          <a:p>
            <a:pPr algn="ctr"/>
            <a:r>
              <a:rPr lang="en-US" altLang="zh-CN" dirty="0">
                <a:ln>
                  <a:noFill/>
                </a:ln>
                <a:noFill/>
                <a:cs typeface="思源黑体 CN Bold" panose="020B0800000000000000" charset="-122"/>
              </a:rPr>
              <a:t>By  </a:t>
            </a:r>
            <a:r>
              <a:rPr lang="en-US" altLang="zh-CN" dirty="0" err="1">
                <a:ln>
                  <a:noFill/>
                </a:ln>
                <a:noFill/>
                <a:cs typeface="思源黑体 CN Bold" panose="020B0800000000000000" charset="-122"/>
              </a:rPr>
              <a:t>Yushen</a:t>
            </a:r>
            <a:endParaRPr lang="zh-CN" altLang="en-US" dirty="0">
              <a:ln>
                <a:noFill/>
              </a:ln>
              <a:noFill/>
              <a:cs typeface="思源黑体 CN Bold" panose="020B0800000000000000" charset="-122"/>
            </a:endParaRPr>
          </a:p>
        </p:txBody>
      </p:sp>
      <p:sp>
        <p:nvSpPr>
          <p:cNvPr id="7" name="宇神PPT-2"/>
          <p:cNvSpPr/>
          <p:nvPr/>
        </p:nvSpPr>
        <p:spPr>
          <a:xfrm>
            <a:off x="822696" y="2484266"/>
            <a:ext cx="8136000" cy="3166470"/>
          </a:xfrm>
          <a:prstGeom prst="roundRect">
            <a:avLst>
              <a:gd name="adj" fmla="val 14404"/>
            </a:avLst>
          </a:prstGeom>
          <a:solidFill>
            <a:schemeClr val="accent1">
              <a:lumMod val="781"/>
              <a:lumOff val="99219"/>
            </a:schemeClr>
          </a:solidFill>
          <a:ln w="12700" cap="flat" cmpd="sng" algn="ctr">
            <a:solidFill>
              <a:schemeClr val="accent4"/>
            </a:solidFill>
            <a:prstDash val="solid"/>
            <a:miter lim="800000"/>
            <a:headEnd type="none" w="med" len="med"/>
            <a:tailEnd type="none" w="med" len="med"/>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grpSp>
        <p:nvGrpSpPr>
          <p:cNvPr id="4" name="宇神PPT-3"/>
          <p:cNvGrpSpPr/>
          <p:nvPr/>
        </p:nvGrpSpPr>
        <p:grpSpPr>
          <a:xfrm>
            <a:off x="1198756" y="2696183"/>
            <a:ext cx="6191885" cy="2742565"/>
            <a:chOff x="1109840" y="2819499"/>
            <a:chExt cx="6191885" cy="2742565"/>
          </a:xfrm>
        </p:grpSpPr>
        <p:sp>
          <p:nvSpPr>
            <p:cNvPr id="8" name="宇神PPT-3-1"/>
            <p:cNvSpPr txBox="1"/>
            <p:nvPr/>
          </p:nvSpPr>
          <p:spPr>
            <a:xfrm>
              <a:off x="1109840" y="2819499"/>
              <a:ext cx="4698722" cy="584775"/>
            </a:xfrm>
            <a:prstGeom prst="rect">
              <a:avLst/>
            </a:prstGeom>
            <a:noFill/>
          </p:spPr>
          <p:txBody>
            <a:bodyPr wrap="none" rtlCol="0">
              <a:spAutoFit/>
            </a:bodyPr>
            <a:lstStyle/>
            <a:p>
              <a:pPr>
                <a:defRPr/>
              </a:pPr>
              <a:r>
                <a:rPr lang="zh-CN" altLang="en-US" sz="3200" kern="0" dirty="0">
                  <a:gradFill>
                    <a:gsLst>
                      <a:gs pos="0">
                        <a:schemeClr val="accent1"/>
                      </a:gs>
                      <a:gs pos="100000">
                        <a:schemeClr val="accent2"/>
                      </a:gs>
                    </a:gsLst>
                    <a:lin ang="2700000" scaled="1"/>
                  </a:gradFill>
                  <a:latin typeface="思源黑体 CN Bold" panose="020B0800000000000000" charset="-122"/>
                  <a:ea typeface="思源黑体 CN Bold" panose="020B0800000000000000" charset="-122"/>
                </a:rPr>
                <a:t>国际反侵略运动中国分会</a:t>
              </a:r>
              <a:endParaRPr lang="zh-CN" altLang="en-US" sz="3200" kern="0" dirty="0">
                <a:gradFill>
                  <a:gsLst>
                    <a:gs pos="0">
                      <a:schemeClr val="accent1"/>
                    </a:gs>
                    <a:gs pos="100000">
                      <a:schemeClr val="accent2"/>
                    </a:gs>
                  </a:gsLst>
                  <a:lin ang="2700000" scaled="1"/>
                </a:gradFill>
                <a:latin typeface="思源黑体 CN Bold" panose="020B0800000000000000" charset="-122"/>
                <a:ea typeface="思源黑体 CN Bold" panose="020B0800000000000000" charset="-122"/>
              </a:endParaRPr>
            </a:p>
          </p:txBody>
        </p:sp>
        <p:sp>
          <p:nvSpPr>
            <p:cNvPr id="9" name="宇神PPT-3-2"/>
            <p:cNvSpPr txBox="1"/>
            <p:nvPr/>
          </p:nvSpPr>
          <p:spPr>
            <a:xfrm>
              <a:off x="1142225" y="3393539"/>
              <a:ext cx="6159500" cy="2168525"/>
            </a:xfrm>
            <a:prstGeom prst="rect">
              <a:avLst/>
            </a:prstGeom>
            <a:noFill/>
          </p:spPr>
          <p:txBody>
            <a:bodyPr wrap="square" rtlCol="0">
              <a:spAutoFit/>
            </a:bodyPr>
            <a:lstStyle/>
            <a:p>
              <a:pPr marR="0" lvl="0" indent="457200" algn="l" defTabSz="914400" rtl="0" fontAlgn="auto">
                <a:lnSpc>
                  <a:spcPct val="150000"/>
                </a:lnSpc>
                <a:spcBef>
                  <a:spcPts val="0"/>
                </a:spcBef>
                <a:spcAft>
                  <a:spcPts val="0"/>
                </a:spcAft>
                <a:buClrTx/>
                <a:buSzTx/>
                <a:buFontTx/>
                <a:buNone/>
                <a:defRPr/>
                <a:extLst>
                  <a:ext uri="{35155182-B16C-46BC-9424-99874614C6A1}">
                    <wpsdc:indentchars xmlns:wpsdc="http://www.wps.cn/officeDocument/2017/drawingmlCustomData" val="200" checksum="59296752"/>
                  </a:ext>
                </a:extLst>
              </a:pPr>
              <a:r>
                <a:rPr kumimoji="0" lang="zh-CN" altLang="en-US"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泰戈尔是歌颂自然的诗人，也是改革现实的健将；是东方精神的号兵，也是国际主义的旗手；是印度的儿子，也是亚洲文化的卫士、世界文明的前驱；他曾为印度不合作运动而忿怒，他曾为中国反侵略战争而呐喊，他曾为东方兄弟的命运而忧思，他曾为西方朋友的学术而奔驰。”</a:t>
              </a:r>
              <a:endParaRPr kumimoji="0" lang="zh-CN" altLang="en-US"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grpSp>
      <p:pic>
        <p:nvPicPr>
          <p:cNvPr id="6" name="宇神PPT-7" descr="卡通人物&#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502640" y="2376681"/>
            <a:ext cx="3917695" cy="3901310"/>
          </a:xfrm>
          <a:prstGeom prst="rect">
            <a:avLst/>
          </a:prstGeom>
        </p:spPr>
      </p:pic>
      <p:grpSp>
        <p:nvGrpSpPr>
          <p:cNvPr id="54" name="宇神PPT-2"/>
          <p:cNvGrpSpPr/>
          <p:nvPr/>
        </p:nvGrpSpPr>
        <p:grpSpPr>
          <a:xfrm>
            <a:off x="472301" y="173243"/>
            <a:ext cx="3535145" cy="879801"/>
            <a:chOff x="7655386" y="3801921"/>
            <a:chExt cx="3535145" cy="879801"/>
          </a:xfrm>
        </p:grpSpPr>
        <p:grpSp>
          <p:nvGrpSpPr>
            <p:cNvPr id="55" name="组合 54"/>
            <p:cNvGrpSpPr/>
            <p:nvPr/>
          </p:nvGrpSpPr>
          <p:grpSpPr>
            <a:xfrm>
              <a:off x="8732602" y="3801921"/>
              <a:ext cx="2457929" cy="879801"/>
              <a:chOff x="8732602" y="3801921"/>
              <a:chExt cx="2457929" cy="879801"/>
            </a:xfrm>
          </p:grpSpPr>
          <p:sp>
            <p:nvSpPr>
              <p:cNvPr id="59" name="宇神PPT-2-1"/>
              <p:cNvSpPr txBox="1"/>
              <p:nvPr/>
            </p:nvSpPr>
            <p:spPr>
              <a:xfrm>
                <a:off x="8732602" y="3801921"/>
                <a:ext cx="848309" cy="769441"/>
              </a:xfrm>
              <a:prstGeom prst="rect">
                <a:avLst/>
              </a:prstGeom>
              <a:noFill/>
            </p:spPr>
            <p:txBody>
              <a:bodyPr wrap="none" rtlCol="0">
                <a:spAutoFit/>
              </a:bodyPr>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rPr>
                  <a:t>03</a:t>
                </a:r>
                <a:endParaRPr kumimoji="0" lang="zh-CN" altLang="en-US" sz="4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60" name="宇神PPT-2-2"/>
              <p:cNvSpPr txBox="1"/>
              <p:nvPr/>
            </p:nvSpPr>
            <p:spPr>
              <a:xfrm>
                <a:off x="8811083" y="4406132"/>
                <a:ext cx="2379448" cy="275590"/>
              </a:xfrm>
              <a:prstGeom prst="rect">
                <a:avLst/>
              </a:prstGeom>
              <a:noFill/>
            </p:spPr>
            <p:txBody>
              <a:bodyPr wrap="square" rtlCol="0">
                <a:spAutoFit/>
              </a:bodyPr>
              <a:p>
                <a:pPr marL="0" marR="0" lvl="0" indent="0" algn="dist" defTabSz="914400" rtl="0" eaLnBrk="1" fontAlgn="auto" latinLnBrk="0" hangingPunct="1">
                  <a:lnSpc>
                    <a:spcPct val="100000"/>
                  </a:lnSpc>
                  <a:spcBef>
                    <a:spcPts val="0"/>
                  </a:spcBef>
                  <a:spcAft>
                    <a:spcPts val="0"/>
                  </a:spcAft>
                  <a:buClrTx/>
                  <a:buSzTx/>
                  <a:buFontTx/>
                  <a:buNone/>
                  <a:defRPr/>
                </a:pPr>
                <a:r>
                  <a:rPr lang="en-US" altLang="zh-CN" sz="1200" noProof="0" dirty="0">
                    <a:ln>
                      <a:noFill/>
                    </a:ln>
                    <a:gradFill>
                      <a:gsLst>
                        <a:gs pos="100000">
                          <a:schemeClr val="accent2"/>
                        </a:gs>
                        <a:gs pos="0">
                          <a:schemeClr val="accent1"/>
                        </a:gs>
                      </a:gsLst>
                      <a:lin ang="2700000" scaled="0"/>
                    </a:gradFill>
                    <a:uLnTx/>
                    <a:uFillTx/>
                    <a:latin typeface="思源黑体 CN Light" panose="020B0300000000000000" pitchFamily="34" charset="-122"/>
                    <a:ea typeface="思源黑体 CN Light" panose="020B0300000000000000" pitchFamily="34" charset="-122"/>
                    <a:cs typeface="+mn-ea"/>
                    <a:sym typeface="+mn-lt"/>
                  </a:rPr>
                  <a:t>CHARACTER EVALUATION</a:t>
                </a:r>
                <a:endParaRPr kumimoji="0" lang="zh-CN" altLang="en-US" sz="12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Light" panose="020B0300000000000000" pitchFamily="34" charset="-122"/>
                  <a:ea typeface="思源黑体 CN Light" panose="020B0300000000000000" pitchFamily="34" charset="-122"/>
                  <a:cs typeface="+mn-ea"/>
                  <a:sym typeface="+mn-lt"/>
                </a:endParaRPr>
              </a:p>
            </p:txBody>
          </p:sp>
          <p:sp>
            <p:nvSpPr>
              <p:cNvPr id="61" name="宇神PPT-2-3"/>
              <p:cNvSpPr txBox="1"/>
              <p:nvPr/>
            </p:nvSpPr>
            <p:spPr>
              <a:xfrm>
                <a:off x="9691527" y="3950416"/>
                <a:ext cx="1402080" cy="460375"/>
              </a:xfrm>
              <a:prstGeom prst="rect">
                <a:avLst/>
              </a:prstGeom>
              <a:noFill/>
            </p:spPr>
            <p:txBody>
              <a:bodyPr wrap="none" rtlCol="0">
                <a:spAutoFit/>
              </a:bodyPr>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mn-ea"/>
                    <a:sym typeface="+mn-lt"/>
                  </a:rPr>
                  <a:t>人物评价</a:t>
                </a:r>
                <a:endParaRPr kumimoji="0" lang="zh-CN" altLang="en-US" sz="2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mn-ea"/>
                  <a:sym typeface="+mn-lt"/>
                </a:endParaRPr>
              </a:p>
            </p:txBody>
          </p:sp>
        </p:grpSp>
        <p:grpSp>
          <p:nvGrpSpPr>
            <p:cNvPr id="56" name="组合 55"/>
            <p:cNvGrpSpPr/>
            <p:nvPr/>
          </p:nvGrpSpPr>
          <p:grpSpPr>
            <a:xfrm>
              <a:off x="7655386" y="3832011"/>
              <a:ext cx="821030" cy="821030"/>
              <a:chOff x="7655386" y="3862101"/>
              <a:chExt cx="821030" cy="821030"/>
            </a:xfrm>
          </p:grpSpPr>
          <p:sp>
            <p:nvSpPr>
              <p:cNvPr id="57" name="宇神PPT-2-4"/>
              <p:cNvSpPr/>
              <p:nvPr/>
            </p:nvSpPr>
            <p:spPr>
              <a:xfrm>
                <a:off x="7833587" y="4041255"/>
                <a:ext cx="464628" cy="462722"/>
              </a:xfrm>
              <a:custGeom>
                <a:avLst/>
                <a:gdLst>
                  <a:gd name="connsiteX0" fmla="*/ 380537 w 607462"/>
                  <a:gd name="connsiteY0" fmla="*/ 309351 h 604972"/>
                  <a:gd name="connsiteX1" fmla="*/ 564288 w 607462"/>
                  <a:gd name="connsiteY1" fmla="*/ 309351 h 604972"/>
                  <a:gd name="connsiteX2" fmla="*/ 607462 w 607462"/>
                  <a:gd name="connsiteY2" fmla="*/ 352532 h 604972"/>
                  <a:gd name="connsiteX3" fmla="*/ 594795 w 607462"/>
                  <a:gd name="connsiteY3" fmla="*/ 383043 h 604972"/>
                  <a:gd name="connsiteX4" fmla="*/ 523534 w 607462"/>
                  <a:gd name="connsiteY4" fmla="*/ 450851 h 604972"/>
                  <a:gd name="connsiteX5" fmla="*/ 523534 w 607462"/>
                  <a:gd name="connsiteY5" fmla="*/ 558281 h 604972"/>
                  <a:gd name="connsiteX6" fmla="*/ 508352 w 607462"/>
                  <a:gd name="connsiteY6" fmla="*/ 573465 h 604972"/>
                  <a:gd name="connsiteX7" fmla="*/ 493170 w 607462"/>
                  <a:gd name="connsiteY7" fmla="*/ 558281 h 604972"/>
                  <a:gd name="connsiteX8" fmla="*/ 493170 w 607462"/>
                  <a:gd name="connsiteY8" fmla="*/ 444303 h 604972"/>
                  <a:gd name="connsiteX9" fmla="*/ 497914 w 607462"/>
                  <a:gd name="connsiteY9" fmla="*/ 433294 h 604972"/>
                  <a:gd name="connsiteX10" fmla="*/ 573587 w 607462"/>
                  <a:gd name="connsiteY10" fmla="*/ 361310 h 604972"/>
                  <a:gd name="connsiteX11" fmla="*/ 577051 w 607462"/>
                  <a:gd name="connsiteY11" fmla="*/ 352532 h 604972"/>
                  <a:gd name="connsiteX12" fmla="*/ 564241 w 607462"/>
                  <a:gd name="connsiteY12" fmla="*/ 339720 h 604972"/>
                  <a:gd name="connsiteX13" fmla="*/ 380537 w 607462"/>
                  <a:gd name="connsiteY13" fmla="*/ 339720 h 604972"/>
                  <a:gd name="connsiteX14" fmla="*/ 367728 w 607462"/>
                  <a:gd name="connsiteY14" fmla="*/ 352532 h 604972"/>
                  <a:gd name="connsiteX15" fmla="*/ 371571 w 607462"/>
                  <a:gd name="connsiteY15" fmla="*/ 361642 h 604972"/>
                  <a:gd name="connsiteX16" fmla="*/ 441361 w 607462"/>
                  <a:gd name="connsiteY16" fmla="*/ 433863 h 604972"/>
                  <a:gd name="connsiteX17" fmla="*/ 445631 w 607462"/>
                  <a:gd name="connsiteY17" fmla="*/ 444445 h 604972"/>
                  <a:gd name="connsiteX18" fmla="*/ 445631 w 607462"/>
                  <a:gd name="connsiteY18" fmla="*/ 528339 h 604972"/>
                  <a:gd name="connsiteX19" fmla="*/ 430449 w 607462"/>
                  <a:gd name="connsiteY19" fmla="*/ 543524 h 604972"/>
                  <a:gd name="connsiteX20" fmla="*/ 415266 w 607462"/>
                  <a:gd name="connsiteY20" fmla="*/ 528339 h 604972"/>
                  <a:gd name="connsiteX21" fmla="*/ 415266 w 607462"/>
                  <a:gd name="connsiteY21" fmla="*/ 450566 h 604972"/>
                  <a:gd name="connsiteX22" fmla="*/ 349889 w 607462"/>
                  <a:gd name="connsiteY22" fmla="*/ 382948 h 604972"/>
                  <a:gd name="connsiteX23" fmla="*/ 337363 w 607462"/>
                  <a:gd name="connsiteY23" fmla="*/ 352532 h 604972"/>
                  <a:gd name="connsiteX24" fmla="*/ 380537 w 607462"/>
                  <a:gd name="connsiteY24" fmla="*/ 309351 h 604972"/>
                  <a:gd name="connsiteX25" fmla="*/ 29688 w 607462"/>
                  <a:gd name="connsiteY25" fmla="*/ 170913 h 604972"/>
                  <a:gd name="connsiteX26" fmla="*/ 29688 w 607462"/>
                  <a:gd name="connsiteY26" fmla="*/ 424499 h 604972"/>
                  <a:gd name="connsiteX27" fmla="*/ 261186 w 607462"/>
                  <a:gd name="connsiteY27" fmla="*/ 564009 h 604972"/>
                  <a:gd name="connsiteX28" fmla="*/ 261186 w 607462"/>
                  <a:gd name="connsiteY28" fmla="*/ 302404 h 604972"/>
                  <a:gd name="connsiteX29" fmla="*/ 276034 w 607462"/>
                  <a:gd name="connsiteY29" fmla="*/ 31497 h 604972"/>
                  <a:gd name="connsiteX30" fmla="*/ 46386 w 607462"/>
                  <a:gd name="connsiteY30" fmla="*/ 146285 h 604972"/>
                  <a:gd name="connsiteX31" fmla="*/ 276034 w 607462"/>
                  <a:gd name="connsiteY31" fmla="*/ 276589 h 604972"/>
                  <a:gd name="connsiteX32" fmla="*/ 505729 w 607462"/>
                  <a:gd name="connsiteY32" fmla="*/ 146285 h 604972"/>
                  <a:gd name="connsiteX33" fmla="*/ 269392 w 607462"/>
                  <a:gd name="connsiteY33" fmla="*/ 1602 h 604972"/>
                  <a:gd name="connsiteX34" fmla="*/ 282723 w 607462"/>
                  <a:gd name="connsiteY34" fmla="*/ 1602 h 604972"/>
                  <a:gd name="connsiteX35" fmla="*/ 543822 w 607462"/>
                  <a:gd name="connsiteY35" fmla="*/ 132192 h 604972"/>
                  <a:gd name="connsiteX36" fmla="*/ 551887 w 607462"/>
                  <a:gd name="connsiteY36" fmla="*/ 147044 h 604972"/>
                  <a:gd name="connsiteX37" fmla="*/ 545625 w 607462"/>
                  <a:gd name="connsiteY37" fmla="*/ 156867 h 604972"/>
                  <a:gd name="connsiteX38" fmla="*/ 521953 w 607462"/>
                  <a:gd name="connsiteY38" fmla="*/ 171197 h 604972"/>
                  <a:gd name="connsiteX39" fmla="*/ 290929 w 607462"/>
                  <a:gd name="connsiteY39" fmla="*/ 302404 h 604972"/>
                  <a:gd name="connsiteX40" fmla="*/ 290929 w 607462"/>
                  <a:gd name="connsiteY40" fmla="*/ 564768 h 604972"/>
                  <a:gd name="connsiteX41" fmla="*/ 297001 w 607462"/>
                  <a:gd name="connsiteY41" fmla="*/ 561447 h 604972"/>
                  <a:gd name="connsiteX42" fmla="*/ 297001 w 607462"/>
                  <a:gd name="connsiteY42" fmla="*/ 561589 h 604972"/>
                  <a:gd name="connsiteX43" fmla="*/ 355730 w 607462"/>
                  <a:gd name="connsiteY43" fmla="*/ 527423 h 604972"/>
                  <a:gd name="connsiteX44" fmla="*/ 376413 w 607462"/>
                  <a:gd name="connsiteY44" fmla="*/ 533070 h 604972"/>
                  <a:gd name="connsiteX45" fmla="*/ 370910 w 607462"/>
                  <a:gd name="connsiteY45" fmla="*/ 553854 h 604972"/>
                  <a:gd name="connsiteX46" fmla="*/ 285901 w 607462"/>
                  <a:gd name="connsiteY46" fmla="*/ 603062 h 604972"/>
                  <a:gd name="connsiteX47" fmla="*/ 278269 w 607462"/>
                  <a:gd name="connsiteY47" fmla="*/ 604972 h 604972"/>
                  <a:gd name="connsiteX48" fmla="*/ 275022 w 607462"/>
                  <a:gd name="connsiteY48" fmla="*/ 604098 h 604972"/>
                  <a:gd name="connsiteX49" fmla="*/ 275017 w 607462"/>
                  <a:gd name="connsiteY49" fmla="*/ 604097 h 604972"/>
                  <a:gd name="connsiteX50" fmla="*/ 267115 w 607462"/>
                  <a:gd name="connsiteY50" fmla="*/ 601971 h 604972"/>
                  <a:gd name="connsiteX51" fmla="*/ 7202 w 607462"/>
                  <a:gd name="connsiteY51" fmla="*/ 445568 h 604972"/>
                  <a:gd name="connsiteX52" fmla="*/ 86 w 607462"/>
                  <a:gd name="connsiteY52" fmla="*/ 432850 h 604972"/>
                  <a:gd name="connsiteX53" fmla="*/ 86 w 607462"/>
                  <a:gd name="connsiteY53" fmla="*/ 154209 h 604972"/>
                  <a:gd name="connsiteX54" fmla="*/ 8293 w 607462"/>
                  <a:gd name="connsiteY54" fmla="*/ 132192 h 604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7462" h="604972">
                    <a:moveTo>
                      <a:pt x="380537" y="309351"/>
                    </a:moveTo>
                    <a:lnTo>
                      <a:pt x="564288" y="309351"/>
                    </a:lnTo>
                    <a:cubicBezTo>
                      <a:pt x="588058" y="309351"/>
                      <a:pt x="607462" y="328711"/>
                      <a:pt x="607462" y="352532"/>
                    </a:cubicBezTo>
                    <a:cubicBezTo>
                      <a:pt x="607462" y="364062"/>
                      <a:pt x="602955" y="374881"/>
                      <a:pt x="594795" y="383043"/>
                    </a:cubicBezTo>
                    <a:lnTo>
                      <a:pt x="523534" y="450851"/>
                    </a:lnTo>
                    <a:lnTo>
                      <a:pt x="523534" y="558281"/>
                    </a:lnTo>
                    <a:cubicBezTo>
                      <a:pt x="523534" y="566680"/>
                      <a:pt x="516749" y="573465"/>
                      <a:pt x="508352" y="573465"/>
                    </a:cubicBezTo>
                    <a:cubicBezTo>
                      <a:pt x="499954" y="573465"/>
                      <a:pt x="493170" y="566680"/>
                      <a:pt x="493170" y="558281"/>
                    </a:cubicBezTo>
                    <a:lnTo>
                      <a:pt x="493170" y="444303"/>
                    </a:lnTo>
                    <a:cubicBezTo>
                      <a:pt x="493170" y="440174"/>
                      <a:pt x="494878" y="436189"/>
                      <a:pt x="497914" y="433294"/>
                    </a:cubicBezTo>
                    <a:lnTo>
                      <a:pt x="573587" y="361310"/>
                    </a:lnTo>
                    <a:cubicBezTo>
                      <a:pt x="575770" y="359127"/>
                      <a:pt x="577051" y="355996"/>
                      <a:pt x="577051" y="352532"/>
                    </a:cubicBezTo>
                    <a:cubicBezTo>
                      <a:pt x="577051" y="345461"/>
                      <a:pt x="571310" y="339720"/>
                      <a:pt x="564241" y="339720"/>
                    </a:cubicBezTo>
                    <a:lnTo>
                      <a:pt x="380537" y="339720"/>
                    </a:lnTo>
                    <a:cubicBezTo>
                      <a:pt x="373468" y="339720"/>
                      <a:pt x="367728" y="345461"/>
                      <a:pt x="367728" y="352532"/>
                    </a:cubicBezTo>
                    <a:cubicBezTo>
                      <a:pt x="367728" y="355996"/>
                      <a:pt x="369056" y="359127"/>
                      <a:pt x="371571" y="361642"/>
                    </a:cubicBezTo>
                    <a:lnTo>
                      <a:pt x="441361" y="433863"/>
                    </a:lnTo>
                    <a:cubicBezTo>
                      <a:pt x="444112" y="436710"/>
                      <a:pt x="445631" y="440507"/>
                      <a:pt x="445631" y="444445"/>
                    </a:cubicBezTo>
                    <a:lnTo>
                      <a:pt x="445631" y="528339"/>
                    </a:lnTo>
                    <a:cubicBezTo>
                      <a:pt x="445631" y="536738"/>
                      <a:pt x="438846" y="543524"/>
                      <a:pt x="430449" y="543524"/>
                    </a:cubicBezTo>
                    <a:cubicBezTo>
                      <a:pt x="422051" y="543524"/>
                      <a:pt x="415266" y="536738"/>
                      <a:pt x="415266" y="528339"/>
                    </a:cubicBezTo>
                    <a:lnTo>
                      <a:pt x="415266" y="450566"/>
                    </a:lnTo>
                    <a:lnTo>
                      <a:pt x="349889" y="382948"/>
                    </a:lnTo>
                    <a:cubicBezTo>
                      <a:pt x="341871" y="374929"/>
                      <a:pt x="337363" y="364062"/>
                      <a:pt x="337363" y="352532"/>
                    </a:cubicBezTo>
                    <a:cubicBezTo>
                      <a:pt x="337363" y="328759"/>
                      <a:pt x="356721" y="309351"/>
                      <a:pt x="380537" y="309351"/>
                    </a:cubicBezTo>
                    <a:close/>
                    <a:moveTo>
                      <a:pt x="29688" y="170913"/>
                    </a:moveTo>
                    <a:lnTo>
                      <a:pt x="29688" y="424499"/>
                    </a:lnTo>
                    <a:lnTo>
                      <a:pt x="261186" y="564009"/>
                    </a:lnTo>
                    <a:lnTo>
                      <a:pt x="261186" y="302404"/>
                    </a:lnTo>
                    <a:close/>
                    <a:moveTo>
                      <a:pt x="276034" y="31497"/>
                    </a:moveTo>
                    <a:lnTo>
                      <a:pt x="46386" y="146285"/>
                    </a:lnTo>
                    <a:lnTo>
                      <a:pt x="276034" y="276589"/>
                    </a:lnTo>
                    <a:lnTo>
                      <a:pt x="505729" y="146285"/>
                    </a:lnTo>
                    <a:close/>
                    <a:moveTo>
                      <a:pt x="269392" y="1602"/>
                    </a:moveTo>
                    <a:cubicBezTo>
                      <a:pt x="273614" y="-533"/>
                      <a:pt x="278501" y="-533"/>
                      <a:pt x="282723" y="1602"/>
                    </a:cubicBezTo>
                    <a:lnTo>
                      <a:pt x="543822" y="132192"/>
                    </a:lnTo>
                    <a:cubicBezTo>
                      <a:pt x="549752" y="135229"/>
                      <a:pt x="552503" y="141302"/>
                      <a:pt x="551887" y="147044"/>
                    </a:cubicBezTo>
                    <a:cubicBezTo>
                      <a:pt x="551270" y="149844"/>
                      <a:pt x="550369" y="153782"/>
                      <a:pt x="545625" y="156867"/>
                    </a:cubicBezTo>
                    <a:lnTo>
                      <a:pt x="521953" y="171197"/>
                    </a:lnTo>
                    <a:lnTo>
                      <a:pt x="290929" y="302404"/>
                    </a:lnTo>
                    <a:lnTo>
                      <a:pt x="290929" y="564768"/>
                    </a:lnTo>
                    <a:lnTo>
                      <a:pt x="297001" y="561447"/>
                    </a:lnTo>
                    <a:lnTo>
                      <a:pt x="297001" y="561589"/>
                    </a:lnTo>
                    <a:lnTo>
                      <a:pt x="355730" y="527423"/>
                    </a:lnTo>
                    <a:cubicBezTo>
                      <a:pt x="362893" y="523342"/>
                      <a:pt x="372286" y="525762"/>
                      <a:pt x="376413" y="533070"/>
                    </a:cubicBezTo>
                    <a:cubicBezTo>
                      <a:pt x="380635" y="540283"/>
                      <a:pt x="378216" y="549631"/>
                      <a:pt x="370910" y="553854"/>
                    </a:cubicBezTo>
                    <a:lnTo>
                      <a:pt x="285901" y="603062"/>
                    </a:lnTo>
                    <a:cubicBezTo>
                      <a:pt x="283790" y="604130"/>
                      <a:pt x="281323" y="604960"/>
                      <a:pt x="278269" y="604972"/>
                    </a:cubicBezTo>
                    <a:lnTo>
                      <a:pt x="275022" y="604098"/>
                    </a:lnTo>
                    <a:lnTo>
                      <a:pt x="275017" y="604097"/>
                    </a:lnTo>
                    <a:lnTo>
                      <a:pt x="267115" y="601971"/>
                    </a:lnTo>
                    <a:cubicBezTo>
                      <a:pt x="262704" y="600025"/>
                      <a:pt x="7202" y="445568"/>
                      <a:pt x="7202" y="445568"/>
                    </a:cubicBezTo>
                    <a:cubicBezTo>
                      <a:pt x="2790" y="442863"/>
                      <a:pt x="86" y="437975"/>
                      <a:pt x="86" y="432850"/>
                    </a:cubicBezTo>
                    <a:lnTo>
                      <a:pt x="86" y="154209"/>
                    </a:lnTo>
                    <a:cubicBezTo>
                      <a:pt x="86" y="152691"/>
                      <a:pt x="-1432" y="138550"/>
                      <a:pt x="8293" y="132192"/>
                    </a:cubicBezTo>
                    <a:close/>
                  </a:path>
                </a:pathLst>
              </a:custGeom>
              <a:gradFill>
                <a:gsLst>
                  <a:gs pos="100000">
                    <a:schemeClr val="accent2"/>
                  </a:gs>
                  <a:gs pos="0">
                    <a:schemeClr val="accent1"/>
                  </a:gs>
                </a:gsLst>
                <a:lin ang="27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58" name="宇神PPT-2-5"/>
              <p:cNvSpPr/>
              <p:nvPr/>
            </p:nvSpPr>
            <p:spPr>
              <a:xfrm>
                <a:off x="7655386" y="3862101"/>
                <a:ext cx="821030" cy="821030"/>
              </a:xfrm>
              <a:prstGeom prst="ellipse">
                <a:avLst/>
              </a:prstGeom>
              <a:noFill/>
              <a:ln w="19050">
                <a:gradFill>
                  <a:gsLst>
                    <a:gs pos="0">
                      <a:schemeClr val="accent1"/>
                    </a:gs>
                    <a:gs pos="100000">
                      <a:schemeClr val="accent2"/>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gradFill>
                    <a:gsLst>
                      <a:gs pos="100000">
                        <a:schemeClr val="accent2"/>
                      </a:gs>
                      <a:gs pos="0">
                        <a:schemeClr val="accent1"/>
                      </a:gs>
                    </a:gsLst>
                    <a:lin ang="2700000" scaled="0"/>
                  </a:gradFill>
                </a:endParaRPr>
              </a:p>
            </p:txBody>
          </p:sp>
        </p:grpSp>
      </p:grpSp>
      <p:sp>
        <p:nvSpPr>
          <p:cNvPr id="3" name="宇神PPT-4"/>
          <p:cNvSpPr/>
          <p:nvPr/>
        </p:nvSpPr>
        <p:spPr>
          <a:xfrm>
            <a:off x="0" y="580009"/>
            <a:ext cx="348000" cy="45719"/>
          </a:xfrm>
          <a:custGeom>
            <a:avLst/>
            <a:gdLst>
              <a:gd name="connsiteX0" fmla="*/ 0 w 348000"/>
              <a:gd name="connsiteY0" fmla="*/ 0 h 45719"/>
              <a:gd name="connsiteX1" fmla="*/ 348000 w 348000"/>
              <a:gd name="connsiteY1" fmla="*/ 0 h 45719"/>
              <a:gd name="connsiteX2" fmla="*/ 348000 w 348000"/>
              <a:gd name="connsiteY2" fmla="*/ 45719 h 45719"/>
              <a:gd name="connsiteX3" fmla="*/ 0 w 34800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348000" h="45719">
                <a:moveTo>
                  <a:pt x="0" y="0"/>
                </a:moveTo>
                <a:lnTo>
                  <a:pt x="348000" y="0"/>
                </a:lnTo>
                <a:lnTo>
                  <a:pt x="348000" y="45719"/>
                </a:lnTo>
                <a:lnTo>
                  <a:pt x="0" y="45719"/>
                </a:lnTo>
                <a:close/>
              </a:path>
            </a:pathLst>
          </a:custGeom>
          <a:gradFill>
            <a:gsLst>
              <a:gs pos="100000">
                <a:schemeClr val="accent2"/>
              </a:gs>
              <a:gs pos="0">
                <a:schemeClr val="accent1"/>
              </a:gs>
            </a:gsLst>
            <a:lin ang="2700000" scaled="0"/>
          </a:gradFill>
          <a:ln w="3429" cap="flat">
            <a:noFill/>
            <a:prstDash val="solid"/>
            <a:miter/>
          </a:ln>
        </p:spPr>
        <p:txBody>
          <a:bodyPr wrap="square" rtlCol="0" anchor="ctr">
            <a:noAutofit/>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100000">
                    <a:srgbClr val="8C127D"/>
                  </a:gs>
                  <a:gs pos="0">
                    <a:srgbClr val="E56758"/>
                  </a:gs>
                </a:gsLst>
                <a:lin ang="2700000" scaled="0"/>
              </a:gra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62" name="宇神PPT-3"/>
          <p:cNvSpPr/>
          <p:nvPr/>
        </p:nvSpPr>
        <p:spPr>
          <a:xfrm>
            <a:off x="4056000" y="580009"/>
            <a:ext cx="8136000" cy="45719"/>
          </a:xfrm>
          <a:custGeom>
            <a:avLst/>
            <a:gdLst>
              <a:gd name="connsiteX0" fmla="*/ 0 w 4686857"/>
              <a:gd name="connsiteY0" fmla="*/ 0 h 20571"/>
              <a:gd name="connsiteX1" fmla="*/ 4686857 w 4686857"/>
              <a:gd name="connsiteY1" fmla="*/ 0 h 20571"/>
              <a:gd name="connsiteX2" fmla="*/ 4686857 w 4686857"/>
              <a:gd name="connsiteY2" fmla="*/ 20571 h 20571"/>
              <a:gd name="connsiteX3" fmla="*/ 0 w 4686857"/>
              <a:gd name="connsiteY3" fmla="*/ 20571 h 20571"/>
            </a:gdLst>
            <a:ahLst/>
            <a:cxnLst>
              <a:cxn ang="0">
                <a:pos x="connsiteX0" y="connsiteY0"/>
              </a:cxn>
              <a:cxn ang="0">
                <a:pos x="connsiteX1" y="connsiteY1"/>
              </a:cxn>
              <a:cxn ang="0">
                <a:pos x="connsiteX2" y="connsiteY2"/>
              </a:cxn>
              <a:cxn ang="0">
                <a:pos x="connsiteX3" y="connsiteY3"/>
              </a:cxn>
            </a:cxnLst>
            <a:rect l="l" t="t" r="r" b="b"/>
            <a:pathLst>
              <a:path w="4686857" h="20571">
                <a:moveTo>
                  <a:pt x="0" y="0"/>
                </a:moveTo>
                <a:lnTo>
                  <a:pt x="4686857" y="0"/>
                </a:lnTo>
                <a:lnTo>
                  <a:pt x="4686857" y="20571"/>
                </a:lnTo>
                <a:lnTo>
                  <a:pt x="0" y="20571"/>
                </a:lnTo>
                <a:close/>
              </a:path>
            </a:pathLst>
          </a:custGeom>
          <a:gradFill>
            <a:gsLst>
              <a:gs pos="100000">
                <a:schemeClr val="accent2"/>
              </a:gs>
              <a:gs pos="0">
                <a:schemeClr val="accent1"/>
              </a:gs>
            </a:gsLst>
            <a:lin ang="2700000" scaled="0"/>
          </a:gradFill>
          <a:ln w="3429" cap="flat">
            <a:noFill/>
            <a:prstDash val="solid"/>
            <a:miter/>
          </a:ln>
        </p:spPr>
        <p:txBody>
          <a:bodyPr rtlCol="0"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100000">
                    <a:srgbClr val="8C127D"/>
                  </a:gs>
                  <a:gs pos="0">
                    <a:srgbClr val="E56758"/>
                  </a:gs>
                </a:gsLst>
                <a:lin ang="2700000" scaled="0"/>
              </a:gra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anim calcmode="lin" valueType="num">
                                      <p:cBhvr>
                                        <p:cTn id="14" dur="500" fill="hold"/>
                                        <p:tgtEl>
                                          <p:spTgt spid="6"/>
                                        </p:tgtEl>
                                        <p:attrNameLst>
                                          <p:attrName>ppt_x</p:attrName>
                                        </p:attrNameLst>
                                      </p:cBhvr>
                                      <p:tavLst>
                                        <p:tav tm="0">
                                          <p:val>
                                            <p:strVal val="#ppt_x"/>
                                          </p:val>
                                        </p:tav>
                                        <p:tav tm="100000">
                                          <p:val>
                                            <p:strVal val="#ppt_x"/>
                                          </p:val>
                                        </p:tav>
                                      </p:tavLst>
                                    </p:anim>
                                    <p:anim calcmode="lin" valueType="num">
                                      <p:cBhvr>
                                        <p:cTn id="15"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宇神PPT-1"/>
          <p:cNvSpPr/>
          <p:nvPr/>
        </p:nvSpPr>
        <p:spPr>
          <a:xfrm>
            <a:off x="472301" y="2448677"/>
            <a:ext cx="11442246" cy="3202059"/>
          </a:xfrm>
          <a:prstGeom prst="roundRect">
            <a:avLst>
              <a:gd name="adj" fmla="val 14404"/>
            </a:avLst>
          </a:prstGeom>
          <a:solidFill>
            <a:schemeClr val="accent1">
              <a:lumMod val="781"/>
              <a:lumOff val="99219"/>
            </a:schemeClr>
          </a:solidFill>
          <a:ln w="12700" cap="flat" cmpd="sng" algn="ctr">
            <a:solidFill>
              <a:schemeClr val="accent4"/>
            </a:solidFill>
            <a:prstDash val="solid"/>
            <a:miter lim="800000"/>
            <a:headEnd type="none" w="med" len="med"/>
            <a:tailEnd type="none" w="med" len="med"/>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sp>
        <p:nvSpPr>
          <p:cNvPr id="2" name="宇神PPT-2" hidden="1"/>
          <p:cNvSpPr txBox="1"/>
          <p:nvPr/>
        </p:nvSpPr>
        <p:spPr>
          <a:xfrm>
            <a:off x="10580913" y="-603126"/>
            <a:ext cx="1727200" cy="369332"/>
          </a:xfrm>
          <a:prstGeom prst="rect">
            <a:avLst/>
          </a:prstGeom>
          <a:noFill/>
        </p:spPr>
        <p:txBody>
          <a:bodyPr wrap="square" rtlCol="0">
            <a:spAutoFit/>
          </a:bodyPr>
          <a:lstStyle/>
          <a:p>
            <a:pPr algn="ctr"/>
            <a:r>
              <a:rPr lang="en-US" altLang="zh-CN" dirty="0">
                <a:ln>
                  <a:noFill/>
                </a:ln>
                <a:noFill/>
                <a:cs typeface="思源黑体 CN Bold" panose="020B0800000000000000" charset="-122"/>
              </a:rPr>
              <a:t>By  </a:t>
            </a:r>
            <a:r>
              <a:rPr lang="en-US" altLang="zh-CN" dirty="0" err="1">
                <a:ln>
                  <a:noFill/>
                </a:ln>
                <a:noFill/>
                <a:cs typeface="思源黑体 CN Bold" panose="020B0800000000000000" charset="-122"/>
              </a:rPr>
              <a:t>Yushen</a:t>
            </a:r>
            <a:endParaRPr lang="zh-CN" altLang="en-US" dirty="0">
              <a:ln>
                <a:noFill/>
              </a:ln>
              <a:noFill/>
              <a:cs typeface="思源黑体 CN Bold" panose="020B0800000000000000" charset="-122"/>
            </a:endParaRPr>
          </a:p>
        </p:txBody>
      </p:sp>
      <p:grpSp>
        <p:nvGrpSpPr>
          <p:cNvPr id="4" name="宇神PPT-3"/>
          <p:cNvGrpSpPr/>
          <p:nvPr/>
        </p:nvGrpSpPr>
        <p:grpSpPr>
          <a:xfrm>
            <a:off x="5203079" y="2821444"/>
            <a:ext cx="6711468" cy="2283603"/>
            <a:chOff x="1074865" y="2950535"/>
            <a:chExt cx="6711468" cy="2283603"/>
          </a:xfrm>
        </p:grpSpPr>
        <p:sp>
          <p:nvSpPr>
            <p:cNvPr id="5" name="宇神PPT-3-1"/>
            <p:cNvSpPr txBox="1"/>
            <p:nvPr/>
          </p:nvSpPr>
          <p:spPr>
            <a:xfrm>
              <a:off x="1074865" y="3704847"/>
              <a:ext cx="6711468" cy="1323376"/>
            </a:xfrm>
            <a:prstGeom prst="rect">
              <a:avLst/>
            </a:prstGeom>
            <a:noFill/>
            <a:effectLst/>
          </p:spPr>
          <p:txBody>
            <a:bodyPr wrap="square" lIns="118872" tIns="59436" rIns="118872" bIns="59436">
              <a:spAutoFit/>
            </a:bodyPr>
            <a:lstStyle/>
            <a:p>
              <a:pPr marL="0" marR="0" lvl="0" indent="0" algn="l" defTabSz="914400" rtl="0" eaLnBrk="1" fontAlgn="auto" latinLnBrk="0" hangingPunct="1">
                <a:lnSpc>
                  <a:spcPct val="150000"/>
                </a:lnSpc>
                <a:spcBef>
                  <a:spcPts val="0"/>
                </a:spcBef>
                <a:buClrTx/>
                <a:buSzTx/>
                <a:buFontTx/>
                <a:buNone/>
                <a:defRPr/>
              </a:pPr>
              <a:r>
                <a:rPr kumimoji="0" lang="zh-CN" altLang="en-US"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Light" panose="020B0300000000000000" pitchFamily="34" charset="-122"/>
                </a:rPr>
                <a:t>“泰戈尔是一个人格洁白的诗人”</a:t>
              </a:r>
              <a:endPar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Light" panose="020B0300000000000000" pitchFamily="34" charset="-122"/>
              </a:endParaRPr>
            </a:p>
            <a:p>
              <a:pPr marL="0" marR="0" lvl="0" indent="0" algn="l" defTabSz="914400" rtl="0" eaLnBrk="1" fontAlgn="auto" latinLnBrk="0" hangingPunct="1">
                <a:lnSpc>
                  <a:spcPct val="150000"/>
                </a:lnSpc>
                <a:spcBef>
                  <a:spcPts val="0"/>
                </a:spcBef>
                <a:buClrTx/>
                <a:buSzTx/>
                <a:buFontTx/>
                <a:buNone/>
                <a:defRPr/>
              </a:pPr>
              <a:r>
                <a:rPr kumimoji="0" lang="zh-CN" altLang="en-US"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Light" panose="020B0300000000000000" pitchFamily="34" charset="-122"/>
                </a:rPr>
                <a:t>“一个怜悯弱者，同情于被压迫人们的诗人” </a:t>
              </a:r>
              <a:endPar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Light" panose="020B0300000000000000" pitchFamily="34" charset="-122"/>
              </a:endParaRPr>
            </a:p>
            <a:p>
              <a:pPr marL="0" marR="0" lvl="0" indent="0" algn="l" defTabSz="914400" rtl="0" eaLnBrk="1" fontAlgn="auto" latinLnBrk="0" hangingPunct="1">
                <a:lnSpc>
                  <a:spcPct val="150000"/>
                </a:lnSpc>
                <a:spcBef>
                  <a:spcPts val="0"/>
                </a:spcBef>
                <a:buClrTx/>
                <a:buSzTx/>
                <a:buFontTx/>
                <a:buNone/>
                <a:defRPr/>
              </a:pPr>
              <a:r>
                <a:rPr kumimoji="0" lang="zh-CN" altLang="en-US"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Light" panose="020B0300000000000000" pitchFamily="34" charset="-122"/>
                </a:rPr>
                <a:t>“一个鼓励爱国精神，激起印度青年反抗英国帝国主义的诗人”</a:t>
              </a:r>
              <a:endParaRPr kumimoji="0" lang="zh-CN" altLang="en-US"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Light" panose="020B0300000000000000" pitchFamily="34" charset="-122"/>
              </a:endParaRPr>
            </a:p>
          </p:txBody>
        </p:sp>
        <p:sp>
          <p:nvSpPr>
            <p:cNvPr id="6" name="宇神PPT-3-2"/>
            <p:cNvSpPr/>
            <p:nvPr/>
          </p:nvSpPr>
          <p:spPr>
            <a:xfrm>
              <a:off x="1128655" y="2950535"/>
              <a:ext cx="416672" cy="416672"/>
            </a:xfrm>
            <a:prstGeom prst="ellipse">
              <a:avLst/>
            </a:prstGeom>
            <a:gradFill flip="none" rotWithShape="1">
              <a:gsLst>
                <a:gs pos="0">
                  <a:schemeClr val="accent1">
                    <a:alpha val="42000"/>
                  </a:schemeClr>
                </a:gs>
                <a:gs pos="70000">
                  <a:schemeClr val="accent2">
                    <a:alpha val="0"/>
                  </a:schemeClr>
                </a:gs>
              </a:gsLst>
              <a:lin ang="27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lIns="118872" tIns="59436" rIns="118872" bIns="5943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2340" b="0" i="0" u="none" strike="noStrike" kern="1200" cap="none" spc="0" normalizeH="0" baseline="0" noProof="0">
                <a:ln>
                  <a:noFill/>
                </a:ln>
                <a:solidFill>
                  <a:prstClr val="white"/>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sp>
          <p:nvSpPr>
            <p:cNvPr id="7" name="宇神PPT-3-3"/>
            <p:cNvSpPr txBox="1"/>
            <p:nvPr/>
          </p:nvSpPr>
          <p:spPr>
            <a:xfrm>
              <a:off x="1238433" y="3059583"/>
              <a:ext cx="2898260" cy="674031"/>
            </a:xfrm>
            <a:prstGeom prst="rect">
              <a:avLst/>
            </a:prstGeom>
            <a:noFill/>
            <a:effectLst/>
          </p:spPr>
          <p:txBody>
            <a:bodyPr wrap="square" lIns="118872" tIns="59436" rIns="118872" bIns="59436" rtlCol="0">
              <a:spAutoFit/>
            </a:bodyPr>
            <a:lstStyle/>
            <a:p>
              <a:pPr>
                <a:defRPr/>
              </a:pPr>
              <a:r>
                <a:rPr lang="zh-CN" altLang="en-US" sz="3600" kern="0" dirty="0">
                  <a:gradFill>
                    <a:gsLst>
                      <a:gs pos="0">
                        <a:schemeClr val="accent1"/>
                      </a:gs>
                      <a:gs pos="100000">
                        <a:schemeClr val="accent2"/>
                      </a:gs>
                    </a:gsLst>
                    <a:lin ang="2700000" scaled="1"/>
                  </a:gradFill>
                  <a:latin typeface="思源黑体 CN Bold" panose="020B0800000000000000" charset="-122"/>
                  <a:ea typeface="思源黑体 CN Bold" panose="020B0800000000000000" charset="-122"/>
                </a:rPr>
                <a:t>茅盾</a:t>
              </a:r>
              <a:endParaRPr lang="zh-CN" altLang="en-US" sz="3600" kern="0" dirty="0">
                <a:gradFill>
                  <a:gsLst>
                    <a:gs pos="0">
                      <a:schemeClr val="accent1"/>
                    </a:gs>
                    <a:gs pos="100000">
                      <a:schemeClr val="accent2"/>
                    </a:gs>
                  </a:gsLst>
                  <a:lin ang="2700000" scaled="1"/>
                </a:gradFill>
                <a:latin typeface="思源黑体 CN Bold" panose="020B0800000000000000" charset="-122"/>
                <a:ea typeface="思源黑体 CN Bold" panose="020B0800000000000000" charset="-122"/>
              </a:endParaRPr>
            </a:p>
          </p:txBody>
        </p:sp>
        <p:cxnSp>
          <p:nvCxnSpPr>
            <p:cNvPr id="8" name="宇神PPT-3-4"/>
            <p:cNvCxnSpPr/>
            <p:nvPr/>
          </p:nvCxnSpPr>
          <p:spPr>
            <a:xfrm flipH="1">
              <a:off x="1401089" y="5234138"/>
              <a:ext cx="6004024" cy="0"/>
            </a:xfrm>
            <a:prstGeom prst="line">
              <a:avLst/>
            </a:prstGeom>
            <a:ln w="16510" cap="flat" cmpd="sng" algn="ctr">
              <a:solidFill>
                <a:schemeClr val="accent1">
                  <a:alpha val="80000"/>
                </a:schemeClr>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9" name="宇神PPT-3-5"/>
            <p:cNvSpPr txBox="1"/>
            <p:nvPr/>
          </p:nvSpPr>
          <p:spPr>
            <a:xfrm>
              <a:off x="2406684" y="3351957"/>
              <a:ext cx="1730009" cy="360099"/>
            </a:xfrm>
            <a:prstGeom prst="rect">
              <a:avLst/>
            </a:prstGeom>
            <a:noFill/>
            <a:effectLst/>
          </p:spPr>
          <p:txBody>
            <a:bodyPr wrap="square" lIns="118872" tIns="59436" rIns="118872" bIns="59436">
              <a:spAutoFit/>
            </a:bodyPr>
            <a:lstStyle/>
            <a:p>
              <a:pPr marL="0" marR="0" lvl="0" indent="0" algn="l" defTabSz="914400" rtl="0" eaLnBrk="1" fontAlgn="auto" latinLnBrk="0" hangingPunct="1">
                <a:spcBef>
                  <a:spcPts val="0"/>
                </a:spcBef>
                <a:buClrTx/>
                <a:buSzTx/>
                <a:buFontTx/>
                <a:buNone/>
                <a:defRPr/>
              </a:pPr>
              <a:r>
                <a:rPr kumimoji="0" lang="zh-CN" altLang="en-US" sz="156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Light" panose="020B0300000000000000" pitchFamily="34" charset="-122"/>
                </a:rPr>
                <a:t>中国现代作家</a:t>
              </a:r>
              <a:endParaRPr kumimoji="0" lang="zh-CN" altLang="en-US" sz="156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Light" panose="020B0300000000000000" pitchFamily="34" charset="-122"/>
              </a:endParaRPr>
            </a:p>
          </p:txBody>
        </p:sp>
      </p:grpSp>
      <p:pic>
        <p:nvPicPr>
          <p:cNvPr id="14" name="宇神PPT-7" descr="图片包含 日历&#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312714" y="1553868"/>
            <a:ext cx="3145088" cy="4564239"/>
          </a:xfrm>
          <a:prstGeom prst="rect">
            <a:avLst/>
          </a:prstGeom>
        </p:spPr>
      </p:pic>
      <p:sp>
        <p:nvSpPr>
          <p:cNvPr id="3" name="宇神PPT-4"/>
          <p:cNvSpPr/>
          <p:nvPr/>
        </p:nvSpPr>
        <p:spPr>
          <a:xfrm>
            <a:off x="0" y="580009"/>
            <a:ext cx="348000" cy="45719"/>
          </a:xfrm>
          <a:custGeom>
            <a:avLst/>
            <a:gdLst>
              <a:gd name="connsiteX0" fmla="*/ 0 w 348000"/>
              <a:gd name="connsiteY0" fmla="*/ 0 h 45719"/>
              <a:gd name="connsiteX1" fmla="*/ 348000 w 348000"/>
              <a:gd name="connsiteY1" fmla="*/ 0 h 45719"/>
              <a:gd name="connsiteX2" fmla="*/ 348000 w 348000"/>
              <a:gd name="connsiteY2" fmla="*/ 45719 h 45719"/>
              <a:gd name="connsiteX3" fmla="*/ 0 w 34800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348000" h="45719">
                <a:moveTo>
                  <a:pt x="0" y="0"/>
                </a:moveTo>
                <a:lnTo>
                  <a:pt x="348000" y="0"/>
                </a:lnTo>
                <a:lnTo>
                  <a:pt x="348000" y="45719"/>
                </a:lnTo>
                <a:lnTo>
                  <a:pt x="0" y="45719"/>
                </a:lnTo>
                <a:close/>
              </a:path>
            </a:pathLst>
          </a:custGeom>
          <a:gradFill>
            <a:gsLst>
              <a:gs pos="100000">
                <a:schemeClr val="accent2"/>
              </a:gs>
              <a:gs pos="0">
                <a:schemeClr val="accent1"/>
              </a:gs>
            </a:gsLst>
            <a:lin ang="2700000" scaled="0"/>
          </a:gradFill>
          <a:ln w="3429" cap="flat">
            <a:noFill/>
            <a:prstDash val="solid"/>
            <a:miter/>
          </a:ln>
        </p:spPr>
        <p:txBody>
          <a:bodyPr wrap="square" rtlCol="0" anchor="ctr">
            <a:noAutofit/>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100000">
                    <a:srgbClr val="8C127D"/>
                  </a:gs>
                  <a:gs pos="0">
                    <a:srgbClr val="E56758"/>
                  </a:gs>
                </a:gsLst>
                <a:lin ang="2700000" scaled="0"/>
              </a:gra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62" name="宇神PPT-3"/>
          <p:cNvSpPr/>
          <p:nvPr/>
        </p:nvSpPr>
        <p:spPr>
          <a:xfrm>
            <a:off x="4056000" y="580009"/>
            <a:ext cx="8136000" cy="45719"/>
          </a:xfrm>
          <a:custGeom>
            <a:avLst/>
            <a:gdLst>
              <a:gd name="connsiteX0" fmla="*/ 0 w 4686857"/>
              <a:gd name="connsiteY0" fmla="*/ 0 h 20571"/>
              <a:gd name="connsiteX1" fmla="*/ 4686857 w 4686857"/>
              <a:gd name="connsiteY1" fmla="*/ 0 h 20571"/>
              <a:gd name="connsiteX2" fmla="*/ 4686857 w 4686857"/>
              <a:gd name="connsiteY2" fmla="*/ 20571 h 20571"/>
              <a:gd name="connsiteX3" fmla="*/ 0 w 4686857"/>
              <a:gd name="connsiteY3" fmla="*/ 20571 h 20571"/>
            </a:gdLst>
            <a:ahLst/>
            <a:cxnLst>
              <a:cxn ang="0">
                <a:pos x="connsiteX0" y="connsiteY0"/>
              </a:cxn>
              <a:cxn ang="0">
                <a:pos x="connsiteX1" y="connsiteY1"/>
              </a:cxn>
              <a:cxn ang="0">
                <a:pos x="connsiteX2" y="connsiteY2"/>
              </a:cxn>
              <a:cxn ang="0">
                <a:pos x="connsiteX3" y="connsiteY3"/>
              </a:cxn>
            </a:cxnLst>
            <a:rect l="l" t="t" r="r" b="b"/>
            <a:pathLst>
              <a:path w="4686857" h="20571">
                <a:moveTo>
                  <a:pt x="0" y="0"/>
                </a:moveTo>
                <a:lnTo>
                  <a:pt x="4686857" y="0"/>
                </a:lnTo>
                <a:lnTo>
                  <a:pt x="4686857" y="20571"/>
                </a:lnTo>
                <a:lnTo>
                  <a:pt x="0" y="20571"/>
                </a:lnTo>
                <a:close/>
              </a:path>
            </a:pathLst>
          </a:custGeom>
          <a:gradFill>
            <a:gsLst>
              <a:gs pos="100000">
                <a:schemeClr val="accent2"/>
              </a:gs>
              <a:gs pos="0">
                <a:schemeClr val="accent1"/>
              </a:gs>
            </a:gsLst>
            <a:lin ang="2700000" scaled="0"/>
          </a:gradFill>
          <a:ln w="3429" cap="flat">
            <a:noFill/>
            <a:prstDash val="solid"/>
            <a:miter/>
          </a:ln>
        </p:spPr>
        <p:txBody>
          <a:bodyPr rtlCol="0"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100000">
                    <a:srgbClr val="8C127D"/>
                  </a:gs>
                  <a:gs pos="0">
                    <a:srgbClr val="E56758"/>
                  </a:gs>
                </a:gsLst>
                <a:lin ang="2700000" scaled="0"/>
              </a:gra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grpSp>
        <p:nvGrpSpPr>
          <p:cNvPr id="54" name="宇神PPT-2"/>
          <p:cNvGrpSpPr/>
          <p:nvPr/>
        </p:nvGrpSpPr>
        <p:grpSpPr>
          <a:xfrm>
            <a:off x="472301" y="173243"/>
            <a:ext cx="3535145" cy="879801"/>
            <a:chOff x="7655386" y="3801921"/>
            <a:chExt cx="3535145" cy="879801"/>
          </a:xfrm>
        </p:grpSpPr>
        <p:grpSp>
          <p:nvGrpSpPr>
            <p:cNvPr id="55" name="组合 54"/>
            <p:cNvGrpSpPr/>
            <p:nvPr/>
          </p:nvGrpSpPr>
          <p:grpSpPr>
            <a:xfrm>
              <a:off x="8732602" y="3801921"/>
              <a:ext cx="2457929" cy="879801"/>
              <a:chOff x="8732602" y="3801921"/>
              <a:chExt cx="2457929" cy="879801"/>
            </a:xfrm>
          </p:grpSpPr>
          <p:sp>
            <p:nvSpPr>
              <p:cNvPr id="59" name="宇神PPT-2-1"/>
              <p:cNvSpPr txBox="1"/>
              <p:nvPr/>
            </p:nvSpPr>
            <p:spPr>
              <a:xfrm>
                <a:off x="8732602" y="3801921"/>
                <a:ext cx="848309" cy="769441"/>
              </a:xfrm>
              <a:prstGeom prst="rect">
                <a:avLst/>
              </a:prstGeom>
              <a:noFill/>
            </p:spPr>
            <p:txBody>
              <a:bodyPr wrap="none" rtlCol="0">
                <a:spAutoFit/>
              </a:bodyPr>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rPr>
                  <a:t>03</a:t>
                </a:r>
                <a:endParaRPr kumimoji="0" lang="zh-CN" altLang="en-US" sz="4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60" name="宇神PPT-2-2"/>
              <p:cNvSpPr txBox="1"/>
              <p:nvPr/>
            </p:nvSpPr>
            <p:spPr>
              <a:xfrm>
                <a:off x="8811083" y="4406132"/>
                <a:ext cx="2379448" cy="275590"/>
              </a:xfrm>
              <a:prstGeom prst="rect">
                <a:avLst/>
              </a:prstGeom>
              <a:noFill/>
            </p:spPr>
            <p:txBody>
              <a:bodyPr wrap="square" rtlCol="0">
                <a:spAutoFit/>
              </a:bodyPr>
              <a:p>
                <a:pPr marL="0" marR="0" lvl="0" indent="0" algn="dist" defTabSz="914400" rtl="0" eaLnBrk="1" fontAlgn="auto" latinLnBrk="0" hangingPunct="1">
                  <a:lnSpc>
                    <a:spcPct val="100000"/>
                  </a:lnSpc>
                  <a:spcBef>
                    <a:spcPts val="0"/>
                  </a:spcBef>
                  <a:spcAft>
                    <a:spcPts val="0"/>
                  </a:spcAft>
                  <a:buClrTx/>
                  <a:buSzTx/>
                  <a:buFontTx/>
                  <a:buNone/>
                  <a:defRPr/>
                </a:pPr>
                <a:r>
                  <a:rPr lang="en-US" altLang="zh-CN" sz="1200" noProof="0" dirty="0">
                    <a:ln>
                      <a:noFill/>
                    </a:ln>
                    <a:gradFill>
                      <a:gsLst>
                        <a:gs pos="100000">
                          <a:schemeClr val="accent2"/>
                        </a:gs>
                        <a:gs pos="0">
                          <a:schemeClr val="accent1"/>
                        </a:gs>
                      </a:gsLst>
                      <a:lin ang="2700000" scaled="0"/>
                    </a:gradFill>
                    <a:uLnTx/>
                    <a:uFillTx/>
                    <a:latin typeface="思源黑体 CN Light" panose="020B0300000000000000" pitchFamily="34" charset="-122"/>
                    <a:ea typeface="思源黑体 CN Light" panose="020B0300000000000000" pitchFamily="34" charset="-122"/>
                    <a:cs typeface="+mn-ea"/>
                    <a:sym typeface="+mn-lt"/>
                  </a:rPr>
                  <a:t>CHARACTER EVALUATION</a:t>
                </a:r>
                <a:endParaRPr kumimoji="0" lang="zh-CN" altLang="en-US" sz="12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Light" panose="020B0300000000000000" pitchFamily="34" charset="-122"/>
                  <a:ea typeface="思源黑体 CN Light" panose="020B0300000000000000" pitchFamily="34" charset="-122"/>
                  <a:cs typeface="+mn-ea"/>
                  <a:sym typeface="+mn-lt"/>
                </a:endParaRPr>
              </a:p>
            </p:txBody>
          </p:sp>
          <p:sp>
            <p:nvSpPr>
              <p:cNvPr id="61" name="宇神PPT-2-3"/>
              <p:cNvSpPr txBox="1"/>
              <p:nvPr/>
            </p:nvSpPr>
            <p:spPr>
              <a:xfrm>
                <a:off x="9691527" y="3950416"/>
                <a:ext cx="1402080" cy="460375"/>
              </a:xfrm>
              <a:prstGeom prst="rect">
                <a:avLst/>
              </a:prstGeom>
              <a:noFill/>
            </p:spPr>
            <p:txBody>
              <a:bodyPr wrap="none" rtlCol="0">
                <a:spAutoFit/>
              </a:bodyPr>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mn-ea"/>
                    <a:sym typeface="+mn-lt"/>
                  </a:rPr>
                  <a:t>人物评价</a:t>
                </a:r>
                <a:endParaRPr kumimoji="0" lang="zh-CN" altLang="en-US" sz="2400" b="0" i="0" u="none" strike="noStrike" kern="120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mn-ea"/>
                  <a:sym typeface="+mn-lt"/>
                </a:endParaRPr>
              </a:p>
            </p:txBody>
          </p:sp>
        </p:grpSp>
        <p:grpSp>
          <p:nvGrpSpPr>
            <p:cNvPr id="56" name="组合 55"/>
            <p:cNvGrpSpPr/>
            <p:nvPr/>
          </p:nvGrpSpPr>
          <p:grpSpPr>
            <a:xfrm>
              <a:off x="7655386" y="3832011"/>
              <a:ext cx="821030" cy="821030"/>
              <a:chOff x="7655386" y="3862101"/>
              <a:chExt cx="821030" cy="821030"/>
            </a:xfrm>
          </p:grpSpPr>
          <p:sp>
            <p:nvSpPr>
              <p:cNvPr id="57" name="宇神PPT-2-4"/>
              <p:cNvSpPr/>
              <p:nvPr/>
            </p:nvSpPr>
            <p:spPr>
              <a:xfrm>
                <a:off x="7833587" y="4041255"/>
                <a:ext cx="464628" cy="462722"/>
              </a:xfrm>
              <a:custGeom>
                <a:avLst/>
                <a:gdLst>
                  <a:gd name="connsiteX0" fmla="*/ 380537 w 607462"/>
                  <a:gd name="connsiteY0" fmla="*/ 309351 h 604972"/>
                  <a:gd name="connsiteX1" fmla="*/ 564288 w 607462"/>
                  <a:gd name="connsiteY1" fmla="*/ 309351 h 604972"/>
                  <a:gd name="connsiteX2" fmla="*/ 607462 w 607462"/>
                  <a:gd name="connsiteY2" fmla="*/ 352532 h 604972"/>
                  <a:gd name="connsiteX3" fmla="*/ 594795 w 607462"/>
                  <a:gd name="connsiteY3" fmla="*/ 383043 h 604972"/>
                  <a:gd name="connsiteX4" fmla="*/ 523534 w 607462"/>
                  <a:gd name="connsiteY4" fmla="*/ 450851 h 604972"/>
                  <a:gd name="connsiteX5" fmla="*/ 523534 w 607462"/>
                  <a:gd name="connsiteY5" fmla="*/ 558281 h 604972"/>
                  <a:gd name="connsiteX6" fmla="*/ 508352 w 607462"/>
                  <a:gd name="connsiteY6" fmla="*/ 573465 h 604972"/>
                  <a:gd name="connsiteX7" fmla="*/ 493170 w 607462"/>
                  <a:gd name="connsiteY7" fmla="*/ 558281 h 604972"/>
                  <a:gd name="connsiteX8" fmla="*/ 493170 w 607462"/>
                  <a:gd name="connsiteY8" fmla="*/ 444303 h 604972"/>
                  <a:gd name="connsiteX9" fmla="*/ 497914 w 607462"/>
                  <a:gd name="connsiteY9" fmla="*/ 433294 h 604972"/>
                  <a:gd name="connsiteX10" fmla="*/ 573587 w 607462"/>
                  <a:gd name="connsiteY10" fmla="*/ 361310 h 604972"/>
                  <a:gd name="connsiteX11" fmla="*/ 577051 w 607462"/>
                  <a:gd name="connsiteY11" fmla="*/ 352532 h 604972"/>
                  <a:gd name="connsiteX12" fmla="*/ 564241 w 607462"/>
                  <a:gd name="connsiteY12" fmla="*/ 339720 h 604972"/>
                  <a:gd name="connsiteX13" fmla="*/ 380537 w 607462"/>
                  <a:gd name="connsiteY13" fmla="*/ 339720 h 604972"/>
                  <a:gd name="connsiteX14" fmla="*/ 367728 w 607462"/>
                  <a:gd name="connsiteY14" fmla="*/ 352532 h 604972"/>
                  <a:gd name="connsiteX15" fmla="*/ 371571 w 607462"/>
                  <a:gd name="connsiteY15" fmla="*/ 361642 h 604972"/>
                  <a:gd name="connsiteX16" fmla="*/ 441361 w 607462"/>
                  <a:gd name="connsiteY16" fmla="*/ 433863 h 604972"/>
                  <a:gd name="connsiteX17" fmla="*/ 445631 w 607462"/>
                  <a:gd name="connsiteY17" fmla="*/ 444445 h 604972"/>
                  <a:gd name="connsiteX18" fmla="*/ 445631 w 607462"/>
                  <a:gd name="connsiteY18" fmla="*/ 528339 h 604972"/>
                  <a:gd name="connsiteX19" fmla="*/ 430449 w 607462"/>
                  <a:gd name="connsiteY19" fmla="*/ 543524 h 604972"/>
                  <a:gd name="connsiteX20" fmla="*/ 415266 w 607462"/>
                  <a:gd name="connsiteY20" fmla="*/ 528339 h 604972"/>
                  <a:gd name="connsiteX21" fmla="*/ 415266 w 607462"/>
                  <a:gd name="connsiteY21" fmla="*/ 450566 h 604972"/>
                  <a:gd name="connsiteX22" fmla="*/ 349889 w 607462"/>
                  <a:gd name="connsiteY22" fmla="*/ 382948 h 604972"/>
                  <a:gd name="connsiteX23" fmla="*/ 337363 w 607462"/>
                  <a:gd name="connsiteY23" fmla="*/ 352532 h 604972"/>
                  <a:gd name="connsiteX24" fmla="*/ 380537 w 607462"/>
                  <a:gd name="connsiteY24" fmla="*/ 309351 h 604972"/>
                  <a:gd name="connsiteX25" fmla="*/ 29688 w 607462"/>
                  <a:gd name="connsiteY25" fmla="*/ 170913 h 604972"/>
                  <a:gd name="connsiteX26" fmla="*/ 29688 w 607462"/>
                  <a:gd name="connsiteY26" fmla="*/ 424499 h 604972"/>
                  <a:gd name="connsiteX27" fmla="*/ 261186 w 607462"/>
                  <a:gd name="connsiteY27" fmla="*/ 564009 h 604972"/>
                  <a:gd name="connsiteX28" fmla="*/ 261186 w 607462"/>
                  <a:gd name="connsiteY28" fmla="*/ 302404 h 604972"/>
                  <a:gd name="connsiteX29" fmla="*/ 276034 w 607462"/>
                  <a:gd name="connsiteY29" fmla="*/ 31497 h 604972"/>
                  <a:gd name="connsiteX30" fmla="*/ 46386 w 607462"/>
                  <a:gd name="connsiteY30" fmla="*/ 146285 h 604972"/>
                  <a:gd name="connsiteX31" fmla="*/ 276034 w 607462"/>
                  <a:gd name="connsiteY31" fmla="*/ 276589 h 604972"/>
                  <a:gd name="connsiteX32" fmla="*/ 505729 w 607462"/>
                  <a:gd name="connsiteY32" fmla="*/ 146285 h 604972"/>
                  <a:gd name="connsiteX33" fmla="*/ 269392 w 607462"/>
                  <a:gd name="connsiteY33" fmla="*/ 1602 h 604972"/>
                  <a:gd name="connsiteX34" fmla="*/ 282723 w 607462"/>
                  <a:gd name="connsiteY34" fmla="*/ 1602 h 604972"/>
                  <a:gd name="connsiteX35" fmla="*/ 543822 w 607462"/>
                  <a:gd name="connsiteY35" fmla="*/ 132192 h 604972"/>
                  <a:gd name="connsiteX36" fmla="*/ 551887 w 607462"/>
                  <a:gd name="connsiteY36" fmla="*/ 147044 h 604972"/>
                  <a:gd name="connsiteX37" fmla="*/ 545625 w 607462"/>
                  <a:gd name="connsiteY37" fmla="*/ 156867 h 604972"/>
                  <a:gd name="connsiteX38" fmla="*/ 521953 w 607462"/>
                  <a:gd name="connsiteY38" fmla="*/ 171197 h 604972"/>
                  <a:gd name="connsiteX39" fmla="*/ 290929 w 607462"/>
                  <a:gd name="connsiteY39" fmla="*/ 302404 h 604972"/>
                  <a:gd name="connsiteX40" fmla="*/ 290929 w 607462"/>
                  <a:gd name="connsiteY40" fmla="*/ 564768 h 604972"/>
                  <a:gd name="connsiteX41" fmla="*/ 297001 w 607462"/>
                  <a:gd name="connsiteY41" fmla="*/ 561447 h 604972"/>
                  <a:gd name="connsiteX42" fmla="*/ 297001 w 607462"/>
                  <a:gd name="connsiteY42" fmla="*/ 561589 h 604972"/>
                  <a:gd name="connsiteX43" fmla="*/ 355730 w 607462"/>
                  <a:gd name="connsiteY43" fmla="*/ 527423 h 604972"/>
                  <a:gd name="connsiteX44" fmla="*/ 376413 w 607462"/>
                  <a:gd name="connsiteY44" fmla="*/ 533070 h 604972"/>
                  <a:gd name="connsiteX45" fmla="*/ 370910 w 607462"/>
                  <a:gd name="connsiteY45" fmla="*/ 553854 h 604972"/>
                  <a:gd name="connsiteX46" fmla="*/ 285901 w 607462"/>
                  <a:gd name="connsiteY46" fmla="*/ 603062 h 604972"/>
                  <a:gd name="connsiteX47" fmla="*/ 278269 w 607462"/>
                  <a:gd name="connsiteY47" fmla="*/ 604972 h 604972"/>
                  <a:gd name="connsiteX48" fmla="*/ 275022 w 607462"/>
                  <a:gd name="connsiteY48" fmla="*/ 604098 h 604972"/>
                  <a:gd name="connsiteX49" fmla="*/ 275017 w 607462"/>
                  <a:gd name="connsiteY49" fmla="*/ 604097 h 604972"/>
                  <a:gd name="connsiteX50" fmla="*/ 267115 w 607462"/>
                  <a:gd name="connsiteY50" fmla="*/ 601971 h 604972"/>
                  <a:gd name="connsiteX51" fmla="*/ 7202 w 607462"/>
                  <a:gd name="connsiteY51" fmla="*/ 445568 h 604972"/>
                  <a:gd name="connsiteX52" fmla="*/ 86 w 607462"/>
                  <a:gd name="connsiteY52" fmla="*/ 432850 h 604972"/>
                  <a:gd name="connsiteX53" fmla="*/ 86 w 607462"/>
                  <a:gd name="connsiteY53" fmla="*/ 154209 h 604972"/>
                  <a:gd name="connsiteX54" fmla="*/ 8293 w 607462"/>
                  <a:gd name="connsiteY54" fmla="*/ 132192 h 604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7462" h="604972">
                    <a:moveTo>
                      <a:pt x="380537" y="309351"/>
                    </a:moveTo>
                    <a:lnTo>
                      <a:pt x="564288" y="309351"/>
                    </a:lnTo>
                    <a:cubicBezTo>
                      <a:pt x="588058" y="309351"/>
                      <a:pt x="607462" y="328711"/>
                      <a:pt x="607462" y="352532"/>
                    </a:cubicBezTo>
                    <a:cubicBezTo>
                      <a:pt x="607462" y="364062"/>
                      <a:pt x="602955" y="374881"/>
                      <a:pt x="594795" y="383043"/>
                    </a:cubicBezTo>
                    <a:lnTo>
                      <a:pt x="523534" y="450851"/>
                    </a:lnTo>
                    <a:lnTo>
                      <a:pt x="523534" y="558281"/>
                    </a:lnTo>
                    <a:cubicBezTo>
                      <a:pt x="523534" y="566680"/>
                      <a:pt x="516749" y="573465"/>
                      <a:pt x="508352" y="573465"/>
                    </a:cubicBezTo>
                    <a:cubicBezTo>
                      <a:pt x="499954" y="573465"/>
                      <a:pt x="493170" y="566680"/>
                      <a:pt x="493170" y="558281"/>
                    </a:cubicBezTo>
                    <a:lnTo>
                      <a:pt x="493170" y="444303"/>
                    </a:lnTo>
                    <a:cubicBezTo>
                      <a:pt x="493170" y="440174"/>
                      <a:pt x="494878" y="436189"/>
                      <a:pt x="497914" y="433294"/>
                    </a:cubicBezTo>
                    <a:lnTo>
                      <a:pt x="573587" y="361310"/>
                    </a:lnTo>
                    <a:cubicBezTo>
                      <a:pt x="575770" y="359127"/>
                      <a:pt x="577051" y="355996"/>
                      <a:pt x="577051" y="352532"/>
                    </a:cubicBezTo>
                    <a:cubicBezTo>
                      <a:pt x="577051" y="345461"/>
                      <a:pt x="571310" y="339720"/>
                      <a:pt x="564241" y="339720"/>
                    </a:cubicBezTo>
                    <a:lnTo>
                      <a:pt x="380537" y="339720"/>
                    </a:lnTo>
                    <a:cubicBezTo>
                      <a:pt x="373468" y="339720"/>
                      <a:pt x="367728" y="345461"/>
                      <a:pt x="367728" y="352532"/>
                    </a:cubicBezTo>
                    <a:cubicBezTo>
                      <a:pt x="367728" y="355996"/>
                      <a:pt x="369056" y="359127"/>
                      <a:pt x="371571" y="361642"/>
                    </a:cubicBezTo>
                    <a:lnTo>
                      <a:pt x="441361" y="433863"/>
                    </a:lnTo>
                    <a:cubicBezTo>
                      <a:pt x="444112" y="436710"/>
                      <a:pt x="445631" y="440507"/>
                      <a:pt x="445631" y="444445"/>
                    </a:cubicBezTo>
                    <a:lnTo>
                      <a:pt x="445631" y="528339"/>
                    </a:lnTo>
                    <a:cubicBezTo>
                      <a:pt x="445631" y="536738"/>
                      <a:pt x="438846" y="543524"/>
                      <a:pt x="430449" y="543524"/>
                    </a:cubicBezTo>
                    <a:cubicBezTo>
                      <a:pt x="422051" y="543524"/>
                      <a:pt x="415266" y="536738"/>
                      <a:pt x="415266" y="528339"/>
                    </a:cubicBezTo>
                    <a:lnTo>
                      <a:pt x="415266" y="450566"/>
                    </a:lnTo>
                    <a:lnTo>
                      <a:pt x="349889" y="382948"/>
                    </a:lnTo>
                    <a:cubicBezTo>
                      <a:pt x="341871" y="374929"/>
                      <a:pt x="337363" y="364062"/>
                      <a:pt x="337363" y="352532"/>
                    </a:cubicBezTo>
                    <a:cubicBezTo>
                      <a:pt x="337363" y="328759"/>
                      <a:pt x="356721" y="309351"/>
                      <a:pt x="380537" y="309351"/>
                    </a:cubicBezTo>
                    <a:close/>
                    <a:moveTo>
                      <a:pt x="29688" y="170913"/>
                    </a:moveTo>
                    <a:lnTo>
                      <a:pt x="29688" y="424499"/>
                    </a:lnTo>
                    <a:lnTo>
                      <a:pt x="261186" y="564009"/>
                    </a:lnTo>
                    <a:lnTo>
                      <a:pt x="261186" y="302404"/>
                    </a:lnTo>
                    <a:close/>
                    <a:moveTo>
                      <a:pt x="276034" y="31497"/>
                    </a:moveTo>
                    <a:lnTo>
                      <a:pt x="46386" y="146285"/>
                    </a:lnTo>
                    <a:lnTo>
                      <a:pt x="276034" y="276589"/>
                    </a:lnTo>
                    <a:lnTo>
                      <a:pt x="505729" y="146285"/>
                    </a:lnTo>
                    <a:close/>
                    <a:moveTo>
                      <a:pt x="269392" y="1602"/>
                    </a:moveTo>
                    <a:cubicBezTo>
                      <a:pt x="273614" y="-533"/>
                      <a:pt x="278501" y="-533"/>
                      <a:pt x="282723" y="1602"/>
                    </a:cubicBezTo>
                    <a:lnTo>
                      <a:pt x="543822" y="132192"/>
                    </a:lnTo>
                    <a:cubicBezTo>
                      <a:pt x="549752" y="135229"/>
                      <a:pt x="552503" y="141302"/>
                      <a:pt x="551887" y="147044"/>
                    </a:cubicBezTo>
                    <a:cubicBezTo>
                      <a:pt x="551270" y="149844"/>
                      <a:pt x="550369" y="153782"/>
                      <a:pt x="545625" y="156867"/>
                    </a:cubicBezTo>
                    <a:lnTo>
                      <a:pt x="521953" y="171197"/>
                    </a:lnTo>
                    <a:lnTo>
                      <a:pt x="290929" y="302404"/>
                    </a:lnTo>
                    <a:lnTo>
                      <a:pt x="290929" y="564768"/>
                    </a:lnTo>
                    <a:lnTo>
                      <a:pt x="297001" y="561447"/>
                    </a:lnTo>
                    <a:lnTo>
                      <a:pt x="297001" y="561589"/>
                    </a:lnTo>
                    <a:lnTo>
                      <a:pt x="355730" y="527423"/>
                    </a:lnTo>
                    <a:cubicBezTo>
                      <a:pt x="362893" y="523342"/>
                      <a:pt x="372286" y="525762"/>
                      <a:pt x="376413" y="533070"/>
                    </a:cubicBezTo>
                    <a:cubicBezTo>
                      <a:pt x="380635" y="540283"/>
                      <a:pt x="378216" y="549631"/>
                      <a:pt x="370910" y="553854"/>
                    </a:cubicBezTo>
                    <a:lnTo>
                      <a:pt x="285901" y="603062"/>
                    </a:lnTo>
                    <a:cubicBezTo>
                      <a:pt x="283790" y="604130"/>
                      <a:pt x="281323" y="604960"/>
                      <a:pt x="278269" y="604972"/>
                    </a:cubicBezTo>
                    <a:lnTo>
                      <a:pt x="275022" y="604098"/>
                    </a:lnTo>
                    <a:lnTo>
                      <a:pt x="275017" y="604097"/>
                    </a:lnTo>
                    <a:lnTo>
                      <a:pt x="267115" y="601971"/>
                    </a:lnTo>
                    <a:cubicBezTo>
                      <a:pt x="262704" y="600025"/>
                      <a:pt x="7202" y="445568"/>
                      <a:pt x="7202" y="445568"/>
                    </a:cubicBezTo>
                    <a:cubicBezTo>
                      <a:pt x="2790" y="442863"/>
                      <a:pt x="86" y="437975"/>
                      <a:pt x="86" y="432850"/>
                    </a:cubicBezTo>
                    <a:lnTo>
                      <a:pt x="86" y="154209"/>
                    </a:lnTo>
                    <a:cubicBezTo>
                      <a:pt x="86" y="152691"/>
                      <a:pt x="-1432" y="138550"/>
                      <a:pt x="8293" y="132192"/>
                    </a:cubicBezTo>
                    <a:close/>
                  </a:path>
                </a:pathLst>
              </a:custGeom>
              <a:gradFill>
                <a:gsLst>
                  <a:gs pos="100000">
                    <a:schemeClr val="accent2"/>
                  </a:gs>
                  <a:gs pos="0">
                    <a:schemeClr val="accent1"/>
                  </a:gs>
                </a:gsLst>
                <a:lin ang="27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gradFill>
                    <a:gsLst>
                      <a:gs pos="100000">
                        <a:schemeClr val="accent2"/>
                      </a:gs>
                      <a:gs pos="0">
                        <a:schemeClr val="accent1"/>
                      </a:gs>
                    </a:gsLst>
                    <a:lin ang="2700000" scaled="0"/>
                  </a:gra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58" name="宇神PPT-2-5"/>
              <p:cNvSpPr/>
              <p:nvPr/>
            </p:nvSpPr>
            <p:spPr>
              <a:xfrm>
                <a:off x="7655386" y="3862101"/>
                <a:ext cx="821030" cy="821030"/>
              </a:xfrm>
              <a:prstGeom prst="ellipse">
                <a:avLst/>
              </a:prstGeom>
              <a:noFill/>
              <a:ln w="19050">
                <a:gradFill>
                  <a:gsLst>
                    <a:gs pos="0">
                      <a:schemeClr val="accent1"/>
                    </a:gs>
                    <a:gs pos="100000">
                      <a:schemeClr val="accent2"/>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gradFill>
                    <a:gsLst>
                      <a:gs pos="100000">
                        <a:schemeClr val="accent2"/>
                      </a:gs>
                      <a:gs pos="0">
                        <a:schemeClr val="accent1"/>
                      </a:gs>
                    </a:gsLst>
                    <a:lin ang="2700000" scaled="0"/>
                  </a:gradFill>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anim calcmode="lin" valueType="num">
                                      <p:cBhvr>
                                        <p:cTn id="8" dur="500" fill="hold"/>
                                        <p:tgtEl>
                                          <p:spTgt spid="14"/>
                                        </p:tgtEl>
                                        <p:attrNameLst>
                                          <p:attrName>ppt_x</p:attrName>
                                        </p:attrNameLst>
                                      </p:cBhvr>
                                      <p:tavLst>
                                        <p:tav tm="0">
                                          <p:val>
                                            <p:strVal val="#ppt_x"/>
                                          </p:val>
                                        </p:tav>
                                        <p:tav tm="100000">
                                          <p:val>
                                            <p:strVal val="#ppt_x"/>
                                          </p:val>
                                        </p:tav>
                                      </p:tavLst>
                                    </p:anim>
                                    <p:anim calcmode="lin" valueType="num">
                                      <p:cBhvr>
                                        <p:cTn id="9" dur="500" fill="hold"/>
                                        <p:tgtEl>
                                          <p:spTgt spid="14"/>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anim calcmode="lin" valueType="num">
                                      <p:cBhvr>
                                        <p:cTn id="14" dur="500" fill="hold"/>
                                        <p:tgtEl>
                                          <p:spTgt spid="4"/>
                                        </p:tgtEl>
                                        <p:attrNameLst>
                                          <p:attrName>ppt_x</p:attrName>
                                        </p:attrNameLst>
                                      </p:cBhvr>
                                      <p:tavLst>
                                        <p:tav tm="0">
                                          <p:val>
                                            <p:strVal val="#ppt_x"/>
                                          </p:val>
                                        </p:tav>
                                        <p:tav tm="100000">
                                          <p:val>
                                            <p:strVal val="#ppt_x"/>
                                          </p:val>
                                        </p:tav>
                                      </p:tavLst>
                                    </p:anim>
                                    <p:anim calcmode="lin" valueType="num">
                                      <p:cBhvr>
                                        <p:cTn id="15"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宇神PPT-1" descr="背景图案&#10;&#10;描述已自动生成"/>
          <p:cNvPicPr>
            <a:picLocks noChangeAspect="1"/>
          </p:cNvPicPr>
          <p:nvPr/>
        </p:nvPicPr>
        <p:blipFill>
          <a:blip r:embed="rId1">
            <a:extLst>
              <a:ext uri="{28A0092B-C50C-407E-A947-70E740481C1C}">
                <a14:useLocalDpi xmlns:a14="http://schemas.microsoft.com/office/drawing/2010/main" val="0"/>
              </a:ext>
            </a:extLst>
          </a:blip>
          <a:srcRect b="8108"/>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2" name="宇神PPT-2" hidden="1"/>
          <p:cNvSpPr txBox="1"/>
          <p:nvPr/>
        </p:nvSpPr>
        <p:spPr>
          <a:xfrm>
            <a:off x="10580913" y="-603126"/>
            <a:ext cx="1727200" cy="369332"/>
          </a:xfrm>
          <a:prstGeom prst="rect">
            <a:avLst/>
          </a:prstGeom>
          <a:noFill/>
        </p:spPr>
        <p:txBody>
          <a:bodyPr wrap="square" rtlCol="0">
            <a:spAutoFit/>
          </a:bodyPr>
          <a:lstStyle/>
          <a:p>
            <a:pPr algn="ctr"/>
            <a:r>
              <a:rPr lang="en-US" altLang="zh-CN" dirty="0">
                <a:ln>
                  <a:noFill/>
                </a:ln>
                <a:noFill/>
                <a:cs typeface="思源黑体 CN Bold" panose="020B0800000000000000" charset="-122"/>
              </a:rPr>
              <a:t>By  </a:t>
            </a:r>
            <a:r>
              <a:rPr lang="en-US" altLang="zh-CN" dirty="0" err="1">
                <a:ln>
                  <a:noFill/>
                </a:ln>
                <a:noFill/>
                <a:cs typeface="思源黑体 CN Bold" panose="020B0800000000000000" charset="-122"/>
              </a:rPr>
              <a:t>Yushen</a:t>
            </a:r>
            <a:endParaRPr lang="zh-CN" altLang="en-US" dirty="0">
              <a:ln>
                <a:noFill/>
              </a:ln>
              <a:noFill/>
              <a:cs typeface="思源黑体 CN Bold" panose="020B0800000000000000" charset="-122"/>
            </a:endParaRPr>
          </a:p>
        </p:txBody>
      </p:sp>
      <p:sp>
        <p:nvSpPr>
          <p:cNvPr id="49" name="宇神PPT-3"/>
          <p:cNvSpPr/>
          <p:nvPr/>
        </p:nvSpPr>
        <p:spPr>
          <a:xfrm>
            <a:off x="0" y="0"/>
            <a:ext cx="11231153" cy="6858000"/>
          </a:xfrm>
          <a:custGeom>
            <a:avLst/>
            <a:gdLst>
              <a:gd name="connsiteX0" fmla="*/ 0 w 11231153"/>
              <a:gd name="connsiteY0" fmla="*/ 0 h 6858000"/>
              <a:gd name="connsiteX1" fmla="*/ 11231153 w 11231153"/>
              <a:gd name="connsiteY1" fmla="*/ 0 h 6858000"/>
              <a:gd name="connsiteX2" fmla="*/ 11226154 w 11231153"/>
              <a:gd name="connsiteY2" fmla="*/ 9075 h 6858000"/>
              <a:gd name="connsiteX3" fmla="*/ 11050730 w 11231153"/>
              <a:gd name="connsiteY3" fmla="*/ 332112 h 6858000"/>
              <a:gd name="connsiteX4" fmla="*/ 9334009 w 11231153"/>
              <a:gd name="connsiteY4" fmla="*/ 2230509 h 6858000"/>
              <a:gd name="connsiteX5" fmla="*/ 7538299 w 11231153"/>
              <a:gd name="connsiteY5" fmla="*/ 2883495 h 6858000"/>
              <a:gd name="connsiteX6" fmla="*/ 6337647 w 11231153"/>
              <a:gd name="connsiteY6" fmla="*/ 4616013 h 6858000"/>
              <a:gd name="connsiteX7" fmla="*/ 5605671 w 11231153"/>
              <a:gd name="connsiteY7" fmla="*/ 6738217 h 6858000"/>
              <a:gd name="connsiteX8" fmla="*/ 5550832 w 11231153"/>
              <a:gd name="connsiteY8" fmla="*/ 6858000 h 6858000"/>
              <a:gd name="connsiteX9" fmla="*/ 0 w 11231153"/>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231153" h="6858000">
                <a:moveTo>
                  <a:pt x="0" y="0"/>
                </a:moveTo>
                <a:lnTo>
                  <a:pt x="11231153" y="0"/>
                </a:lnTo>
                <a:lnTo>
                  <a:pt x="11226154" y="9075"/>
                </a:lnTo>
                <a:cubicBezTo>
                  <a:pt x="11167899" y="117193"/>
                  <a:pt x="11109973" y="225475"/>
                  <a:pt x="11050730" y="332112"/>
                </a:cubicBezTo>
                <a:cubicBezTo>
                  <a:pt x="10613651" y="1124646"/>
                  <a:pt x="10065985" y="1875054"/>
                  <a:pt x="9334009" y="2230509"/>
                </a:cubicBezTo>
                <a:cubicBezTo>
                  <a:pt x="8752114" y="2512241"/>
                  <a:pt x="8091231" y="2525406"/>
                  <a:pt x="7538299" y="2883495"/>
                </a:cubicBezTo>
                <a:cubicBezTo>
                  <a:pt x="6980102" y="3246850"/>
                  <a:pt x="6603582" y="3918268"/>
                  <a:pt x="6337647" y="4616013"/>
                </a:cubicBezTo>
                <a:cubicBezTo>
                  <a:pt x="6071715" y="5311127"/>
                  <a:pt x="5895303" y="6056269"/>
                  <a:pt x="5605671" y="6738217"/>
                </a:cubicBezTo>
                <a:lnTo>
                  <a:pt x="5550832" y="6858000"/>
                </a:lnTo>
                <a:lnTo>
                  <a:pt x="0" y="6858000"/>
                </a:lnTo>
                <a:close/>
              </a:path>
            </a:pathLst>
          </a:custGeom>
          <a:solidFill>
            <a:schemeClr val="accent1">
              <a:lumMod val="781"/>
              <a:lumOff val="99219"/>
              <a:alpha val="37000"/>
            </a:schemeClr>
          </a:solidFill>
          <a:ln w="18992" cap="flat">
            <a:noFill/>
            <a:prstDash val="solid"/>
            <a:miter/>
          </a:ln>
        </p:spPr>
        <p:txBody>
          <a:bodyPr rtlCol="0" anchor="ctr"/>
          <a:lstStyle/>
          <a:p>
            <a:endParaRPr lang="zh-CN" altLang="en-US"/>
          </a:p>
        </p:txBody>
      </p:sp>
      <p:sp>
        <p:nvSpPr>
          <p:cNvPr id="51" name="宇神PPT-4"/>
          <p:cNvSpPr/>
          <p:nvPr/>
        </p:nvSpPr>
        <p:spPr>
          <a:xfrm>
            <a:off x="0" y="0"/>
            <a:ext cx="10895187" cy="6858000"/>
          </a:xfrm>
          <a:custGeom>
            <a:avLst/>
            <a:gdLst>
              <a:gd name="connsiteX0" fmla="*/ 0 w 10895187"/>
              <a:gd name="connsiteY0" fmla="*/ 0 h 6858000"/>
              <a:gd name="connsiteX1" fmla="*/ 10895187 w 10895187"/>
              <a:gd name="connsiteY1" fmla="*/ 0 h 6858000"/>
              <a:gd name="connsiteX2" fmla="*/ 10643067 w 10895187"/>
              <a:gd name="connsiteY2" fmla="*/ 226213 h 6858000"/>
              <a:gd name="connsiteX3" fmla="*/ 10079151 w 10895187"/>
              <a:gd name="connsiteY3" fmla="*/ 605942 h 6858000"/>
              <a:gd name="connsiteX4" fmla="*/ 7875325 w 10895187"/>
              <a:gd name="connsiteY4" fmla="*/ 1506430 h 6858000"/>
              <a:gd name="connsiteX5" fmla="*/ 6445601 w 10895187"/>
              <a:gd name="connsiteY5" fmla="*/ 3715523 h 6858000"/>
              <a:gd name="connsiteX6" fmla="*/ 5610938 w 10895187"/>
              <a:gd name="connsiteY6" fmla="*/ 6385391 h 6858000"/>
              <a:gd name="connsiteX7" fmla="*/ 5417166 w 10895187"/>
              <a:gd name="connsiteY7" fmla="*/ 6837157 h 6858000"/>
              <a:gd name="connsiteX8" fmla="*/ 5406856 w 10895187"/>
              <a:gd name="connsiteY8" fmla="*/ 6858000 h 6858000"/>
              <a:gd name="connsiteX9" fmla="*/ 0 w 10895187"/>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95187" h="6858000">
                <a:moveTo>
                  <a:pt x="0" y="0"/>
                </a:moveTo>
                <a:lnTo>
                  <a:pt x="10895187" y="0"/>
                </a:lnTo>
                <a:lnTo>
                  <a:pt x="10643067" y="226213"/>
                </a:lnTo>
                <a:cubicBezTo>
                  <a:pt x="10466203" y="371604"/>
                  <a:pt x="10278601" y="499305"/>
                  <a:pt x="10079151" y="605942"/>
                </a:cubicBezTo>
                <a:cubicBezTo>
                  <a:pt x="9368239" y="985095"/>
                  <a:pt x="8546741" y="1035121"/>
                  <a:pt x="7875325" y="1506430"/>
                </a:cubicBezTo>
                <a:cubicBezTo>
                  <a:pt x="7196008" y="1983004"/>
                  <a:pt x="6751030" y="2838731"/>
                  <a:pt x="6445601" y="3715523"/>
                </a:cubicBezTo>
                <a:cubicBezTo>
                  <a:pt x="6140172" y="4592313"/>
                  <a:pt x="5945330" y="5524397"/>
                  <a:pt x="5610938" y="6385391"/>
                </a:cubicBezTo>
                <a:cubicBezTo>
                  <a:pt x="5551696" y="6536789"/>
                  <a:pt x="5487187" y="6688351"/>
                  <a:pt x="5417166" y="6837157"/>
                </a:cubicBezTo>
                <a:lnTo>
                  <a:pt x="5406856" y="6858000"/>
                </a:lnTo>
                <a:lnTo>
                  <a:pt x="0" y="6858000"/>
                </a:lnTo>
                <a:close/>
              </a:path>
            </a:pathLst>
          </a:custGeom>
          <a:solidFill>
            <a:schemeClr val="accent1">
              <a:lumMod val="781"/>
              <a:lumOff val="99219"/>
              <a:alpha val="60000"/>
            </a:schemeClr>
          </a:solidFill>
          <a:ln w="18992" cap="flat">
            <a:noFill/>
            <a:prstDash val="solid"/>
            <a:miter/>
          </a:ln>
        </p:spPr>
        <p:txBody>
          <a:bodyPr rtlCol="0" anchor="ctr"/>
          <a:lstStyle/>
          <a:p>
            <a:endParaRPr lang="zh-CN" altLang="en-US"/>
          </a:p>
        </p:txBody>
      </p:sp>
      <p:sp>
        <p:nvSpPr>
          <p:cNvPr id="53" name="宇神PPT-5"/>
          <p:cNvSpPr/>
          <p:nvPr/>
        </p:nvSpPr>
        <p:spPr>
          <a:xfrm>
            <a:off x="0" y="0"/>
            <a:ext cx="10502009" cy="6858000"/>
          </a:xfrm>
          <a:custGeom>
            <a:avLst/>
            <a:gdLst>
              <a:gd name="connsiteX0" fmla="*/ 0 w 10502009"/>
              <a:gd name="connsiteY0" fmla="*/ 0 h 6858000"/>
              <a:gd name="connsiteX1" fmla="*/ 10502009 w 10502009"/>
              <a:gd name="connsiteY1" fmla="*/ 0 h 6858000"/>
              <a:gd name="connsiteX2" fmla="*/ 10385526 w 10502009"/>
              <a:gd name="connsiteY2" fmla="*/ 102093 h 6858000"/>
              <a:gd name="connsiteX3" fmla="*/ 9850079 w 10502009"/>
              <a:gd name="connsiteY3" fmla="*/ 466394 h 6858000"/>
              <a:gd name="connsiteX4" fmla="*/ 7454043 w 10502009"/>
              <a:gd name="connsiteY4" fmla="*/ 1503799 h 6858000"/>
              <a:gd name="connsiteX5" fmla="*/ 5924266 w 10502009"/>
              <a:gd name="connsiteY5" fmla="*/ 3955128 h 6858000"/>
              <a:gd name="connsiteX6" fmla="*/ 5178312 w 10502009"/>
              <a:gd name="connsiteY6" fmla="*/ 6539182 h 6858000"/>
              <a:gd name="connsiteX7" fmla="*/ 5066996 w 10502009"/>
              <a:gd name="connsiteY7" fmla="*/ 6858000 h 6858000"/>
              <a:gd name="connsiteX8" fmla="*/ 0 w 10502009"/>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02009" h="6858000">
                <a:moveTo>
                  <a:pt x="0" y="0"/>
                </a:moveTo>
                <a:lnTo>
                  <a:pt x="10502009" y="0"/>
                </a:lnTo>
                <a:lnTo>
                  <a:pt x="10385526" y="102093"/>
                </a:lnTo>
                <a:cubicBezTo>
                  <a:pt x="10216561" y="238968"/>
                  <a:pt x="10038339" y="361074"/>
                  <a:pt x="9850079" y="466394"/>
                </a:cubicBezTo>
                <a:cubicBezTo>
                  <a:pt x="9078608" y="898206"/>
                  <a:pt x="8183386" y="971932"/>
                  <a:pt x="7454043" y="1503799"/>
                </a:cubicBezTo>
                <a:cubicBezTo>
                  <a:pt x="6716802" y="2043565"/>
                  <a:pt x="6245493" y="2988815"/>
                  <a:pt x="5924266" y="3955128"/>
                </a:cubicBezTo>
                <a:cubicBezTo>
                  <a:pt x="5643193" y="4802956"/>
                  <a:pt x="5456867" y="5693118"/>
                  <a:pt x="5178312" y="6539182"/>
                </a:cubicBezTo>
                <a:lnTo>
                  <a:pt x="5066996" y="6858000"/>
                </a:lnTo>
                <a:lnTo>
                  <a:pt x="0" y="6858000"/>
                </a:lnTo>
                <a:close/>
              </a:path>
            </a:pathLst>
          </a:custGeom>
          <a:solidFill>
            <a:schemeClr val="accent1">
              <a:lumMod val="781"/>
              <a:lumOff val="99219"/>
            </a:schemeClr>
          </a:solidFill>
          <a:ln w="18992" cap="flat">
            <a:noFill/>
            <a:prstDash val="solid"/>
            <a:miter/>
          </a:ln>
        </p:spPr>
        <p:txBody>
          <a:bodyPr rtlCol="0" anchor="ctr"/>
          <a:lstStyle/>
          <a:p>
            <a:endParaRPr lang="zh-CN" altLang="en-US" dirty="0"/>
          </a:p>
        </p:txBody>
      </p:sp>
      <p:pic>
        <p:nvPicPr>
          <p:cNvPr id="6" name="宇神PPT-6" descr="图片包含 游戏机, 建筑, 灯光&#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0538" y="2630694"/>
            <a:ext cx="4176461" cy="2633455"/>
          </a:xfrm>
          <a:prstGeom prst="rect">
            <a:avLst/>
          </a:prstGeom>
          <a:effectLst>
            <a:reflection blurRad="6350" stA="77000" endPos="43000" dir="5400000" sy="-100000" algn="bl" rotWithShape="0"/>
          </a:effectLst>
        </p:spPr>
      </p:pic>
      <p:sp>
        <p:nvSpPr>
          <p:cNvPr id="59" name="宇神PPT-9"/>
          <p:cNvSpPr txBox="1"/>
          <p:nvPr/>
        </p:nvSpPr>
        <p:spPr>
          <a:xfrm>
            <a:off x="7397655" y="6184966"/>
            <a:ext cx="4416067" cy="442493"/>
          </a:xfrm>
          <a:prstGeom prst="rect">
            <a:avLst/>
          </a:prstGeom>
          <a:noFill/>
        </p:spPr>
        <p:txBody>
          <a:bodyPr wrap="square">
            <a:spAutoFit/>
          </a:bodyPr>
          <a:lstStyle/>
          <a:p>
            <a:pPr marL="0" marR="0" lvl="0" indent="0" algn="r" defTabSz="914400" rtl="0" eaLnBrk="1" fontAlgn="auto" latinLnBrk="0" hangingPunct="1">
              <a:lnSpc>
                <a:spcPct val="150000"/>
              </a:lnSpc>
              <a:spcBef>
                <a:spcPts val="0"/>
              </a:spcBef>
              <a:spcAft>
                <a:spcPts val="0"/>
              </a:spcAft>
              <a:buClrTx/>
              <a:buSzTx/>
              <a:buFontTx/>
              <a:buNone/>
              <a:defRPr/>
            </a:pPr>
            <a:r>
              <a:rPr kumimoji="0" lang="en-US" altLang="zh-CN" sz="800" b="0" i="0" u="none" strike="noStrike" kern="1200" cap="none" spc="0" normalizeH="0" baseline="0" noProof="0" dirty="0">
                <a:ln>
                  <a:noFill/>
                </a:ln>
                <a:solidFill>
                  <a:schemeClr val="accent1">
                    <a:lumMod val="781"/>
                    <a:lumOff val="99219"/>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PPT TEMPLATE OF LITERATURE NOVEL READING SHARING MEETING</a:t>
            </a:r>
            <a:r>
              <a:rPr kumimoji="0" lang="zh-CN" altLang="en-US" sz="800" b="0" i="0" u="none" strike="noStrike" kern="1200" cap="none" spc="0" normalizeH="0" baseline="0" noProof="0" dirty="0">
                <a:ln>
                  <a:noFill/>
                </a:ln>
                <a:solidFill>
                  <a:schemeClr val="accent1">
                    <a:lumMod val="781"/>
                    <a:lumOff val="99219"/>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a:t>
            </a:r>
            <a:r>
              <a:rPr kumimoji="0" lang="en-US" altLang="zh-CN" sz="800" b="0" i="0" u="none" strike="noStrike" kern="1200" cap="none" spc="0" normalizeH="0" baseline="0" noProof="0" dirty="0">
                <a:ln>
                  <a:noFill/>
                </a:ln>
                <a:solidFill>
                  <a:schemeClr val="accent1">
                    <a:lumMod val="781"/>
                    <a:lumOff val="99219"/>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PPT TEMPLATE OF LITERATURE NOVEL READING SHARING MEETING</a:t>
            </a:r>
            <a:endParaRPr kumimoji="0" lang="zh-CN" altLang="en-US" sz="800" b="0" i="0" u="none" strike="noStrike" kern="1200" cap="none" spc="0" normalizeH="0" baseline="0" noProof="0" dirty="0">
              <a:ln>
                <a:noFill/>
              </a:ln>
              <a:solidFill>
                <a:schemeClr val="accent1">
                  <a:lumMod val="781"/>
                  <a:lumOff val="99219"/>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grpSp>
        <p:nvGrpSpPr>
          <p:cNvPr id="5" name="宇神PPT-10"/>
          <p:cNvGrpSpPr/>
          <p:nvPr/>
        </p:nvGrpSpPr>
        <p:grpSpPr>
          <a:xfrm>
            <a:off x="743799" y="2449701"/>
            <a:ext cx="4477424" cy="1557157"/>
            <a:chOff x="787997" y="2924378"/>
            <a:chExt cx="4477424" cy="1557157"/>
          </a:xfrm>
        </p:grpSpPr>
        <p:grpSp>
          <p:nvGrpSpPr>
            <p:cNvPr id="47" name="组合 46"/>
            <p:cNvGrpSpPr/>
            <p:nvPr/>
          </p:nvGrpSpPr>
          <p:grpSpPr>
            <a:xfrm>
              <a:off x="787997" y="2924378"/>
              <a:ext cx="4477424" cy="1416744"/>
              <a:chOff x="8738261" y="1359842"/>
              <a:chExt cx="2336273" cy="739243"/>
            </a:xfrm>
          </p:grpSpPr>
          <p:sp>
            <p:nvSpPr>
              <p:cNvPr id="54" name="宇神PPT-10-1"/>
              <p:cNvSpPr txBox="1"/>
              <p:nvPr/>
            </p:nvSpPr>
            <p:spPr>
              <a:xfrm>
                <a:off x="8738261" y="1359842"/>
                <a:ext cx="663456" cy="626320"/>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7200" b="0" i="0" u="none" strike="noStrike" kern="120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思源黑体 CN Bold" panose="020B0800000000000000" charset="-122"/>
                  </a:rPr>
                  <a:t>04</a:t>
                </a:r>
                <a:endParaRPr kumimoji="0" lang="zh-CN" altLang="en-US" sz="7200" b="0" i="0" u="none" strike="noStrike" kern="120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55" name="宇神PPT-10-2"/>
              <p:cNvSpPr txBox="1"/>
              <p:nvPr/>
            </p:nvSpPr>
            <p:spPr>
              <a:xfrm>
                <a:off x="8770831" y="1923145"/>
                <a:ext cx="2303703" cy="17594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tx1">
                        <a:lumMod val="50000"/>
                        <a:lumOff val="50000"/>
                      </a:schemeClr>
                    </a:solidFill>
                    <a:uLnTx/>
                    <a:uFillTx/>
                    <a:latin typeface="思源黑体 CN Light" panose="020B0300000000000000" pitchFamily="34" charset="-122"/>
                    <a:ea typeface="思源黑体 CN Light" panose="020B0300000000000000" pitchFamily="34" charset="-122"/>
                    <a:cs typeface="+mn-ea"/>
                    <a:sym typeface="+mn-lt"/>
                  </a:rPr>
                  <a:t>FAMOUS QUOTES</a:t>
                </a:r>
                <a:endParaRPr kumimoji="0" lang="en-US" altLang="zh-CN" sz="1600" b="0" i="0" u="none" strike="noStrike" kern="1200" cap="none" spc="0" normalizeH="0" baseline="0" noProof="0" dirty="0">
                  <a:ln>
                    <a:noFill/>
                  </a:ln>
                  <a:solidFill>
                    <a:schemeClr val="tx1">
                      <a:lumMod val="50000"/>
                      <a:lumOff val="50000"/>
                    </a:schemeClr>
                  </a:solidFill>
                  <a:uLnTx/>
                  <a:uFillTx/>
                  <a:latin typeface="思源黑体 CN Light" panose="020B0300000000000000" pitchFamily="34" charset="-122"/>
                  <a:ea typeface="思源黑体 CN Light" panose="020B0300000000000000" pitchFamily="34" charset="-122"/>
                  <a:cs typeface="+mn-ea"/>
                  <a:sym typeface="+mn-lt"/>
                </a:endParaRPr>
              </a:p>
            </p:txBody>
          </p:sp>
          <p:sp>
            <p:nvSpPr>
              <p:cNvPr id="56" name="宇神PPT-10-3"/>
              <p:cNvSpPr txBox="1"/>
              <p:nvPr/>
            </p:nvSpPr>
            <p:spPr>
              <a:xfrm>
                <a:off x="9511685" y="1515794"/>
                <a:ext cx="1261729" cy="400918"/>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4400" b="0" i="0" u="none" strike="noStrike" kern="120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mn-ea"/>
                    <a:sym typeface="+mn-lt"/>
                  </a:rPr>
                  <a:t>名人名言</a:t>
                </a:r>
                <a:endParaRPr kumimoji="0" lang="zh-CN" altLang="en-US" sz="4400" b="0" i="0" u="none" strike="noStrike" kern="120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mn-ea"/>
                  <a:sym typeface="+mn-lt"/>
                </a:endParaRPr>
              </a:p>
            </p:txBody>
          </p:sp>
        </p:grpSp>
        <p:sp>
          <p:nvSpPr>
            <p:cNvPr id="67" name="宇神PPT-10-4"/>
            <p:cNvSpPr/>
            <p:nvPr/>
          </p:nvSpPr>
          <p:spPr>
            <a:xfrm>
              <a:off x="924682" y="4435816"/>
              <a:ext cx="4248000" cy="45719"/>
            </a:xfrm>
            <a:custGeom>
              <a:avLst/>
              <a:gdLst>
                <a:gd name="connsiteX0" fmla="*/ 0 w 4686857"/>
                <a:gd name="connsiteY0" fmla="*/ 0 h 20571"/>
                <a:gd name="connsiteX1" fmla="*/ 4686857 w 4686857"/>
                <a:gd name="connsiteY1" fmla="*/ 0 h 20571"/>
                <a:gd name="connsiteX2" fmla="*/ 4686857 w 4686857"/>
                <a:gd name="connsiteY2" fmla="*/ 20571 h 20571"/>
                <a:gd name="connsiteX3" fmla="*/ 0 w 4686857"/>
                <a:gd name="connsiteY3" fmla="*/ 20571 h 20571"/>
              </a:gdLst>
              <a:ahLst/>
              <a:cxnLst>
                <a:cxn ang="0">
                  <a:pos x="connsiteX0" y="connsiteY0"/>
                </a:cxn>
                <a:cxn ang="0">
                  <a:pos x="connsiteX1" y="connsiteY1"/>
                </a:cxn>
                <a:cxn ang="0">
                  <a:pos x="connsiteX2" y="connsiteY2"/>
                </a:cxn>
                <a:cxn ang="0">
                  <a:pos x="connsiteX3" y="connsiteY3"/>
                </a:cxn>
              </a:cxnLst>
              <a:rect l="l" t="t" r="r" b="b"/>
              <a:pathLst>
                <a:path w="4686857" h="20571">
                  <a:moveTo>
                    <a:pt x="0" y="0"/>
                  </a:moveTo>
                  <a:lnTo>
                    <a:pt x="4686857" y="0"/>
                  </a:lnTo>
                  <a:lnTo>
                    <a:pt x="4686857" y="20571"/>
                  </a:lnTo>
                  <a:lnTo>
                    <a:pt x="0" y="20571"/>
                  </a:lnTo>
                  <a:close/>
                </a:path>
              </a:pathLst>
            </a:custGeom>
            <a:solidFill>
              <a:schemeClr val="tx1">
                <a:lumMod val="50000"/>
                <a:lumOff val="50000"/>
              </a:schemeClr>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lumMod val="50000"/>
                    <a:lumOff val="50000"/>
                  </a:schemeClr>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grpSp>
      <p:grpSp>
        <p:nvGrpSpPr>
          <p:cNvPr id="33" name="宇神PPT-11"/>
          <p:cNvGrpSpPr/>
          <p:nvPr/>
        </p:nvGrpSpPr>
        <p:grpSpPr>
          <a:xfrm>
            <a:off x="4951480" y="1968872"/>
            <a:ext cx="821030" cy="821030"/>
            <a:chOff x="7655386" y="5057831"/>
            <a:chExt cx="821030" cy="821030"/>
          </a:xfrm>
        </p:grpSpPr>
        <p:sp>
          <p:nvSpPr>
            <p:cNvPr id="34" name="宇神PPT-11-1"/>
            <p:cNvSpPr/>
            <p:nvPr/>
          </p:nvSpPr>
          <p:spPr>
            <a:xfrm>
              <a:off x="7862865" y="5236033"/>
              <a:ext cx="406072" cy="464626"/>
            </a:xfrm>
            <a:custGeom>
              <a:avLst/>
              <a:gdLst>
                <a:gd name="T0" fmla="*/ 8103 w 8408"/>
                <a:gd name="T1" fmla="*/ 1397 h 9620"/>
                <a:gd name="T2" fmla="*/ 4300 w 8408"/>
                <a:gd name="T3" fmla="*/ 40 h 9620"/>
                <a:gd name="T4" fmla="*/ 4071 w 8408"/>
                <a:gd name="T5" fmla="*/ 40 h 9620"/>
                <a:gd name="T6" fmla="*/ 266 w 8408"/>
                <a:gd name="T7" fmla="*/ 1399 h 9620"/>
                <a:gd name="T8" fmla="*/ 0 w 8408"/>
                <a:gd name="T9" fmla="*/ 1797 h 9620"/>
                <a:gd name="T10" fmla="*/ 0 w 8408"/>
                <a:gd name="T11" fmla="*/ 4550 h 9620"/>
                <a:gd name="T12" fmla="*/ 305 w 8408"/>
                <a:gd name="T13" fmla="*/ 6146 h 9620"/>
                <a:gd name="T14" fmla="*/ 3120 w 8408"/>
                <a:gd name="T15" fmla="*/ 8980 h 9620"/>
                <a:gd name="T16" fmla="*/ 3995 w 8408"/>
                <a:gd name="T17" fmla="*/ 9539 h 9620"/>
                <a:gd name="T18" fmla="*/ 4223 w 8408"/>
                <a:gd name="T19" fmla="*/ 9620 h 9620"/>
                <a:gd name="T20" fmla="*/ 4413 w 8408"/>
                <a:gd name="T21" fmla="*/ 9539 h 9620"/>
                <a:gd name="T22" fmla="*/ 5288 w 8408"/>
                <a:gd name="T23" fmla="*/ 8980 h 9620"/>
                <a:gd name="T24" fmla="*/ 8103 w 8408"/>
                <a:gd name="T25" fmla="*/ 6146 h 9620"/>
                <a:gd name="T26" fmla="*/ 8408 w 8408"/>
                <a:gd name="T27" fmla="*/ 4550 h 9620"/>
                <a:gd name="T28" fmla="*/ 8408 w 8408"/>
                <a:gd name="T29" fmla="*/ 1795 h 9620"/>
                <a:gd name="T30" fmla="*/ 8103 w 8408"/>
                <a:gd name="T31" fmla="*/ 1397 h 9620"/>
                <a:gd name="T32" fmla="*/ 7848 w 8408"/>
                <a:gd name="T33" fmla="*/ 4537 h 9620"/>
                <a:gd name="T34" fmla="*/ 7605 w 8408"/>
                <a:gd name="T35" fmla="*/ 5948 h 9620"/>
                <a:gd name="T36" fmla="*/ 4934 w 8408"/>
                <a:gd name="T37" fmla="*/ 8554 h 9620"/>
                <a:gd name="T38" fmla="*/ 4206 w 8408"/>
                <a:gd name="T39" fmla="*/ 9024 h 9620"/>
                <a:gd name="T40" fmla="*/ 3477 w 8408"/>
                <a:gd name="T41" fmla="*/ 8554 h 9620"/>
                <a:gd name="T42" fmla="*/ 806 w 8408"/>
                <a:gd name="T43" fmla="*/ 5948 h 9620"/>
                <a:gd name="T44" fmla="*/ 563 w 8408"/>
                <a:gd name="T45" fmla="*/ 4537 h 9620"/>
                <a:gd name="T46" fmla="*/ 563 w 8408"/>
                <a:gd name="T47" fmla="*/ 1887 h 9620"/>
                <a:gd name="T48" fmla="*/ 4206 w 8408"/>
                <a:gd name="T49" fmla="*/ 607 h 9620"/>
                <a:gd name="T50" fmla="*/ 7848 w 8408"/>
                <a:gd name="T51" fmla="*/ 1887 h 9620"/>
                <a:gd name="T52" fmla="*/ 7848 w 8408"/>
                <a:gd name="T53" fmla="*/ 4537 h 9620"/>
                <a:gd name="T54" fmla="*/ 1123 w 8408"/>
                <a:gd name="T55" fmla="*/ 4573 h 9620"/>
                <a:gd name="T56" fmla="*/ 1329 w 8408"/>
                <a:gd name="T57" fmla="*/ 5781 h 9620"/>
                <a:gd name="T58" fmla="*/ 3589 w 8408"/>
                <a:gd name="T59" fmla="*/ 8013 h 9620"/>
                <a:gd name="T60" fmla="*/ 4205 w 8408"/>
                <a:gd name="T61" fmla="*/ 8415 h 9620"/>
                <a:gd name="T62" fmla="*/ 4205 w 8408"/>
                <a:gd name="T63" fmla="*/ 1208 h 9620"/>
                <a:gd name="T64" fmla="*/ 1123 w 8408"/>
                <a:gd name="T65" fmla="*/ 2304 h 9620"/>
                <a:gd name="T66" fmla="*/ 1123 w 8408"/>
                <a:gd name="T67" fmla="*/ 4573 h 9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408" h="9620">
                  <a:moveTo>
                    <a:pt x="8103" y="1397"/>
                  </a:moveTo>
                  <a:lnTo>
                    <a:pt x="4300" y="40"/>
                  </a:lnTo>
                  <a:cubicBezTo>
                    <a:pt x="4223" y="0"/>
                    <a:pt x="4148" y="0"/>
                    <a:pt x="4071" y="40"/>
                  </a:cubicBezTo>
                  <a:lnTo>
                    <a:pt x="266" y="1399"/>
                  </a:lnTo>
                  <a:cubicBezTo>
                    <a:pt x="113" y="1477"/>
                    <a:pt x="0" y="1638"/>
                    <a:pt x="0" y="1797"/>
                  </a:cubicBezTo>
                  <a:lnTo>
                    <a:pt x="0" y="4550"/>
                  </a:lnTo>
                  <a:cubicBezTo>
                    <a:pt x="0" y="5108"/>
                    <a:pt x="115" y="5667"/>
                    <a:pt x="305" y="6146"/>
                  </a:cubicBezTo>
                  <a:cubicBezTo>
                    <a:pt x="838" y="7543"/>
                    <a:pt x="2017" y="8261"/>
                    <a:pt x="3120" y="8980"/>
                  </a:cubicBezTo>
                  <a:cubicBezTo>
                    <a:pt x="3425" y="9141"/>
                    <a:pt x="3728" y="9340"/>
                    <a:pt x="3995" y="9539"/>
                  </a:cubicBezTo>
                  <a:cubicBezTo>
                    <a:pt x="4071" y="9580"/>
                    <a:pt x="4147" y="9620"/>
                    <a:pt x="4223" y="9620"/>
                  </a:cubicBezTo>
                  <a:cubicBezTo>
                    <a:pt x="4300" y="9620"/>
                    <a:pt x="4375" y="9580"/>
                    <a:pt x="4413" y="9539"/>
                  </a:cubicBezTo>
                  <a:cubicBezTo>
                    <a:pt x="4718" y="9338"/>
                    <a:pt x="4983" y="9179"/>
                    <a:pt x="5288" y="8980"/>
                  </a:cubicBezTo>
                  <a:cubicBezTo>
                    <a:pt x="6391" y="8261"/>
                    <a:pt x="7570" y="7543"/>
                    <a:pt x="8103" y="6146"/>
                  </a:cubicBezTo>
                  <a:cubicBezTo>
                    <a:pt x="8295" y="5667"/>
                    <a:pt x="8408" y="5150"/>
                    <a:pt x="8408" y="4550"/>
                  </a:cubicBezTo>
                  <a:lnTo>
                    <a:pt x="8408" y="1795"/>
                  </a:lnTo>
                  <a:cubicBezTo>
                    <a:pt x="8408" y="1636"/>
                    <a:pt x="8293" y="1477"/>
                    <a:pt x="8103" y="1397"/>
                  </a:cubicBezTo>
                  <a:close/>
                  <a:moveTo>
                    <a:pt x="7848" y="4537"/>
                  </a:moveTo>
                  <a:cubicBezTo>
                    <a:pt x="7848" y="5049"/>
                    <a:pt x="7766" y="5521"/>
                    <a:pt x="7605" y="5948"/>
                  </a:cubicBezTo>
                  <a:cubicBezTo>
                    <a:pt x="7120" y="7144"/>
                    <a:pt x="6067" y="7827"/>
                    <a:pt x="4934" y="8554"/>
                  </a:cubicBezTo>
                  <a:cubicBezTo>
                    <a:pt x="4691" y="8725"/>
                    <a:pt x="4449" y="8854"/>
                    <a:pt x="4206" y="9024"/>
                  </a:cubicBezTo>
                  <a:cubicBezTo>
                    <a:pt x="3963" y="8854"/>
                    <a:pt x="3720" y="8725"/>
                    <a:pt x="3477" y="8554"/>
                  </a:cubicBezTo>
                  <a:cubicBezTo>
                    <a:pt x="2345" y="7872"/>
                    <a:pt x="1292" y="7187"/>
                    <a:pt x="806" y="5948"/>
                  </a:cubicBezTo>
                  <a:cubicBezTo>
                    <a:pt x="645" y="5519"/>
                    <a:pt x="563" y="5049"/>
                    <a:pt x="563" y="4537"/>
                  </a:cubicBezTo>
                  <a:lnTo>
                    <a:pt x="563" y="1887"/>
                  </a:lnTo>
                  <a:lnTo>
                    <a:pt x="4206" y="607"/>
                  </a:lnTo>
                  <a:lnTo>
                    <a:pt x="7848" y="1887"/>
                  </a:lnTo>
                  <a:lnTo>
                    <a:pt x="7848" y="4537"/>
                  </a:lnTo>
                  <a:close/>
                  <a:moveTo>
                    <a:pt x="1123" y="4573"/>
                  </a:moveTo>
                  <a:cubicBezTo>
                    <a:pt x="1123" y="5012"/>
                    <a:pt x="1192" y="5414"/>
                    <a:pt x="1329" y="5781"/>
                  </a:cubicBezTo>
                  <a:cubicBezTo>
                    <a:pt x="1740" y="6842"/>
                    <a:pt x="2631" y="7428"/>
                    <a:pt x="3589" y="8013"/>
                  </a:cubicBezTo>
                  <a:cubicBezTo>
                    <a:pt x="3795" y="8159"/>
                    <a:pt x="4000" y="8269"/>
                    <a:pt x="4205" y="8415"/>
                  </a:cubicBezTo>
                  <a:lnTo>
                    <a:pt x="4205" y="1208"/>
                  </a:lnTo>
                  <a:lnTo>
                    <a:pt x="1123" y="2304"/>
                  </a:lnTo>
                  <a:lnTo>
                    <a:pt x="1123" y="4573"/>
                  </a:lnTo>
                  <a:close/>
                </a:path>
              </a:pathLst>
            </a:custGeom>
            <a:solidFill>
              <a:schemeClr val="tx1">
                <a:lumMod val="50000"/>
                <a:lumOff val="5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gradFill>
                  <a:gsLst>
                    <a:gs pos="100000">
                      <a:srgbClr val="8C127D"/>
                    </a:gs>
                    <a:gs pos="0">
                      <a:srgbClr val="E56758"/>
                    </a:gs>
                  </a:gsLst>
                  <a:lin ang="2700000" scaled="0"/>
                </a:gra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35" name="宇神PPT-11-2"/>
            <p:cNvSpPr/>
            <p:nvPr/>
          </p:nvSpPr>
          <p:spPr>
            <a:xfrm>
              <a:off x="7655386" y="5057831"/>
              <a:ext cx="821030" cy="821030"/>
            </a:xfrm>
            <a:prstGeom prst="ellipse">
              <a:avLst/>
            </a:prstGeom>
            <a:noFill/>
            <a:ln w="19050" cap="flat" cmpd="sng" algn="ctr">
              <a:solidFill>
                <a:schemeClr val="tx1">
                  <a:lumMod val="50000"/>
                  <a:lumOff val="5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3" name="宇神PPT-12"/>
          <p:cNvGrpSpPr/>
          <p:nvPr/>
        </p:nvGrpSpPr>
        <p:grpSpPr>
          <a:xfrm>
            <a:off x="412079" y="6315846"/>
            <a:ext cx="1220258" cy="225097"/>
            <a:chOff x="9669291" y="6232264"/>
            <a:chExt cx="1850151" cy="341291"/>
          </a:xfrm>
        </p:grpSpPr>
        <p:sp>
          <p:nvSpPr>
            <p:cNvPr id="4" name="宇神PPT-12-1"/>
            <p:cNvSpPr/>
            <p:nvPr/>
          </p:nvSpPr>
          <p:spPr>
            <a:xfrm>
              <a:off x="9669291" y="6232264"/>
              <a:ext cx="341292" cy="341291"/>
            </a:xfrm>
            <a:prstGeom prst="ellipse">
              <a:avLst/>
            </a:prstGeom>
            <a:solidFill>
              <a:schemeClr val="accent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7" name="宇神PPT-12-2"/>
            <p:cNvSpPr/>
            <p:nvPr/>
          </p:nvSpPr>
          <p:spPr>
            <a:xfrm>
              <a:off x="9762216" y="6299289"/>
              <a:ext cx="155442" cy="207241"/>
            </a:xfrm>
            <a:custGeom>
              <a:avLst/>
              <a:gdLst>
                <a:gd name="T0" fmla="*/ 648 w 7770"/>
                <a:gd name="T1" fmla="*/ 0 h 10360"/>
                <a:gd name="T2" fmla="*/ 7123 w 7770"/>
                <a:gd name="T3" fmla="*/ 0 h 10360"/>
                <a:gd name="T4" fmla="*/ 7770 w 7770"/>
                <a:gd name="T5" fmla="*/ 647 h 10360"/>
                <a:gd name="T6" fmla="*/ 7770 w 7770"/>
                <a:gd name="T7" fmla="*/ 9712 h 10360"/>
                <a:gd name="T8" fmla="*/ 7123 w 7770"/>
                <a:gd name="T9" fmla="*/ 10360 h 10360"/>
                <a:gd name="T10" fmla="*/ 648 w 7770"/>
                <a:gd name="T11" fmla="*/ 10360 h 10360"/>
                <a:gd name="T12" fmla="*/ 0 w 7770"/>
                <a:gd name="T13" fmla="*/ 9712 h 10360"/>
                <a:gd name="T14" fmla="*/ 0 w 7770"/>
                <a:gd name="T15" fmla="*/ 647 h 10360"/>
                <a:gd name="T16" fmla="*/ 648 w 7770"/>
                <a:gd name="T17" fmla="*/ 0 h 10360"/>
                <a:gd name="T18" fmla="*/ 1295 w 7770"/>
                <a:gd name="T19" fmla="*/ 1293 h 10360"/>
                <a:gd name="T20" fmla="*/ 1295 w 7770"/>
                <a:gd name="T21" fmla="*/ 8416 h 10360"/>
                <a:gd name="T22" fmla="*/ 6475 w 7770"/>
                <a:gd name="T23" fmla="*/ 8416 h 10360"/>
                <a:gd name="T24" fmla="*/ 6475 w 7770"/>
                <a:gd name="T25" fmla="*/ 1293 h 10360"/>
                <a:gd name="T26" fmla="*/ 1295 w 7770"/>
                <a:gd name="T27" fmla="*/ 1293 h 10360"/>
                <a:gd name="T28" fmla="*/ 3890 w 7770"/>
                <a:gd name="T29" fmla="*/ 8902 h 10360"/>
                <a:gd name="T30" fmla="*/ 3405 w 7770"/>
                <a:gd name="T31" fmla="*/ 9387 h 10360"/>
                <a:gd name="T32" fmla="*/ 3890 w 7770"/>
                <a:gd name="T33" fmla="*/ 9872 h 10360"/>
                <a:gd name="T34" fmla="*/ 4375 w 7770"/>
                <a:gd name="T35" fmla="*/ 9387 h 10360"/>
                <a:gd name="T36" fmla="*/ 3890 w 7770"/>
                <a:gd name="T37" fmla="*/ 8902 h 10360"/>
                <a:gd name="T38" fmla="*/ 3413 w 7770"/>
                <a:gd name="T39" fmla="*/ 5486 h 10360"/>
                <a:gd name="T40" fmla="*/ 5026 w 7770"/>
                <a:gd name="T41" fmla="*/ 3825 h 10360"/>
                <a:gd name="T42" fmla="*/ 5683 w 7770"/>
                <a:gd name="T43" fmla="*/ 3815 h 10360"/>
                <a:gd name="T44" fmla="*/ 5688 w 7770"/>
                <a:gd name="T45" fmla="*/ 3820 h 10360"/>
                <a:gd name="T46" fmla="*/ 5692 w 7770"/>
                <a:gd name="T47" fmla="*/ 4491 h 10360"/>
                <a:gd name="T48" fmla="*/ 3769 w 7770"/>
                <a:gd name="T49" fmla="*/ 6472 h 10360"/>
                <a:gd name="T50" fmla="*/ 3636 w 7770"/>
                <a:gd name="T51" fmla="*/ 6567 h 10360"/>
                <a:gd name="T52" fmla="*/ 3081 w 7770"/>
                <a:gd name="T53" fmla="*/ 6485 h 10360"/>
                <a:gd name="T54" fmla="*/ 2081 w 7770"/>
                <a:gd name="T55" fmla="*/ 5486 h 10360"/>
                <a:gd name="T56" fmla="*/ 2103 w 7770"/>
                <a:gd name="T57" fmla="*/ 4820 h 10360"/>
                <a:gd name="T58" fmla="*/ 2748 w 7770"/>
                <a:gd name="T59" fmla="*/ 4820 h 10360"/>
                <a:gd name="T60" fmla="*/ 3413 w 7770"/>
                <a:gd name="T61" fmla="*/ 5486 h 10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70" h="10360">
                  <a:moveTo>
                    <a:pt x="648" y="0"/>
                  </a:moveTo>
                  <a:lnTo>
                    <a:pt x="7123" y="0"/>
                  </a:lnTo>
                  <a:cubicBezTo>
                    <a:pt x="7480" y="0"/>
                    <a:pt x="7770" y="290"/>
                    <a:pt x="7770" y="647"/>
                  </a:cubicBezTo>
                  <a:lnTo>
                    <a:pt x="7770" y="9712"/>
                  </a:lnTo>
                  <a:cubicBezTo>
                    <a:pt x="7770" y="10070"/>
                    <a:pt x="7480" y="10360"/>
                    <a:pt x="7123" y="10360"/>
                  </a:cubicBezTo>
                  <a:lnTo>
                    <a:pt x="648" y="10360"/>
                  </a:lnTo>
                  <a:cubicBezTo>
                    <a:pt x="290" y="10360"/>
                    <a:pt x="0" y="10070"/>
                    <a:pt x="0" y="9712"/>
                  </a:cubicBezTo>
                  <a:lnTo>
                    <a:pt x="0" y="647"/>
                  </a:lnTo>
                  <a:cubicBezTo>
                    <a:pt x="0" y="288"/>
                    <a:pt x="290" y="0"/>
                    <a:pt x="648" y="0"/>
                  </a:cubicBezTo>
                  <a:close/>
                  <a:moveTo>
                    <a:pt x="1295" y="1293"/>
                  </a:moveTo>
                  <a:lnTo>
                    <a:pt x="1295" y="8416"/>
                  </a:lnTo>
                  <a:lnTo>
                    <a:pt x="6475" y="8416"/>
                  </a:lnTo>
                  <a:lnTo>
                    <a:pt x="6475" y="1293"/>
                  </a:lnTo>
                  <a:lnTo>
                    <a:pt x="1295" y="1293"/>
                  </a:lnTo>
                  <a:close/>
                  <a:moveTo>
                    <a:pt x="3890" y="8902"/>
                  </a:moveTo>
                  <a:cubicBezTo>
                    <a:pt x="3621" y="8902"/>
                    <a:pt x="3405" y="9120"/>
                    <a:pt x="3405" y="9387"/>
                  </a:cubicBezTo>
                  <a:cubicBezTo>
                    <a:pt x="3405" y="9656"/>
                    <a:pt x="3622" y="9872"/>
                    <a:pt x="3890" y="9872"/>
                  </a:cubicBezTo>
                  <a:cubicBezTo>
                    <a:pt x="4157" y="9872"/>
                    <a:pt x="4375" y="9655"/>
                    <a:pt x="4375" y="9387"/>
                  </a:cubicBezTo>
                  <a:cubicBezTo>
                    <a:pt x="4376" y="9120"/>
                    <a:pt x="4159" y="8902"/>
                    <a:pt x="3890" y="8902"/>
                  </a:cubicBezTo>
                  <a:close/>
                  <a:moveTo>
                    <a:pt x="3413" y="5486"/>
                  </a:moveTo>
                  <a:lnTo>
                    <a:pt x="5026" y="3825"/>
                  </a:lnTo>
                  <a:cubicBezTo>
                    <a:pt x="5205" y="3641"/>
                    <a:pt x="5499" y="3636"/>
                    <a:pt x="5683" y="3815"/>
                  </a:cubicBezTo>
                  <a:lnTo>
                    <a:pt x="5688" y="3820"/>
                  </a:lnTo>
                  <a:cubicBezTo>
                    <a:pt x="5872" y="4005"/>
                    <a:pt x="5874" y="4303"/>
                    <a:pt x="5692" y="4491"/>
                  </a:cubicBezTo>
                  <a:lnTo>
                    <a:pt x="3769" y="6472"/>
                  </a:lnTo>
                  <a:cubicBezTo>
                    <a:pt x="3730" y="6511"/>
                    <a:pt x="3685" y="6543"/>
                    <a:pt x="3636" y="6567"/>
                  </a:cubicBezTo>
                  <a:cubicBezTo>
                    <a:pt x="3453" y="6665"/>
                    <a:pt x="3228" y="6631"/>
                    <a:pt x="3081" y="6485"/>
                  </a:cubicBezTo>
                  <a:lnTo>
                    <a:pt x="2081" y="5486"/>
                  </a:lnTo>
                  <a:cubicBezTo>
                    <a:pt x="1904" y="5296"/>
                    <a:pt x="1913" y="4997"/>
                    <a:pt x="2103" y="4820"/>
                  </a:cubicBezTo>
                  <a:cubicBezTo>
                    <a:pt x="2284" y="4650"/>
                    <a:pt x="2566" y="4650"/>
                    <a:pt x="2748" y="4820"/>
                  </a:cubicBezTo>
                  <a:lnTo>
                    <a:pt x="3413" y="5486"/>
                  </a:lnTo>
                  <a:close/>
                </a:path>
              </a:pathLst>
            </a:custGeom>
            <a:solidFill>
              <a:schemeClr val="accent1">
                <a:lumMod val="781"/>
                <a:lumOff val="99219"/>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8" name="宇神PPT-12-3"/>
            <p:cNvSpPr/>
            <p:nvPr/>
          </p:nvSpPr>
          <p:spPr>
            <a:xfrm>
              <a:off x="10172244" y="6232264"/>
              <a:ext cx="341292" cy="341291"/>
            </a:xfrm>
            <a:prstGeom prst="ellipse">
              <a:avLst/>
            </a:prstGeom>
            <a:solidFill>
              <a:schemeClr val="accent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9" name="宇神PPT-12-4"/>
            <p:cNvSpPr/>
            <p:nvPr/>
          </p:nvSpPr>
          <p:spPr>
            <a:xfrm>
              <a:off x="10239257" y="6299407"/>
              <a:ext cx="207242" cy="207004"/>
            </a:xfrm>
            <a:custGeom>
              <a:avLst/>
              <a:gdLst>
                <a:gd name="T0" fmla="*/ 10906 w 12797"/>
                <a:gd name="T1" fmla="*/ 1875 h 12781"/>
                <a:gd name="T2" fmla="*/ 6391 w 12797"/>
                <a:gd name="T3" fmla="*/ 0 h 12781"/>
                <a:gd name="T4" fmla="*/ 1875 w 12797"/>
                <a:gd name="T5" fmla="*/ 1875 h 12781"/>
                <a:gd name="T6" fmla="*/ 1234 w 12797"/>
                <a:gd name="T7" fmla="*/ 2625 h 12781"/>
                <a:gd name="T8" fmla="*/ 0 w 12797"/>
                <a:gd name="T9" fmla="*/ 6391 h 12781"/>
                <a:gd name="T10" fmla="*/ 1875 w 12797"/>
                <a:gd name="T11" fmla="*/ 10906 h 12781"/>
                <a:gd name="T12" fmla="*/ 6391 w 12797"/>
                <a:gd name="T13" fmla="*/ 12781 h 12781"/>
                <a:gd name="T14" fmla="*/ 10906 w 12797"/>
                <a:gd name="T15" fmla="*/ 10906 h 12781"/>
                <a:gd name="T16" fmla="*/ 12781 w 12797"/>
                <a:gd name="T17" fmla="*/ 6391 h 12781"/>
                <a:gd name="T18" fmla="*/ 11219 w 12797"/>
                <a:gd name="T19" fmla="*/ 9484 h 12781"/>
                <a:gd name="T20" fmla="*/ 9906 w 12797"/>
                <a:gd name="T21" fmla="*/ 6719 h 12781"/>
                <a:gd name="T22" fmla="*/ 11219 w 12797"/>
                <a:gd name="T23" fmla="*/ 9484 h 12781"/>
                <a:gd name="T24" fmla="*/ 2891 w 12797"/>
                <a:gd name="T25" fmla="*/ 6734 h 12781"/>
                <a:gd name="T26" fmla="*/ 1578 w 12797"/>
                <a:gd name="T27" fmla="*/ 9500 h 12781"/>
                <a:gd name="T28" fmla="*/ 1609 w 12797"/>
                <a:gd name="T29" fmla="*/ 3250 h 12781"/>
                <a:gd name="T30" fmla="*/ 2891 w 12797"/>
                <a:gd name="T31" fmla="*/ 6063 h 12781"/>
                <a:gd name="T32" fmla="*/ 1609 w 12797"/>
                <a:gd name="T33" fmla="*/ 3250 h 12781"/>
                <a:gd name="T34" fmla="*/ 3563 w 12797"/>
                <a:gd name="T35" fmla="*/ 6063 h 12781"/>
                <a:gd name="T36" fmla="*/ 6063 w 12797"/>
                <a:gd name="T37" fmla="*/ 4203 h 12781"/>
                <a:gd name="T38" fmla="*/ 6063 w 12797"/>
                <a:gd name="T39" fmla="*/ 6734 h 12781"/>
                <a:gd name="T40" fmla="*/ 3813 w 12797"/>
                <a:gd name="T41" fmla="*/ 8750 h 12781"/>
                <a:gd name="T42" fmla="*/ 6063 w 12797"/>
                <a:gd name="T43" fmla="*/ 6734 h 12781"/>
                <a:gd name="T44" fmla="*/ 9234 w 12797"/>
                <a:gd name="T45" fmla="*/ 6734 h 12781"/>
                <a:gd name="T46" fmla="*/ 6734 w 12797"/>
                <a:gd name="T47" fmla="*/ 8516 h 12781"/>
                <a:gd name="T48" fmla="*/ 6734 w 12797"/>
                <a:gd name="T49" fmla="*/ 6063 h 12781"/>
                <a:gd name="T50" fmla="*/ 8969 w 12797"/>
                <a:gd name="T51" fmla="*/ 3969 h 12781"/>
                <a:gd name="T52" fmla="*/ 6734 w 12797"/>
                <a:gd name="T53" fmla="*/ 6063 h 12781"/>
                <a:gd name="T54" fmla="*/ 6734 w 12797"/>
                <a:gd name="T55" fmla="*/ 719 h 12781"/>
                <a:gd name="T56" fmla="*/ 8344 w 12797"/>
                <a:gd name="T57" fmla="*/ 2266 h 12781"/>
                <a:gd name="T58" fmla="*/ 6734 w 12797"/>
                <a:gd name="T59" fmla="*/ 3531 h 12781"/>
                <a:gd name="T60" fmla="*/ 6063 w 12797"/>
                <a:gd name="T61" fmla="*/ 719 h 12781"/>
                <a:gd name="T62" fmla="*/ 4016 w 12797"/>
                <a:gd name="T63" fmla="*/ 3313 h 12781"/>
                <a:gd name="T64" fmla="*/ 5375 w 12797"/>
                <a:gd name="T65" fmla="*/ 1078 h 12781"/>
                <a:gd name="T66" fmla="*/ 6063 w 12797"/>
                <a:gd name="T67" fmla="*/ 12078 h 12781"/>
                <a:gd name="T68" fmla="*/ 4453 w 12797"/>
                <a:gd name="T69" fmla="*/ 10531 h 12781"/>
                <a:gd name="T70" fmla="*/ 6063 w 12797"/>
                <a:gd name="T71" fmla="*/ 9188 h 12781"/>
                <a:gd name="T72" fmla="*/ 6734 w 12797"/>
                <a:gd name="T73" fmla="*/ 12078 h 12781"/>
                <a:gd name="T74" fmla="*/ 8797 w 12797"/>
                <a:gd name="T75" fmla="*/ 9406 h 12781"/>
                <a:gd name="T76" fmla="*/ 7422 w 12797"/>
                <a:gd name="T77" fmla="*/ 11719 h 12781"/>
                <a:gd name="T78" fmla="*/ 9625 w 12797"/>
                <a:gd name="T79" fmla="*/ 3828 h 12781"/>
                <a:gd name="T80" fmla="*/ 12125 w 12797"/>
                <a:gd name="T81" fmla="*/ 6063 h 12781"/>
                <a:gd name="T82" fmla="*/ 10438 w 12797"/>
                <a:gd name="T83" fmla="*/ 2344 h 12781"/>
                <a:gd name="T84" fmla="*/ 9438 w 12797"/>
                <a:gd name="T85" fmla="*/ 3172 h 12781"/>
                <a:gd name="T86" fmla="*/ 8297 w 12797"/>
                <a:gd name="T87" fmla="*/ 1000 h 12781"/>
                <a:gd name="T88" fmla="*/ 4484 w 12797"/>
                <a:gd name="T89" fmla="*/ 1000 h 12781"/>
                <a:gd name="T90" fmla="*/ 3344 w 12797"/>
                <a:gd name="T91" fmla="*/ 3172 h 12781"/>
                <a:gd name="T92" fmla="*/ 2344 w 12797"/>
                <a:gd name="T93" fmla="*/ 2344 h 12781"/>
                <a:gd name="T94" fmla="*/ 2344 w 12797"/>
                <a:gd name="T95" fmla="*/ 10438 h 12781"/>
                <a:gd name="T96" fmla="*/ 3328 w 12797"/>
                <a:gd name="T97" fmla="*/ 9547 h 12781"/>
                <a:gd name="T98" fmla="*/ 4484 w 12797"/>
                <a:gd name="T99" fmla="*/ 11781 h 12781"/>
                <a:gd name="T100" fmla="*/ 8297 w 12797"/>
                <a:gd name="T101" fmla="*/ 11797 h 12781"/>
                <a:gd name="T102" fmla="*/ 9453 w 12797"/>
                <a:gd name="T103" fmla="*/ 9563 h 12781"/>
                <a:gd name="T104" fmla="*/ 10438 w 12797"/>
                <a:gd name="T105" fmla="*/ 10453 h 127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797" h="12781">
                  <a:moveTo>
                    <a:pt x="12281" y="3906"/>
                  </a:moveTo>
                  <a:cubicBezTo>
                    <a:pt x="11953" y="3141"/>
                    <a:pt x="11500" y="2453"/>
                    <a:pt x="10906" y="1875"/>
                  </a:cubicBezTo>
                  <a:cubicBezTo>
                    <a:pt x="10313" y="1281"/>
                    <a:pt x="9641" y="828"/>
                    <a:pt x="8875" y="500"/>
                  </a:cubicBezTo>
                  <a:cubicBezTo>
                    <a:pt x="8094" y="172"/>
                    <a:pt x="7266" y="0"/>
                    <a:pt x="6391" y="0"/>
                  </a:cubicBezTo>
                  <a:cubicBezTo>
                    <a:pt x="5531" y="0"/>
                    <a:pt x="4688" y="172"/>
                    <a:pt x="3906" y="500"/>
                  </a:cubicBezTo>
                  <a:cubicBezTo>
                    <a:pt x="3141" y="828"/>
                    <a:pt x="2453" y="1281"/>
                    <a:pt x="1875" y="1875"/>
                  </a:cubicBezTo>
                  <a:cubicBezTo>
                    <a:pt x="1641" y="2109"/>
                    <a:pt x="1438" y="2344"/>
                    <a:pt x="1250" y="2594"/>
                  </a:cubicBezTo>
                  <a:cubicBezTo>
                    <a:pt x="1250" y="2594"/>
                    <a:pt x="1234" y="2609"/>
                    <a:pt x="1234" y="2625"/>
                  </a:cubicBezTo>
                  <a:cubicBezTo>
                    <a:pt x="938" y="3016"/>
                    <a:pt x="703" y="3453"/>
                    <a:pt x="500" y="3906"/>
                  </a:cubicBezTo>
                  <a:cubicBezTo>
                    <a:pt x="172" y="4688"/>
                    <a:pt x="0" y="5531"/>
                    <a:pt x="0" y="6391"/>
                  </a:cubicBezTo>
                  <a:cubicBezTo>
                    <a:pt x="0" y="7250"/>
                    <a:pt x="172" y="8094"/>
                    <a:pt x="500" y="8875"/>
                  </a:cubicBezTo>
                  <a:cubicBezTo>
                    <a:pt x="828" y="9641"/>
                    <a:pt x="1281" y="10328"/>
                    <a:pt x="1875" y="10906"/>
                  </a:cubicBezTo>
                  <a:cubicBezTo>
                    <a:pt x="2469" y="11484"/>
                    <a:pt x="3141" y="11953"/>
                    <a:pt x="3906" y="12281"/>
                  </a:cubicBezTo>
                  <a:cubicBezTo>
                    <a:pt x="4688" y="12609"/>
                    <a:pt x="5531" y="12781"/>
                    <a:pt x="6391" y="12781"/>
                  </a:cubicBezTo>
                  <a:cubicBezTo>
                    <a:pt x="7250" y="12781"/>
                    <a:pt x="8094" y="12609"/>
                    <a:pt x="8875" y="12281"/>
                  </a:cubicBezTo>
                  <a:cubicBezTo>
                    <a:pt x="9641" y="11953"/>
                    <a:pt x="10328" y="11500"/>
                    <a:pt x="10906" y="10906"/>
                  </a:cubicBezTo>
                  <a:cubicBezTo>
                    <a:pt x="11500" y="10313"/>
                    <a:pt x="11953" y="9641"/>
                    <a:pt x="12281" y="8875"/>
                  </a:cubicBezTo>
                  <a:cubicBezTo>
                    <a:pt x="12609" y="8094"/>
                    <a:pt x="12781" y="7250"/>
                    <a:pt x="12781" y="6391"/>
                  </a:cubicBezTo>
                  <a:cubicBezTo>
                    <a:pt x="12797" y="5531"/>
                    <a:pt x="12625" y="4688"/>
                    <a:pt x="12281" y="3906"/>
                  </a:cubicBezTo>
                  <a:close/>
                  <a:moveTo>
                    <a:pt x="11219" y="9484"/>
                  </a:moveTo>
                  <a:cubicBezTo>
                    <a:pt x="10766" y="9250"/>
                    <a:pt x="10234" y="9047"/>
                    <a:pt x="9641" y="8891"/>
                  </a:cubicBezTo>
                  <a:cubicBezTo>
                    <a:pt x="9797" y="8203"/>
                    <a:pt x="9891" y="7469"/>
                    <a:pt x="9906" y="6719"/>
                  </a:cubicBezTo>
                  <a:lnTo>
                    <a:pt x="12109" y="6719"/>
                  </a:lnTo>
                  <a:cubicBezTo>
                    <a:pt x="12047" y="7719"/>
                    <a:pt x="11734" y="8672"/>
                    <a:pt x="11219" y="9484"/>
                  </a:cubicBezTo>
                  <a:close/>
                  <a:moveTo>
                    <a:pt x="688" y="6734"/>
                  </a:moveTo>
                  <a:lnTo>
                    <a:pt x="2891" y="6734"/>
                  </a:lnTo>
                  <a:cubicBezTo>
                    <a:pt x="2906" y="7484"/>
                    <a:pt x="3000" y="8219"/>
                    <a:pt x="3156" y="8906"/>
                  </a:cubicBezTo>
                  <a:cubicBezTo>
                    <a:pt x="2563" y="9063"/>
                    <a:pt x="2031" y="9266"/>
                    <a:pt x="1578" y="9500"/>
                  </a:cubicBezTo>
                  <a:cubicBezTo>
                    <a:pt x="1047" y="8672"/>
                    <a:pt x="734" y="7719"/>
                    <a:pt x="688" y="6734"/>
                  </a:cubicBezTo>
                  <a:close/>
                  <a:moveTo>
                    <a:pt x="1609" y="3250"/>
                  </a:moveTo>
                  <a:cubicBezTo>
                    <a:pt x="2063" y="3484"/>
                    <a:pt x="2578" y="3672"/>
                    <a:pt x="3172" y="3828"/>
                  </a:cubicBezTo>
                  <a:cubicBezTo>
                    <a:pt x="3000" y="4531"/>
                    <a:pt x="2906" y="5281"/>
                    <a:pt x="2891" y="6063"/>
                  </a:cubicBezTo>
                  <a:lnTo>
                    <a:pt x="688" y="6063"/>
                  </a:lnTo>
                  <a:cubicBezTo>
                    <a:pt x="734" y="5047"/>
                    <a:pt x="1063" y="4078"/>
                    <a:pt x="1609" y="3250"/>
                  </a:cubicBezTo>
                  <a:close/>
                  <a:moveTo>
                    <a:pt x="6063" y="6063"/>
                  </a:moveTo>
                  <a:lnTo>
                    <a:pt x="3563" y="6063"/>
                  </a:lnTo>
                  <a:cubicBezTo>
                    <a:pt x="3578" y="5328"/>
                    <a:pt x="3672" y="4625"/>
                    <a:pt x="3828" y="3969"/>
                  </a:cubicBezTo>
                  <a:cubicBezTo>
                    <a:pt x="4531" y="4109"/>
                    <a:pt x="5281" y="4188"/>
                    <a:pt x="6063" y="4203"/>
                  </a:cubicBezTo>
                  <a:lnTo>
                    <a:pt x="6063" y="6063"/>
                  </a:lnTo>
                  <a:close/>
                  <a:moveTo>
                    <a:pt x="6063" y="6734"/>
                  </a:moveTo>
                  <a:lnTo>
                    <a:pt x="6063" y="8516"/>
                  </a:lnTo>
                  <a:cubicBezTo>
                    <a:pt x="5281" y="8531"/>
                    <a:pt x="4531" y="8609"/>
                    <a:pt x="3813" y="8750"/>
                  </a:cubicBezTo>
                  <a:cubicBezTo>
                    <a:pt x="3672" y="8125"/>
                    <a:pt x="3578" y="7438"/>
                    <a:pt x="3563" y="6734"/>
                  </a:cubicBezTo>
                  <a:lnTo>
                    <a:pt x="6063" y="6734"/>
                  </a:lnTo>
                  <a:close/>
                  <a:moveTo>
                    <a:pt x="6734" y="6734"/>
                  </a:moveTo>
                  <a:lnTo>
                    <a:pt x="9234" y="6734"/>
                  </a:lnTo>
                  <a:cubicBezTo>
                    <a:pt x="9219" y="7438"/>
                    <a:pt x="9125" y="8125"/>
                    <a:pt x="8984" y="8750"/>
                  </a:cubicBezTo>
                  <a:cubicBezTo>
                    <a:pt x="8281" y="8609"/>
                    <a:pt x="7516" y="8531"/>
                    <a:pt x="6734" y="8516"/>
                  </a:cubicBezTo>
                  <a:lnTo>
                    <a:pt x="6734" y="6734"/>
                  </a:lnTo>
                  <a:close/>
                  <a:moveTo>
                    <a:pt x="6734" y="6063"/>
                  </a:moveTo>
                  <a:lnTo>
                    <a:pt x="6734" y="4203"/>
                  </a:lnTo>
                  <a:cubicBezTo>
                    <a:pt x="7516" y="4188"/>
                    <a:pt x="8266" y="4109"/>
                    <a:pt x="8969" y="3969"/>
                  </a:cubicBezTo>
                  <a:cubicBezTo>
                    <a:pt x="9125" y="4625"/>
                    <a:pt x="9219" y="5328"/>
                    <a:pt x="9234" y="6063"/>
                  </a:cubicBezTo>
                  <a:lnTo>
                    <a:pt x="6734" y="6063"/>
                  </a:lnTo>
                  <a:close/>
                  <a:moveTo>
                    <a:pt x="6734" y="3531"/>
                  </a:moveTo>
                  <a:lnTo>
                    <a:pt x="6734" y="719"/>
                  </a:lnTo>
                  <a:cubicBezTo>
                    <a:pt x="6969" y="781"/>
                    <a:pt x="7203" y="891"/>
                    <a:pt x="7422" y="1078"/>
                  </a:cubicBezTo>
                  <a:cubicBezTo>
                    <a:pt x="7766" y="1359"/>
                    <a:pt x="8078" y="1750"/>
                    <a:pt x="8344" y="2266"/>
                  </a:cubicBezTo>
                  <a:cubicBezTo>
                    <a:pt x="8516" y="2594"/>
                    <a:pt x="8656" y="2938"/>
                    <a:pt x="8781" y="3313"/>
                  </a:cubicBezTo>
                  <a:cubicBezTo>
                    <a:pt x="8141" y="3438"/>
                    <a:pt x="7453" y="3516"/>
                    <a:pt x="6734" y="3531"/>
                  </a:cubicBezTo>
                  <a:close/>
                  <a:moveTo>
                    <a:pt x="5375" y="1078"/>
                  </a:moveTo>
                  <a:cubicBezTo>
                    <a:pt x="5594" y="891"/>
                    <a:pt x="5828" y="781"/>
                    <a:pt x="6063" y="719"/>
                  </a:cubicBezTo>
                  <a:lnTo>
                    <a:pt x="6063" y="3531"/>
                  </a:lnTo>
                  <a:cubicBezTo>
                    <a:pt x="5344" y="3516"/>
                    <a:pt x="4656" y="3438"/>
                    <a:pt x="4016" y="3313"/>
                  </a:cubicBezTo>
                  <a:cubicBezTo>
                    <a:pt x="4141" y="2938"/>
                    <a:pt x="4281" y="2578"/>
                    <a:pt x="4453" y="2266"/>
                  </a:cubicBezTo>
                  <a:cubicBezTo>
                    <a:pt x="4719" y="1750"/>
                    <a:pt x="5031" y="1344"/>
                    <a:pt x="5375" y="1078"/>
                  </a:cubicBezTo>
                  <a:close/>
                  <a:moveTo>
                    <a:pt x="6063" y="9188"/>
                  </a:moveTo>
                  <a:lnTo>
                    <a:pt x="6063" y="12078"/>
                  </a:lnTo>
                  <a:cubicBezTo>
                    <a:pt x="5828" y="12016"/>
                    <a:pt x="5594" y="11906"/>
                    <a:pt x="5375" y="11719"/>
                  </a:cubicBezTo>
                  <a:cubicBezTo>
                    <a:pt x="5031" y="11438"/>
                    <a:pt x="4719" y="11047"/>
                    <a:pt x="4453" y="10531"/>
                  </a:cubicBezTo>
                  <a:cubicBezTo>
                    <a:pt x="4281" y="10188"/>
                    <a:pt x="4125" y="9813"/>
                    <a:pt x="4000" y="9406"/>
                  </a:cubicBezTo>
                  <a:cubicBezTo>
                    <a:pt x="4641" y="9281"/>
                    <a:pt x="5344" y="9203"/>
                    <a:pt x="6063" y="9188"/>
                  </a:cubicBezTo>
                  <a:close/>
                  <a:moveTo>
                    <a:pt x="7422" y="11719"/>
                  </a:moveTo>
                  <a:cubicBezTo>
                    <a:pt x="7203" y="11906"/>
                    <a:pt x="6969" y="12016"/>
                    <a:pt x="6734" y="12078"/>
                  </a:cubicBezTo>
                  <a:lnTo>
                    <a:pt x="6734" y="9188"/>
                  </a:lnTo>
                  <a:cubicBezTo>
                    <a:pt x="7453" y="9203"/>
                    <a:pt x="8156" y="9281"/>
                    <a:pt x="8797" y="9406"/>
                  </a:cubicBezTo>
                  <a:cubicBezTo>
                    <a:pt x="8672" y="9813"/>
                    <a:pt x="8516" y="10188"/>
                    <a:pt x="8344" y="10531"/>
                  </a:cubicBezTo>
                  <a:cubicBezTo>
                    <a:pt x="8078" y="11047"/>
                    <a:pt x="7766" y="11438"/>
                    <a:pt x="7422" y="11719"/>
                  </a:cubicBezTo>
                  <a:close/>
                  <a:moveTo>
                    <a:pt x="9906" y="6063"/>
                  </a:moveTo>
                  <a:cubicBezTo>
                    <a:pt x="9891" y="5281"/>
                    <a:pt x="9781" y="4531"/>
                    <a:pt x="9625" y="3828"/>
                  </a:cubicBezTo>
                  <a:cubicBezTo>
                    <a:pt x="10203" y="3672"/>
                    <a:pt x="10734" y="3484"/>
                    <a:pt x="11188" y="3250"/>
                  </a:cubicBezTo>
                  <a:cubicBezTo>
                    <a:pt x="11734" y="4078"/>
                    <a:pt x="12063" y="5047"/>
                    <a:pt x="12125" y="6063"/>
                  </a:cubicBezTo>
                  <a:lnTo>
                    <a:pt x="9906" y="6063"/>
                  </a:lnTo>
                  <a:close/>
                  <a:moveTo>
                    <a:pt x="10438" y="2344"/>
                  </a:moveTo>
                  <a:cubicBezTo>
                    <a:pt x="10547" y="2453"/>
                    <a:pt x="10656" y="2578"/>
                    <a:pt x="10766" y="2703"/>
                  </a:cubicBezTo>
                  <a:cubicBezTo>
                    <a:pt x="10375" y="2891"/>
                    <a:pt x="9938" y="3047"/>
                    <a:pt x="9438" y="3172"/>
                  </a:cubicBezTo>
                  <a:cubicBezTo>
                    <a:pt x="9297" y="2734"/>
                    <a:pt x="9125" y="2328"/>
                    <a:pt x="8938" y="1953"/>
                  </a:cubicBezTo>
                  <a:cubicBezTo>
                    <a:pt x="8750" y="1578"/>
                    <a:pt x="8531" y="1266"/>
                    <a:pt x="8297" y="1000"/>
                  </a:cubicBezTo>
                  <a:cubicBezTo>
                    <a:pt x="9094" y="1281"/>
                    <a:pt x="9828" y="1734"/>
                    <a:pt x="10438" y="2344"/>
                  </a:cubicBezTo>
                  <a:close/>
                  <a:moveTo>
                    <a:pt x="4484" y="1000"/>
                  </a:moveTo>
                  <a:cubicBezTo>
                    <a:pt x="4250" y="1266"/>
                    <a:pt x="4031" y="1594"/>
                    <a:pt x="3844" y="1953"/>
                  </a:cubicBezTo>
                  <a:cubicBezTo>
                    <a:pt x="3656" y="2328"/>
                    <a:pt x="3484" y="2734"/>
                    <a:pt x="3344" y="3172"/>
                  </a:cubicBezTo>
                  <a:cubicBezTo>
                    <a:pt x="2844" y="3047"/>
                    <a:pt x="2406" y="2891"/>
                    <a:pt x="2016" y="2703"/>
                  </a:cubicBezTo>
                  <a:cubicBezTo>
                    <a:pt x="2125" y="2578"/>
                    <a:pt x="2219" y="2469"/>
                    <a:pt x="2344" y="2344"/>
                  </a:cubicBezTo>
                  <a:cubicBezTo>
                    <a:pt x="2969" y="1734"/>
                    <a:pt x="3688" y="1281"/>
                    <a:pt x="4484" y="1000"/>
                  </a:cubicBezTo>
                  <a:close/>
                  <a:moveTo>
                    <a:pt x="2344" y="10438"/>
                  </a:moveTo>
                  <a:cubicBezTo>
                    <a:pt x="2219" y="10313"/>
                    <a:pt x="2094" y="10172"/>
                    <a:pt x="1984" y="10031"/>
                  </a:cubicBezTo>
                  <a:cubicBezTo>
                    <a:pt x="2375" y="9844"/>
                    <a:pt x="2828" y="9672"/>
                    <a:pt x="3328" y="9547"/>
                  </a:cubicBezTo>
                  <a:cubicBezTo>
                    <a:pt x="3469" y="10016"/>
                    <a:pt x="3641" y="10438"/>
                    <a:pt x="3844" y="10828"/>
                  </a:cubicBezTo>
                  <a:cubicBezTo>
                    <a:pt x="4031" y="11203"/>
                    <a:pt x="4250" y="11516"/>
                    <a:pt x="4484" y="11781"/>
                  </a:cubicBezTo>
                  <a:cubicBezTo>
                    <a:pt x="3688" y="11516"/>
                    <a:pt x="2969" y="11063"/>
                    <a:pt x="2344" y="10438"/>
                  </a:cubicBezTo>
                  <a:close/>
                  <a:moveTo>
                    <a:pt x="8297" y="11797"/>
                  </a:moveTo>
                  <a:cubicBezTo>
                    <a:pt x="8531" y="11531"/>
                    <a:pt x="8750" y="11203"/>
                    <a:pt x="8938" y="10844"/>
                  </a:cubicBezTo>
                  <a:cubicBezTo>
                    <a:pt x="9141" y="10453"/>
                    <a:pt x="9313" y="10016"/>
                    <a:pt x="9453" y="9563"/>
                  </a:cubicBezTo>
                  <a:cubicBezTo>
                    <a:pt x="9953" y="9688"/>
                    <a:pt x="10406" y="9859"/>
                    <a:pt x="10797" y="10047"/>
                  </a:cubicBezTo>
                  <a:cubicBezTo>
                    <a:pt x="10688" y="10188"/>
                    <a:pt x="10563" y="10313"/>
                    <a:pt x="10438" y="10453"/>
                  </a:cubicBezTo>
                  <a:cubicBezTo>
                    <a:pt x="9828" y="11063"/>
                    <a:pt x="9094" y="11516"/>
                    <a:pt x="8297" y="11797"/>
                  </a:cubicBezTo>
                  <a:close/>
                </a:path>
              </a:pathLst>
            </a:custGeom>
            <a:solidFill>
              <a:schemeClr val="accent1">
                <a:lumMod val="781"/>
                <a:lumOff val="99219"/>
              </a:schemeClr>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10" name="宇神PPT-12-5"/>
            <p:cNvSpPr/>
            <p:nvPr/>
          </p:nvSpPr>
          <p:spPr>
            <a:xfrm>
              <a:off x="10675198" y="6232264"/>
              <a:ext cx="341292" cy="341291"/>
            </a:xfrm>
            <a:prstGeom prst="ellipse">
              <a:avLst/>
            </a:prstGeom>
            <a:solidFill>
              <a:schemeClr val="accent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12" name="宇神PPT-12-6"/>
            <p:cNvSpPr/>
            <p:nvPr/>
          </p:nvSpPr>
          <p:spPr>
            <a:xfrm>
              <a:off x="10742223" y="6317467"/>
              <a:ext cx="207242" cy="170884"/>
            </a:xfrm>
            <a:custGeom>
              <a:avLst/>
              <a:gdLst>
                <a:gd name="connsiteX0" fmla="*/ 435416 w 609586"/>
                <a:gd name="connsiteY0" fmla="*/ 80352 h 502648"/>
                <a:gd name="connsiteX1" fmla="*/ 551577 w 609586"/>
                <a:gd name="connsiteY1" fmla="*/ 190215 h 502648"/>
                <a:gd name="connsiteX2" fmla="*/ 551577 w 609586"/>
                <a:gd name="connsiteY2" fmla="*/ 217693 h 502648"/>
                <a:gd name="connsiteX3" fmla="*/ 496140 w 609586"/>
                <a:gd name="connsiteY3" fmla="*/ 310936 h 502648"/>
                <a:gd name="connsiteX4" fmla="*/ 609586 w 609586"/>
                <a:gd name="connsiteY4" fmla="*/ 437323 h 502648"/>
                <a:gd name="connsiteX5" fmla="*/ 580534 w 609586"/>
                <a:gd name="connsiteY5" fmla="*/ 464753 h 502648"/>
                <a:gd name="connsiteX6" fmla="*/ 504951 w 609586"/>
                <a:gd name="connsiteY6" fmla="*/ 464753 h 502648"/>
                <a:gd name="connsiteX7" fmla="*/ 373787 w 609586"/>
                <a:gd name="connsiteY7" fmla="*/ 301459 h 502648"/>
                <a:gd name="connsiteX8" fmla="*/ 426510 w 609586"/>
                <a:gd name="connsiteY8" fmla="*/ 179500 h 502648"/>
                <a:gd name="connsiteX9" fmla="*/ 426510 w 609586"/>
                <a:gd name="connsiteY9" fmla="*/ 143641 h 502648"/>
                <a:gd name="connsiteX10" fmla="*/ 412126 w 609586"/>
                <a:gd name="connsiteY10" fmla="*/ 82543 h 502648"/>
                <a:gd name="connsiteX11" fmla="*/ 435416 w 609586"/>
                <a:gd name="connsiteY11" fmla="*/ 80352 h 502648"/>
                <a:gd name="connsiteX12" fmla="*/ 227788 w 609586"/>
                <a:gd name="connsiteY12" fmla="*/ 0 h 502648"/>
                <a:gd name="connsiteX13" fmla="*/ 379662 w 609586"/>
                <a:gd name="connsiteY13" fmla="*/ 143662 h 502648"/>
                <a:gd name="connsiteX14" fmla="*/ 379662 w 609586"/>
                <a:gd name="connsiteY14" fmla="*/ 179565 h 502648"/>
                <a:gd name="connsiteX15" fmla="*/ 307225 w 609586"/>
                <a:gd name="connsiteY15" fmla="*/ 301465 h 502648"/>
                <a:gd name="connsiteX16" fmla="*/ 455528 w 609586"/>
                <a:gd name="connsiteY16" fmla="*/ 466745 h 502648"/>
                <a:gd name="connsiteX17" fmla="*/ 417524 w 609586"/>
                <a:gd name="connsiteY17" fmla="*/ 502648 h 502648"/>
                <a:gd name="connsiteX18" fmla="*/ 38004 w 609586"/>
                <a:gd name="connsiteY18" fmla="*/ 502648 h 502648"/>
                <a:gd name="connsiteX19" fmla="*/ 0 w 609586"/>
                <a:gd name="connsiteY19" fmla="*/ 466745 h 502648"/>
                <a:gd name="connsiteX20" fmla="*/ 148350 w 609586"/>
                <a:gd name="connsiteY20" fmla="*/ 301465 h 502648"/>
                <a:gd name="connsiteX21" fmla="*/ 75913 w 609586"/>
                <a:gd name="connsiteY21" fmla="*/ 179565 h 502648"/>
                <a:gd name="connsiteX22" fmla="*/ 75913 w 609586"/>
                <a:gd name="connsiteY22" fmla="*/ 143662 h 502648"/>
                <a:gd name="connsiteX23" fmla="*/ 227788 w 609586"/>
                <a:gd name="connsiteY23" fmla="*/ 0 h 502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9586" h="502648">
                  <a:moveTo>
                    <a:pt x="435416" y="80352"/>
                  </a:moveTo>
                  <a:cubicBezTo>
                    <a:pt x="499521" y="80352"/>
                    <a:pt x="551577" y="129545"/>
                    <a:pt x="551577" y="190215"/>
                  </a:cubicBezTo>
                  <a:lnTo>
                    <a:pt x="551577" y="217693"/>
                  </a:lnTo>
                  <a:cubicBezTo>
                    <a:pt x="551577" y="257219"/>
                    <a:pt x="529288" y="291601"/>
                    <a:pt x="496140" y="310936"/>
                  </a:cubicBezTo>
                  <a:cubicBezTo>
                    <a:pt x="553434" y="331175"/>
                    <a:pt x="609586" y="382416"/>
                    <a:pt x="609586" y="437323"/>
                  </a:cubicBezTo>
                  <a:cubicBezTo>
                    <a:pt x="609586" y="452467"/>
                    <a:pt x="596584" y="464753"/>
                    <a:pt x="580534" y="464753"/>
                  </a:cubicBezTo>
                  <a:lnTo>
                    <a:pt x="504951" y="464753"/>
                  </a:lnTo>
                  <a:cubicBezTo>
                    <a:pt x="503855" y="393607"/>
                    <a:pt x="444465" y="318793"/>
                    <a:pt x="373787" y="301459"/>
                  </a:cubicBezTo>
                  <a:cubicBezTo>
                    <a:pt x="411936" y="270457"/>
                    <a:pt x="426510" y="231217"/>
                    <a:pt x="426510" y="179500"/>
                  </a:cubicBezTo>
                  <a:lnTo>
                    <a:pt x="426510" y="143641"/>
                  </a:lnTo>
                  <a:cubicBezTo>
                    <a:pt x="426510" y="121783"/>
                    <a:pt x="421318" y="101068"/>
                    <a:pt x="412126" y="82543"/>
                  </a:cubicBezTo>
                  <a:cubicBezTo>
                    <a:pt x="419651" y="81114"/>
                    <a:pt x="427415" y="80352"/>
                    <a:pt x="435416" y="80352"/>
                  </a:cubicBezTo>
                  <a:close/>
                  <a:moveTo>
                    <a:pt x="227788" y="0"/>
                  </a:moveTo>
                  <a:cubicBezTo>
                    <a:pt x="311607" y="0"/>
                    <a:pt x="379662" y="64378"/>
                    <a:pt x="379662" y="143662"/>
                  </a:cubicBezTo>
                  <a:lnTo>
                    <a:pt x="379662" y="179565"/>
                  </a:lnTo>
                  <a:cubicBezTo>
                    <a:pt x="379662" y="231230"/>
                    <a:pt x="350516" y="276180"/>
                    <a:pt x="307225" y="301465"/>
                  </a:cubicBezTo>
                  <a:cubicBezTo>
                    <a:pt x="382186" y="327940"/>
                    <a:pt x="455528" y="394986"/>
                    <a:pt x="455528" y="466745"/>
                  </a:cubicBezTo>
                  <a:cubicBezTo>
                    <a:pt x="455528" y="486554"/>
                    <a:pt x="438574" y="502648"/>
                    <a:pt x="417524" y="502648"/>
                  </a:cubicBezTo>
                  <a:lnTo>
                    <a:pt x="38004" y="502648"/>
                  </a:lnTo>
                  <a:cubicBezTo>
                    <a:pt x="16954" y="502648"/>
                    <a:pt x="0" y="486554"/>
                    <a:pt x="0" y="466745"/>
                  </a:cubicBezTo>
                  <a:cubicBezTo>
                    <a:pt x="0" y="394986"/>
                    <a:pt x="73389" y="327940"/>
                    <a:pt x="148350" y="301465"/>
                  </a:cubicBezTo>
                  <a:cubicBezTo>
                    <a:pt x="105012" y="276180"/>
                    <a:pt x="75913" y="231230"/>
                    <a:pt x="75913" y="179565"/>
                  </a:cubicBezTo>
                  <a:lnTo>
                    <a:pt x="75913" y="143662"/>
                  </a:lnTo>
                  <a:cubicBezTo>
                    <a:pt x="75913" y="64378"/>
                    <a:pt x="143969" y="0"/>
                    <a:pt x="227788" y="0"/>
                  </a:cubicBezTo>
                  <a:close/>
                </a:path>
              </a:pathLst>
            </a:custGeom>
            <a:solidFill>
              <a:schemeClr val="accent1">
                <a:lumMod val="781"/>
                <a:lumOff val="99219"/>
              </a:schemeClr>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13" name="宇神PPT-12-7"/>
            <p:cNvSpPr/>
            <p:nvPr/>
          </p:nvSpPr>
          <p:spPr>
            <a:xfrm>
              <a:off x="11178150" y="6232264"/>
              <a:ext cx="341292" cy="341291"/>
            </a:xfrm>
            <a:prstGeom prst="ellipse">
              <a:avLst/>
            </a:prstGeom>
            <a:solidFill>
              <a:schemeClr val="accent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14" name="宇神PPT-12-8"/>
            <p:cNvSpPr/>
            <p:nvPr/>
          </p:nvSpPr>
          <p:spPr>
            <a:xfrm>
              <a:off x="11267124" y="6299289"/>
              <a:ext cx="163342" cy="207241"/>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chemeClr val="accent1">
                <a:lumMod val="781"/>
                <a:lumOff val="99219"/>
              </a:schemeClr>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grpSp>
      <p:pic>
        <p:nvPicPr>
          <p:cNvPr id="15" name="图片 14" descr="QQ图片20240527000216"/>
          <p:cNvPicPr>
            <a:picLocks noChangeAspect="1"/>
          </p:cNvPicPr>
          <p:nvPr/>
        </p:nvPicPr>
        <p:blipFill>
          <a:blip r:embed="rId3"/>
          <a:stretch>
            <a:fillRect/>
          </a:stretch>
        </p:blipFill>
        <p:spPr>
          <a:xfrm>
            <a:off x="472440" y="193675"/>
            <a:ext cx="1203325" cy="1170305"/>
          </a:xfrm>
          <a:prstGeom prst="rect">
            <a:avLst/>
          </a:prstGeom>
        </p:spPr>
      </p:pic>
      <p:sp>
        <p:nvSpPr>
          <p:cNvPr id="16" name="宇神PPT-12"/>
          <p:cNvSpPr/>
          <p:nvPr/>
        </p:nvSpPr>
        <p:spPr>
          <a:xfrm>
            <a:off x="2335264" y="348429"/>
            <a:ext cx="6679196" cy="275590"/>
          </a:xfrm>
          <a:prstGeom prst="rect">
            <a:avLst/>
          </a:prstGeom>
        </p:spPr>
        <p:txBody>
          <a:bodyPr wrap="square">
            <a:spAutoFit/>
          </a:bodyPr>
          <a:p>
            <a:pPr marL="0" marR="0" lvl="0" indent="0" algn="dist" defTabSz="9144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作家简介  </a:t>
            </a:r>
            <a:r>
              <a:rPr kumimoji="0" lang="en-US" altLang="zh-CN"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  </a:t>
            </a: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创作特色</a:t>
            </a: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  </a:t>
            </a:r>
            <a:r>
              <a:rPr kumimoji="0" lang="en-US" altLang="zh-CN"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  </a:t>
            </a: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人物评价</a:t>
            </a: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  </a:t>
            </a:r>
            <a:r>
              <a:rPr kumimoji="0" lang="en-US" altLang="zh-CN"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  </a:t>
            </a: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名人名言</a:t>
            </a:r>
            <a:endPar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500"/>
                                        <p:tgtEl>
                                          <p:spTgt spid="33"/>
                                        </p:tgtEl>
                                      </p:cBhvr>
                                    </p:animEffect>
                                    <p:anim calcmode="lin" valueType="num">
                                      <p:cBhvr>
                                        <p:cTn id="14" dur="500" fill="hold"/>
                                        <p:tgtEl>
                                          <p:spTgt spid="33"/>
                                        </p:tgtEl>
                                        <p:attrNameLst>
                                          <p:attrName>ppt_x</p:attrName>
                                        </p:attrNameLst>
                                      </p:cBhvr>
                                      <p:tavLst>
                                        <p:tav tm="0">
                                          <p:val>
                                            <p:strVal val="#ppt_x"/>
                                          </p:val>
                                        </p:tav>
                                        <p:tav tm="100000">
                                          <p:val>
                                            <p:strVal val="#ppt_x"/>
                                          </p:val>
                                        </p:tav>
                                      </p:tavLst>
                                    </p:anim>
                                    <p:anim calcmode="lin" valueType="num">
                                      <p:cBhvr>
                                        <p:cTn id="15" dur="5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宇神PPT-1"/>
          <p:cNvSpPr/>
          <p:nvPr/>
        </p:nvSpPr>
        <p:spPr>
          <a:xfrm>
            <a:off x="348001" y="2151876"/>
            <a:ext cx="11399350" cy="3409862"/>
          </a:xfrm>
          <a:prstGeom prst="roundRect">
            <a:avLst>
              <a:gd name="adj" fmla="val 14167"/>
            </a:avLst>
          </a:prstGeom>
          <a:solidFill>
            <a:schemeClr val="accent1">
              <a:lumMod val="781"/>
              <a:lumOff val="99219"/>
            </a:schemeClr>
          </a:solidFill>
          <a:ln w="12700" cap="flat" cmpd="sng" algn="ctr">
            <a:solidFill>
              <a:schemeClr val="accent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sp>
        <p:nvSpPr>
          <p:cNvPr id="2" name="宇神PPT-2" hidden="1"/>
          <p:cNvSpPr txBox="1"/>
          <p:nvPr/>
        </p:nvSpPr>
        <p:spPr>
          <a:xfrm>
            <a:off x="10580913" y="-603126"/>
            <a:ext cx="1727200" cy="369332"/>
          </a:xfrm>
          <a:prstGeom prst="rect">
            <a:avLst/>
          </a:prstGeom>
          <a:noFill/>
        </p:spPr>
        <p:txBody>
          <a:bodyPr wrap="square" rtlCol="0">
            <a:spAutoFit/>
          </a:bodyPr>
          <a:lstStyle/>
          <a:p>
            <a:pPr algn="ctr"/>
            <a:r>
              <a:rPr lang="en-US" altLang="zh-CN" dirty="0">
                <a:ln>
                  <a:noFill/>
                </a:ln>
                <a:noFill/>
                <a:cs typeface="思源黑体 CN Bold" panose="020B0800000000000000" charset="-122"/>
              </a:rPr>
              <a:t>By  </a:t>
            </a:r>
            <a:r>
              <a:rPr lang="en-US" altLang="zh-CN" dirty="0" err="1">
                <a:ln>
                  <a:noFill/>
                </a:ln>
                <a:noFill/>
                <a:cs typeface="思源黑体 CN Bold" panose="020B0800000000000000" charset="-122"/>
              </a:rPr>
              <a:t>Yushen</a:t>
            </a:r>
            <a:endParaRPr lang="zh-CN" altLang="en-US" dirty="0">
              <a:ln>
                <a:noFill/>
              </a:ln>
              <a:noFill/>
              <a:cs typeface="思源黑体 CN Bold" panose="020B0800000000000000" charset="-122"/>
            </a:endParaRPr>
          </a:p>
        </p:txBody>
      </p:sp>
      <p:grpSp>
        <p:nvGrpSpPr>
          <p:cNvPr id="11" name="宇神PPT-3"/>
          <p:cNvGrpSpPr/>
          <p:nvPr/>
        </p:nvGrpSpPr>
        <p:grpSpPr>
          <a:xfrm>
            <a:off x="680085" y="2355215"/>
            <a:ext cx="6591300" cy="3171051"/>
            <a:chOff x="1128655" y="3162783"/>
            <a:chExt cx="5563734" cy="2979925"/>
          </a:xfrm>
        </p:grpSpPr>
        <p:sp>
          <p:nvSpPr>
            <p:cNvPr id="4" name="宇神PPT-3-1"/>
            <p:cNvSpPr txBox="1"/>
            <p:nvPr/>
          </p:nvSpPr>
          <p:spPr>
            <a:xfrm>
              <a:off x="1238433" y="3862613"/>
              <a:ext cx="5453956" cy="2280095"/>
            </a:xfrm>
            <a:prstGeom prst="rect">
              <a:avLst/>
            </a:prstGeom>
            <a:noFill/>
            <a:effectLst/>
          </p:spPr>
          <p:txBody>
            <a:bodyPr wrap="square" lIns="118872" tIns="59436" rIns="118872" bIns="59436">
              <a:spAutoFit/>
            </a:bodyPr>
            <a:lstStyle/>
            <a:p>
              <a:pPr marR="0" lvl="0" indent="508000" algn="l" defTabSz="914400" rtl="0" fontAlgn="auto">
                <a:lnSpc>
                  <a:spcPct val="150000"/>
                </a:lnSpc>
                <a:spcBef>
                  <a:spcPts val="0"/>
                </a:spcBef>
                <a:buClrTx/>
                <a:buSzTx/>
                <a:buFontTx/>
                <a:buNone/>
                <a:defRPr/>
                <a:extLst>
                  <a:ext uri="{35155182-B16C-46BC-9424-99874614C6A1}">
                    <wpsdc:indentchars xmlns:wpsdc="http://www.wps.cn/officeDocument/2017/drawingmlCustomData" val="200" checksum="282533468"/>
                  </a:ext>
                </a:extLst>
              </a:pPr>
              <a:r>
                <a:rPr kumimoji="0" lang="zh-CN" altLang="en-US"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Light" panose="020B0300000000000000" pitchFamily="34" charset="-122"/>
                </a:rPr>
                <a:t>这句是泰戈尔最宝贵、最深遂的智慧的乍现。诗人所想表达的，是一种如何看待世界的方式。当泰戈尔看见天空没有翅膀的痕迹，他却告诉自己，我曾经飞过，我已拥抱，所以无悔。经过而无需留下痕迹，伟大无需被铭记，这是一种精神的高度！</a:t>
              </a:r>
              <a:endParaRPr kumimoji="0" lang="zh-CN" altLang="en-US" sz="2000" b="0" i="0" u="none" strike="noStrike" kern="1200" cap="none" spc="0" normalizeH="0" baseline="0" noProof="0" dirty="0">
                <a:ln>
                  <a:noFill/>
                </a:ln>
                <a:solidFill>
                  <a:schemeClr val="tx1">
                    <a:lumMod val="75000"/>
                    <a:lumOff val="25000"/>
                  </a:schemeClr>
                </a:solidFill>
                <a:effectLst/>
                <a:uLnTx/>
                <a:uFillTx/>
                <a:latin typeface="思源黑体 CN Light" panose="020B0300000000000000" pitchFamily="34" charset="-122"/>
                <a:ea typeface="思源黑体 CN Light" panose="020B0300000000000000" pitchFamily="34" charset="-122"/>
                <a:cs typeface="思源黑体 CN Light" panose="020B0300000000000000" pitchFamily="34" charset="-122"/>
              </a:endParaRPr>
            </a:p>
          </p:txBody>
        </p:sp>
        <p:sp>
          <p:nvSpPr>
            <p:cNvPr id="5" name="宇神PPT-3-2"/>
            <p:cNvSpPr/>
            <p:nvPr/>
          </p:nvSpPr>
          <p:spPr>
            <a:xfrm>
              <a:off x="1128655" y="3162783"/>
              <a:ext cx="416672" cy="416672"/>
            </a:xfrm>
            <a:prstGeom prst="ellipse">
              <a:avLst/>
            </a:prstGeom>
            <a:gradFill flip="none" rotWithShape="1">
              <a:gsLst>
                <a:gs pos="0">
                  <a:schemeClr val="accent1">
                    <a:alpha val="42000"/>
                  </a:schemeClr>
                </a:gs>
                <a:gs pos="70000">
                  <a:schemeClr val="accent2">
                    <a:alpha val="0"/>
                  </a:schemeClr>
                </a:gs>
              </a:gsLst>
              <a:lin ang="27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lIns="118872" tIns="59436" rIns="118872" bIns="5943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2340" b="0" i="0" u="none" strike="noStrike" kern="1200" cap="none" spc="0" normalizeH="0" baseline="0" noProof="0">
                <a:ln>
                  <a:noFill/>
                </a:ln>
                <a:solidFill>
                  <a:prstClr val="white"/>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sp>
          <p:nvSpPr>
            <p:cNvPr id="6" name="宇神PPT-3-3"/>
            <p:cNvSpPr txBox="1"/>
            <p:nvPr/>
          </p:nvSpPr>
          <p:spPr>
            <a:xfrm>
              <a:off x="1238510" y="3272003"/>
              <a:ext cx="5141595" cy="457690"/>
            </a:xfrm>
            <a:prstGeom prst="rect">
              <a:avLst/>
            </a:prstGeom>
            <a:noFill/>
            <a:effectLst/>
          </p:spPr>
          <p:txBody>
            <a:bodyPr wrap="square" lIns="118872" tIns="59436" rIns="118872" bIns="59436" rtlCol="0">
              <a:spAutoFit/>
            </a:bodyPr>
            <a:lstStyle/>
            <a:p>
              <a:pPr>
                <a:defRPr/>
              </a:pPr>
              <a:r>
                <a:rPr lang="zh-CN" altLang="en-US" sz="2400" kern="0" dirty="0">
                  <a:gradFill>
                    <a:gsLst>
                      <a:gs pos="0">
                        <a:schemeClr val="accent1"/>
                      </a:gs>
                      <a:gs pos="100000">
                        <a:schemeClr val="accent2"/>
                      </a:gs>
                    </a:gsLst>
                    <a:lin ang="2700000" scaled="1"/>
                  </a:gradFill>
                  <a:latin typeface="思源黑体 CN Bold" panose="020B0800000000000000" charset="-122"/>
                  <a:ea typeface="思源黑体 CN Bold" panose="020B0800000000000000" charset="-122"/>
                </a:rPr>
                <a:t>天空中没有留下翅膀的痕迹，但我已经飞过。</a:t>
              </a:r>
              <a:endParaRPr lang="zh-CN" altLang="en-US" sz="2400" kern="0" dirty="0">
                <a:gradFill>
                  <a:gsLst>
                    <a:gs pos="0">
                      <a:schemeClr val="accent1"/>
                    </a:gs>
                    <a:gs pos="100000">
                      <a:schemeClr val="accent2"/>
                    </a:gs>
                  </a:gsLst>
                  <a:lin ang="2700000" scaled="1"/>
                </a:gradFill>
                <a:latin typeface="思源黑体 CN Bold" panose="020B0800000000000000" charset="-122"/>
                <a:ea typeface="思源黑体 CN Bold" panose="020B0800000000000000" charset="-122"/>
              </a:endParaRPr>
            </a:p>
          </p:txBody>
        </p:sp>
        <p:cxnSp>
          <p:nvCxnSpPr>
            <p:cNvPr id="7" name="宇神PPT-3-4"/>
            <p:cNvCxnSpPr/>
            <p:nvPr/>
          </p:nvCxnSpPr>
          <p:spPr>
            <a:xfrm flipH="1">
              <a:off x="1360262" y="3834924"/>
              <a:ext cx="5134697" cy="0"/>
            </a:xfrm>
            <a:prstGeom prst="line">
              <a:avLst/>
            </a:prstGeom>
            <a:ln w="16510" cap="flat" cmpd="sng" algn="ctr">
              <a:solidFill>
                <a:schemeClr val="accent1">
                  <a:alpha val="80000"/>
                </a:schemeClr>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grpSp>
      <p:grpSp>
        <p:nvGrpSpPr>
          <p:cNvPr id="9" name="宇神PPT-4"/>
          <p:cNvGrpSpPr/>
          <p:nvPr/>
        </p:nvGrpSpPr>
        <p:grpSpPr>
          <a:xfrm>
            <a:off x="472301" y="173243"/>
            <a:ext cx="3496726" cy="923500"/>
            <a:chOff x="7655386" y="4983132"/>
            <a:chExt cx="3496726" cy="923500"/>
          </a:xfrm>
        </p:grpSpPr>
        <p:grpSp>
          <p:nvGrpSpPr>
            <p:cNvPr id="10" name="组合 9"/>
            <p:cNvGrpSpPr/>
            <p:nvPr/>
          </p:nvGrpSpPr>
          <p:grpSpPr>
            <a:xfrm>
              <a:off x="8732602" y="4983132"/>
              <a:ext cx="2419510" cy="923500"/>
              <a:chOff x="8732602" y="4983132"/>
              <a:chExt cx="2419510" cy="923500"/>
            </a:xfrm>
          </p:grpSpPr>
          <p:sp>
            <p:nvSpPr>
              <p:cNvPr id="25" name="宇神PPT-4-1"/>
              <p:cNvSpPr txBox="1"/>
              <p:nvPr/>
            </p:nvSpPr>
            <p:spPr>
              <a:xfrm>
                <a:off x="8732602" y="4983132"/>
                <a:ext cx="848309" cy="769441"/>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思源黑体 CN Bold" panose="020B0800000000000000" charset="-122"/>
                  </a:rPr>
                  <a:t>04</a:t>
                </a:r>
                <a:endParaRPr kumimoji="0" lang="zh-CN" altLang="en-US" sz="4400" b="0" i="0" u="none" strike="noStrike" kern="120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26" name="宇神PPT-4-2"/>
              <p:cNvSpPr txBox="1"/>
              <p:nvPr/>
            </p:nvSpPr>
            <p:spPr>
              <a:xfrm>
                <a:off x="8772664" y="5631042"/>
                <a:ext cx="2379448" cy="27559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tx1">
                        <a:lumMod val="50000"/>
                        <a:lumOff val="50000"/>
                      </a:schemeClr>
                    </a:solidFill>
                    <a:uLnTx/>
                    <a:uFillTx/>
                    <a:latin typeface="思源黑体 CN Light" panose="020B0300000000000000" pitchFamily="34" charset="-122"/>
                    <a:ea typeface="思源黑体 CN Light" panose="020B0300000000000000" pitchFamily="34" charset="-122"/>
                    <a:cs typeface="+mn-ea"/>
                    <a:sym typeface="+mn-lt"/>
                  </a:rPr>
                  <a:t>FAMOUS QUOTES</a:t>
                </a:r>
                <a:endParaRPr kumimoji="0" lang="en-US" altLang="zh-CN" sz="1200" b="0" i="0" u="none" strike="noStrike" kern="1200" cap="none" spc="0" normalizeH="0" baseline="0" noProof="0" dirty="0">
                  <a:ln>
                    <a:noFill/>
                  </a:ln>
                  <a:solidFill>
                    <a:schemeClr val="tx1">
                      <a:lumMod val="50000"/>
                      <a:lumOff val="50000"/>
                    </a:schemeClr>
                  </a:solidFill>
                  <a:uLnTx/>
                  <a:uFillTx/>
                  <a:latin typeface="思源黑体 CN Light" panose="020B0300000000000000" pitchFamily="34" charset="-122"/>
                  <a:ea typeface="思源黑体 CN Light" panose="020B0300000000000000" pitchFamily="34" charset="-122"/>
                  <a:cs typeface="+mn-ea"/>
                  <a:sym typeface="+mn-lt"/>
                </a:endParaRPr>
              </a:p>
            </p:txBody>
          </p:sp>
          <p:sp>
            <p:nvSpPr>
              <p:cNvPr id="27" name="宇神PPT-4-3"/>
              <p:cNvSpPr txBox="1"/>
              <p:nvPr/>
            </p:nvSpPr>
            <p:spPr>
              <a:xfrm>
                <a:off x="9691527" y="5175326"/>
                <a:ext cx="1402080" cy="46037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mn-ea"/>
                    <a:sym typeface="+mn-lt"/>
                  </a:rPr>
                  <a:t>名人名言</a:t>
                </a:r>
                <a:endParaRPr kumimoji="0" lang="zh-CN" altLang="en-US" sz="2400" b="0" i="0" u="none" strike="noStrike" kern="120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mn-ea"/>
                  <a:sym typeface="+mn-lt"/>
                </a:endParaRPr>
              </a:p>
            </p:txBody>
          </p:sp>
        </p:grpSp>
        <p:grpSp>
          <p:nvGrpSpPr>
            <p:cNvPr id="22" name="组合 21"/>
            <p:cNvGrpSpPr/>
            <p:nvPr/>
          </p:nvGrpSpPr>
          <p:grpSpPr>
            <a:xfrm>
              <a:off x="7655386" y="5035071"/>
              <a:ext cx="821030" cy="821030"/>
              <a:chOff x="7655386" y="5057831"/>
              <a:chExt cx="821030" cy="821030"/>
            </a:xfrm>
          </p:grpSpPr>
          <p:sp>
            <p:nvSpPr>
              <p:cNvPr id="23" name="宇神PPT-4-4"/>
              <p:cNvSpPr/>
              <p:nvPr/>
            </p:nvSpPr>
            <p:spPr>
              <a:xfrm>
                <a:off x="7862865" y="5236033"/>
                <a:ext cx="406072" cy="464626"/>
              </a:xfrm>
              <a:custGeom>
                <a:avLst/>
                <a:gdLst>
                  <a:gd name="T0" fmla="*/ 8103 w 8408"/>
                  <a:gd name="T1" fmla="*/ 1397 h 9620"/>
                  <a:gd name="T2" fmla="*/ 4300 w 8408"/>
                  <a:gd name="T3" fmla="*/ 40 h 9620"/>
                  <a:gd name="T4" fmla="*/ 4071 w 8408"/>
                  <a:gd name="T5" fmla="*/ 40 h 9620"/>
                  <a:gd name="T6" fmla="*/ 266 w 8408"/>
                  <a:gd name="T7" fmla="*/ 1399 h 9620"/>
                  <a:gd name="T8" fmla="*/ 0 w 8408"/>
                  <a:gd name="T9" fmla="*/ 1797 h 9620"/>
                  <a:gd name="T10" fmla="*/ 0 w 8408"/>
                  <a:gd name="T11" fmla="*/ 4550 h 9620"/>
                  <a:gd name="T12" fmla="*/ 305 w 8408"/>
                  <a:gd name="T13" fmla="*/ 6146 h 9620"/>
                  <a:gd name="T14" fmla="*/ 3120 w 8408"/>
                  <a:gd name="T15" fmla="*/ 8980 h 9620"/>
                  <a:gd name="T16" fmla="*/ 3995 w 8408"/>
                  <a:gd name="T17" fmla="*/ 9539 h 9620"/>
                  <a:gd name="T18" fmla="*/ 4223 w 8408"/>
                  <a:gd name="T19" fmla="*/ 9620 h 9620"/>
                  <a:gd name="T20" fmla="*/ 4413 w 8408"/>
                  <a:gd name="T21" fmla="*/ 9539 h 9620"/>
                  <a:gd name="T22" fmla="*/ 5288 w 8408"/>
                  <a:gd name="T23" fmla="*/ 8980 h 9620"/>
                  <a:gd name="T24" fmla="*/ 8103 w 8408"/>
                  <a:gd name="T25" fmla="*/ 6146 h 9620"/>
                  <a:gd name="T26" fmla="*/ 8408 w 8408"/>
                  <a:gd name="T27" fmla="*/ 4550 h 9620"/>
                  <a:gd name="T28" fmla="*/ 8408 w 8408"/>
                  <a:gd name="T29" fmla="*/ 1795 h 9620"/>
                  <a:gd name="T30" fmla="*/ 8103 w 8408"/>
                  <a:gd name="T31" fmla="*/ 1397 h 9620"/>
                  <a:gd name="T32" fmla="*/ 7848 w 8408"/>
                  <a:gd name="T33" fmla="*/ 4537 h 9620"/>
                  <a:gd name="T34" fmla="*/ 7605 w 8408"/>
                  <a:gd name="T35" fmla="*/ 5948 h 9620"/>
                  <a:gd name="T36" fmla="*/ 4934 w 8408"/>
                  <a:gd name="T37" fmla="*/ 8554 h 9620"/>
                  <a:gd name="T38" fmla="*/ 4206 w 8408"/>
                  <a:gd name="T39" fmla="*/ 9024 h 9620"/>
                  <a:gd name="T40" fmla="*/ 3477 w 8408"/>
                  <a:gd name="T41" fmla="*/ 8554 h 9620"/>
                  <a:gd name="T42" fmla="*/ 806 w 8408"/>
                  <a:gd name="T43" fmla="*/ 5948 h 9620"/>
                  <a:gd name="T44" fmla="*/ 563 w 8408"/>
                  <a:gd name="T45" fmla="*/ 4537 h 9620"/>
                  <a:gd name="T46" fmla="*/ 563 w 8408"/>
                  <a:gd name="T47" fmla="*/ 1887 h 9620"/>
                  <a:gd name="T48" fmla="*/ 4206 w 8408"/>
                  <a:gd name="T49" fmla="*/ 607 h 9620"/>
                  <a:gd name="T50" fmla="*/ 7848 w 8408"/>
                  <a:gd name="T51" fmla="*/ 1887 h 9620"/>
                  <a:gd name="T52" fmla="*/ 7848 w 8408"/>
                  <a:gd name="T53" fmla="*/ 4537 h 9620"/>
                  <a:gd name="T54" fmla="*/ 1123 w 8408"/>
                  <a:gd name="T55" fmla="*/ 4573 h 9620"/>
                  <a:gd name="T56" fmla="*/ 1329 w 8408"/>
                  <a:gd name="T57" fmla="*/ 5781 h 9620"/>
                  <a:gd name="T58" fmla="*/ 3589 w 8408"/>
                  <a:gd name="T59" fmla="*/ 8013 h 9620"/>
                  <a:gd name="T60" fmla="*/ 4205 w 8408"/>
                  <a:gd name="T61" fmla="*/ 8415 h 9620"/>
                  <a:gd name="T62" fmla="*/ 4205 w 8408"/>
                  <a:gd name="T63" fmla="*/ 1208 h 9620"/>
                  <a:gd name="T64" fmla="*/ 1123 w 8408"/>
                  <a:gd name="T65" fmla="*/ 2304 h 9620"/>
                  <a:gd name="T66" fmla="*/ 1123 w 8408"/>
                  <a:gd name="T67" fmla="*/ 4573 h 9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408" h="9620">
                    <a:moveTo>
                      <a:pt x="8103" y="1397"/>
                    </a:moveTo>
                    <a:lnTo>
                      <a:pt x="4300" y="40"/>
                    </a:lnTo>
                    <a:cubicBezTo>
                      <a:pt x="4223" y="0"/>
                      <a:pt x="4148" y="0"/>
                      <a:pt x="4071" y="40"/>
                    </a:cubicBezTo>
                    <a:lnTo>
                      <a:pt x="266" y="1399"/>
                    </a:lnTo>
                    <a:cubicBezTo>
                      <a:pt x="113" y="1477"/>
                      <a:pt x="0" y="1638"/>
                      <a:pt x="0" y="1797"/>
                    </a:cubicBezTo>
                    <a:lnTo>
                      <a:pt x="0" y="4550"/>
                    </a:lnTo>
                    <a:cubicBezTo>
                      <a:pt x="0" y="5108"/>
                      <a:pt x="115" y="5667"/>
                      <a:pt x="305" y="6146"/>
                    </a:cubicBezTo>
                    <a:cubicBezTo>
                      <a:pt x="838" y="7543"/>
                      <a:pt x="2017" y="8261"/>
                      <a:pt x="3120" y="8980"/>
                    </a:cubicBezTo>
                    <a:cubicBezTo>
                      <a:pt x="3425" y="9141"/>
                      <a:pt x="3728" y="9340"/>
                      <a:pt x="3995" y="9539"/>
                    </a:cubicBezTo>
                    <a:cubicBezTo>
                      <a:pt x="4071" y="9580"/>
                      <a:pt x="4147" y="9620"/>
                      <a:pt x="4223" y="9620"/>
                    </a:cubicBezTo>
                    <a:cubicBezTo>
                      <a:pt x="4300" y="9620"/>
                      <a:pt x="4375" y="9580"/>
                      <a:pt x="4413" y="9539"/>
                    </a:cubicBezTo>
                    <a:cubicBezTo>
                      <a:pt x="4718" y="9338"/>
                      <a:pt x="4983" y="9179"/>
                      <a:pt x="5288" y="8980"/>
                    </a:cubicBezTo>
                    <a:cubicBezTo>
                      <a:pt x="6391" y="8261"/>
                      <a:pt x="7570" y="7543"/>
                      <a:pt x="8103" y="6146"/>
                    </a:cubicBezTo>
                    <a:cubicBezTo>
                      <a:pt x="8295" y="5667"/>
                      <a:pt x="8408" y="5150"/>
                      <a:pt x="8408" y="4550"/>
                    </a:cubicBezTo>
                    <a:lnTo>
                      <a:pt x="8408" y="1795"/>
                    </a:lnTo>
                    <a:cubicBezTo>
                      <a:pt x="8408" y="1636"/>
                      <a:pt x="8293" y="1477"/>
                      <a:pt x="8103" y="1397"/>
                    </a:cubicBezTo>
                    <a:close/>
                    <a:moveTo>
                      <a:pt x="7848" y="4537"/>
                    </a:moveTo>
                    <a:cubicBezTo>
                      <a:pt x="7848" y="5049"/>
                      <a:pt x="7766" y="5521"/>
                      <a:pt x="7605" y="5948"/>
                    </a:cubicBezTo>
                    <a:cubicBezTo>
                      <a:pt x="7120" y="7144"/>
                      <a:pt x="6067" y="7827"/>
                      <a:pt x="4934" y="8554"/>
                    </a:cubicBezTo>
                    <a:cubicBezTo>
                      <a:pt x="4691" y="8725"/>
                      <a:pt x="4449" y="8854"/>
                      <a:pt x="4206" y="9024"/>
                    </a:cubicBezTo>
                    <a:cubicBezTo>
                      <a:pt x="3963" y="8854"/>
                      <a:pt x="3720" y="8725"/>
                      <a:pt x="3477" y="8554"/>
                    </a:cubicBezTo>
                    <a:cubicBezTo>
                      <a:pt x="2345" y="7872"/>
                      <a:pt x="1292" y="7187"/>
                      <a:pt x="806" y="5948"/>
                    </a:cubicBezTo>
                    <a:cubicBezTo>
                      <a:pt x="645" y="5519"/>
                      <a:pt x="563" y="5049"/>
                      <a:pt x="563" y="4537"/>
                    </a:cubicBezTo>
                    <a:lnTo>
                      <a:pt x="563" y="1887"/>
                    </a:lnTo>
                    <a:lnTo>
                      <a:pt x="4206" y="607"/>
                    </a:lnTo>
                    <a:lnTo>
                      <a:pt x="7848" y="1887"/>
                    </a:lnTo>
                    <a:lnTo>
                      <a:pt x="7848" y="4537"/>
                    </a:lnTo>
                    <a:close/>
                    <a:moveTo>
                      <a:pt x="1123" y="4573"/>
                    </a:moveTo>
                    <a:cubicBezTo>
                      <a:pt x="1123" y="5012"/>
                      <a:pt x="1192" y="5414"/>
                      <a:pt x="1329" y="5781"/>
                    </a:cubicBezTo>
                    <a:cubicBezTo>
                      <a:pt x="1740" y="6842"/>
                      <a:pt x="2631" y="7428"/>
                      <a:pt x="3589" y="8013"/>
                    </a:cubicBezTo>
                    <a:cubicBezTo>
                      <a:pt x="3795" y="8159"/>
                      <a:pt x="4000" y="8269"/>
                      <a:pt x="4205" y="8415"/>
                    </a:cubicBezTo>
                    <a:lnTo>
                      <a:pt x="4205" y="1208"/>
                    </a:lnTo>
                    <a:lnTo>
                      <a:pt x="1123" y="2304"/>
                    </a:lnTo>
                    <a:lnTo>
                      <a:pt x="1123" y="4573"/>
                    </a:lnTo>
                    <a:close/>
                  </a:path>
                </a:pathLst>
              </a:custGeom>
              <a:solidFill>
                <a:schemeClr val="tx1">
                  <a:lumMod val="50000"/>
                  <a:lumOff val="5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tx1">
                      <a:lumMod val="50000"/>
                      <a:lumOff val="50000"/>
                    </a:schemeClr>
                  </a:solidFill>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24" name="宇神PPT-4-5"/>
              <p:cNvSpPr/>
              <p:nvPr/>
            </p:nvSpPr>
            <p:spPr>
              <a:xfrm>
                <a:off x="7655386" y="5057831"/>
                <a:ext cx="821030" cy="821030"/>
              </a:xfrm>
              <a:prstGeom prst="ellipse">
                <a:avLst/>
              </a:prstGeom>
              <a:noFill/>
              <a:ln w="19050" cap="flat" cmpd="sng" algn="ctr">
                <a:solidFill>
                  <a:schemeClr val="tx1">
                    <a:lumMod val="50000"/>
                    <a:lumOff val="5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50000"/>
                      <a:lumOff val="50000"/>
                    </a:schemeClr>
                  </a:solidFill>
                </a:endParaRPr>
              </a:p>
            </p:txBody>
          </p:sp>
        </p:grpSp>
      </p:grpSp>
      <p:sp>
        <p:nvSpPr>
          <p:cNvPr id="28" name="宇神PPT-5"/>
          <p:cNvSpPr/>
          <p:nvPr/>
        </p:nvSpPr>
        <p:spPr>
          <a:xfrm>
            <a:off x="4056000" y="580009"/>
            <a:ext cx="8136000" cy="45719"/>
          </a:xfrm>
          <a:custGeom>
            <a:avLst/>
            <a:gdLst>
              <a:gd name="connsiteX0" fmla="*/ 0 w 4686857"/>
              <a:gd name="connsiteY0" fmla="*/ 0 h 20571"/>
              <a:gd name="connsiteX1" fmla="*/ 4686857 w 4686857"/>
              <a:gd name="connsiteY1" fmla="*/ 0 h 20571"/>
              <a:gd name="connsiteX2" fmla="*/ 4686857 w 4686857"/>
              <a:gd name="connsiteY2" fmla="*/ 20571 h 20571"/>
              <a:gd name="connsiteX3" fmla="*/ 0 w 4686857"/>
              <a:gd name="connsiteY3" fmla="*/ 20571 h 20571"/>
            </a:gdLst>
            <a:ahLst/>
            <a:cxnLst>
              <a:cxn ang="0">
                <a:pos x="connsiteX0" y="connsiteY0"/>
              </a:cxn>
              <a:cxn ang="0">
                <a:pos x="connsiteX1" y="connsiteY1"/>
              </a:cxn>
              <a:cxn ang="0">
                <a:pos x="connsiteX2" y="connsiteY2"/>
              </a:cxn>
              <a:cxn ang="0">
                <a:pos x="connsiteX3" y="connsiteY3"/>
              </a:cxn>
            </a:cxnLst>
            <a:rect l="l" t="t" r="r" b="b"/>
            <a:pathLst>
              <a:path w="4686857" h="20571">
                <a:moveTo>
                  <a:pt x="0" y="0"/>
                </a:moveTo>
                <a:lnTo>
                  <a:pt x="4686857" y="0"/>
                </a:lnTo>
                <a:lnTo>
                  <a:pt x="4686857" y="20571"/>
                </a:lnTo>
                <a:lnTo>
                  <a:pt x="0" y="20571"/>
                </a:lnTo>
                <a:close/>
              </a:path>
            </a:pathLst>
          </a:custGeom>
          <a:solidFill>
            <a:schemeClr val="tx1">
              <a:lumMod val="50000"/>
              <a:lumOff val="50000"/>
            </a:schemeClr>
          </a:soli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100000">
                    <a:srgbClr val="8C127D"/>
                  </a:gs>
                  <a:gs pos="0">
                    <a:srgbClr val="E56758"/>
                  </a:gs>
                </a:gsLst>
                <a:lin ang="2700000" scaled="0"/>
              </a:gra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13" name="宇神PPT-6"/>
          <p:cNvSpPr/>
          <p:nvPr/>
        </p:nvSpPr>
        <p:spPr>
          <a:xfrm>
            <a:off x="0" y="580009"/>
            <a:ext cx="348000" cy="45719"/>
          </a:xfrm>
          <a:custGeom>
            <a:avLst/>
            <a:gdLst>
              <a:gd name="connsiteX0" fmla="*/ 0 w 348000"/>
              <a:gd name="connsiteY0" fmla="*/ 0 h 45719"/>
              <a:gd name="connsiteX1" fmla="*/ 348000 w 348000"/>
              <a:gd name="connsiteY1" fmla="*/ 0 h 45719"/>
              <a:gd name="connsiteX2" fmla="*/ 348000 w 348000"/>
              <a:gd name="connsiteY2" fmla="*/ 45719 h 45719"/>
              <a:gd name="connsiteX3" fmla="*/ 0 w 34800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348000" h="45719">
                <a:moveTo>
                  <a:pt x="0" y="0"/>
                </a:moveTo>
                <a:lnTo>
                  <a:pt x="348000" y="0"/>
                </a:lnTo>
                <a:lnTo>
                  <a:pt x="348000" y="45719"/>
                </a:lnTo>
                <a:lnTo>
                  <a:pt x="0" y="45719"/>
                </a:lnTo>
                <a:close/>
              </a:path>
            </a:pathLst>
          </a:custGeom>
          <a:solidFill>
            <a:schemeClr val="tx1">
              <a:lumMod val="50000"/>
              <a:lumOff val="50000"/>
            </a:schemeClr>
          </a:solidFill>
          <a:ln w="3429"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100000">
                    <a:srgbClr val="8C127D"/>
                  </a:gs>
                  <a:gs pos="0">
                    <a:srgbClr val="E56758"/>
                  </a:gs>
                </a:gsLst>
                <a:lin ang="2700000" scaled="0"/>
              </a:gra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pic>
        <p:nvPicPr>
          <p:cNvPr id="14" name="宇神PPT-7" descr="图表, 表面图&#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100978" y="1746062"/>
            <a:ext cx="3730760" cy="422148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anim calcmode="lin" valueType="num">
                                      <p:cBhvr>
                                        <p:cTn id="8" dur="500" fill="hold"/>
                                        <p:tgtEl>
                                          <p:spTgt spid="11"/>
                                        </p:tgtEl>
                                        <p:attrNameLst>
                                          <p:attrName>ppt_x</p:attrName>
                                        </p:attrNameLst>
                                      </p:cBhvr>
                                      <p:tavLst>
                                        <p:tav tm="0">
                                          <p:val>
                                            <p:strVal val="#ppt_x"/>
                                          </p:val>
                                        </p:tav>
                                        <p:tav tm="100000">
                                          <p:val>
                                            <p:strVal val="#ppt_x"/>
                                          </p:val>
                                        </p:tav>
                                      </p:tavLst>
                                    </p:anim>
                                    <p:anim calcmode="lin" valueType="num">
                                      <p:cBhvr>
                                        <p:cTn id="9" dur="5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anim calcmode="lin" valueType="num">
                                      <p:cBhvr>
                                        <p:cTn id="14" dur="500" fill="hold"/>
                                        <p:tgtEl>
                                          <p:spTgt spid="14"/>
                                        </p:tgtEl>
                                        <p:attrNameLst>
                                          <p:attrName>ppt_x</p:attrName>
                                        </p:attrNameLst>
                                      </p:cBhvr>
                                      <p:tavLst>
                                        <p:tav tm="0">
                                          <p:val>
                                            <p:strVal val="#ppt_x"/>
                                          </p:val>
                                        </p:tav>
                                        <p:tav tm="100000">
                                          <p:val>
                                            <p:strVal val="#ppt_x"/>
                                          </p:val>
                                        </p:tav>
                                      </p:tavLst>
                                    </p:anim>
                                    <p:anim calcmode="lin" valueType="num">
                                      <p:cBhvr>
                                        <p:cTn id="15" dur="5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宇神PPT-1" descr="背景图案&#10;&#10;描述已自动生成"/>
          <p:cNvPicPr>
            <a:picLocks noChangeAspect="1"/>
          </p:cNvPicPr>
          <p:nvPr/>
        </p:nvPicPr>
        <p:blipFill>
          <a:blip r:embed="rId1">
            <a:extLst>
              <a:ext uri="{28A0092B-C50C-407E-A947-70E740481C1C}">
                <a14:useLocalDpi xmlns:a14="http://schemas.microsoft.com/office/drawing/2010/main" val="0"/>
              </a:ext>
            </a:extLst>
          </a:blip>
          <a:srcRect b="8108"/>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2" name="宇神PPT-2" hidden="1"/>
          <p:cNvSpPr txBox="1"/>
          <p:nvPr/>
        </p:nvSpPr>
        <p:spPr>
          <a:xfrm>
            <a:off x="10580913" y="-603126"/>
            <a:ext cx="1727200" cy="369332"/>
          </a:xfrm>
          <a:prstGeom prst="rect">
            <a:avLst/>
          </a:prstGeom>
          <a:noFill/>
        </p:spPr>
        <p:txBody>
          <a:bodyPr wrap="square" rtlCol="0">
            <a:spAutoFit/>
          </a:bodyPr>
          <a:lstStyle/>
          <a:p>
            <a:pPr algn="ctr"/>
            <a:r>
              <a:rPr lang="en-US" altLang="zh-CN" dirty="0">
                <a:ln>
                  <a:noFill/>
                </a:ln>
                <a:noFill/>
                <a:cs typeface="思源黑体 CN Bold" panose="020B0800000000000000" charset="-122"/>
              </a:rPr>
              <a:t>By  </a:t>
            </a:r>
            <a:r>
              <a:rPr lang="en-US" altLang="zh-CN" dirty="0" err="1">
                <a:ln>
                  <a:noFill/>
                </a:ln>
                <a:noFill/>
                <a:cs typeface="思源黑体 CN Bold" panose="020B0800000000000000" charset="-122"/>
              </a:rPr>
              <a:t>Yushen</a:t>
            </a:r>
            <a:endParaRPr lang="zh-CN" altLang="en-US" dirty="0">
              <a:ln>
                <a:noFill/>
              </a:ln>
              <a:noFill/>
              <a:cs typeface="思源黑体 CN Bold" panose="020B0800000000000000" charset="-122"/>
            </a:endParaRPr>
          </a:p>
        </p:txBody>
      </p:sp>
      <p:sp>
        <p:nvSpPr>
          <p:cNvPr id="49" name="宇神PPT-3"/>
          <p:cNvSpPr/>
          <p:nvPr/>
        </p:nvSpPr>
        <p:spPr>
          <a:xfrm>
            <a:off x="0" y="0"/>
            <a:ext cx="11231153" cy="6858000"/>
          </a:xfrm>
          <a:custGeom>
            <a:avLst/>
            <a:gdLst>
              <a:gd name="connsiteX0" fmla="*/ 0 w 11231153"/>
              <a:gd name="connsiteY0" fmla="*/ 0 h 6858000"/>
              <a:gd name="connsiteX1" fmla="*/ 11231153 w 11231153"/>
              <a:gd name="connsiteY1" fmla="*/ 0 h 6858000"/>
              <a:gd name="connsiteX2" fmla="*/ 11226154 w 11231153"/>
              <a:gd name="connsiteY2" fmla="*/ 9075 h 6858000"/>
              <a:gd name="connsiteX3" fmla="*/ 11050730 w 11231153"/>
              <a:gd name="connsiteY3" fmla="*/ 332112 h 6858000"/>
              <a:gd name="connsiteX4" fmla="*/ 9334009 w 11231153"/>
              <a:gd name="connsiteY4" fmla="*/ 2230509 h 6858000"/>
              <a:gd name="connsiteX5" fmla="*/ 7538299 w 11231153"/>
              <a:gd name="connsiteY5" fmla="*/ 2883495 h 6858000"/>
              <a:gd name="connsiteX6" fmla="*/ 6337647 w 11231153"/>
              <a:gd name="connsiteY6" fmla="*/ 4616013 h 6858000"/>
              <a:gd name="connsiteX7" fmla="*/ 5605671 w 11231153"/>
              <a:gd name="connsiteY7" fmla="*/ 6738217 h 6858000"/>
              <a:gd name="connsiteX8" fmla="*/ 5550832 w 11231153"/>
              <a:gd name="connsiteY8" fmla="*/ 6858000 h 6858000"/>
              <a:gd name="connsiteX9" fmla="*/ 0 w 11231153"/>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231153" h="6858000">
                <a:moveTo>
                  <a:pt x="0" y="0"/>
                </a:moveTo>
                <a:lnTo>
                  <a:pt x="11231153" y="0"/>
                </a:lnTo>
                <a:lnTo>
                  <a:pt x="11226154" y="9075"/>
                </a:lnTo>
                <a:cubicBezTo>
                  <a:pt x="11167899" y="117193"/>
                  <a:pt x="11109973" y="225475"/>
                  <a:pt x="11050730" y="332112"/>
                </a:cubicBezTo>
                <a:cubicBezTo>
                  <a:pt x="10613651" y="1124646"/>
                  <a:pt x="10065985" y="1875054"/>
                  <a:pt x="9334009" y="2230509"/>
                </a:cubicBezTo>
                <a:cubicBezTo>
                  <a:pt x="8752114" y="2512241"/>
                  <a:pt x="8091231" y="2525406"/>
                  <a:pt x="7538299" y="2883495"/>
                </a:cubicBezTo>
                <a:cubicBezTo>
                  <a:pt x="6980102" y="3246850"/>
                  <a:pt x="6603582" y="3918268"/>
                  <a:pt x="6337647" y="4616013"/>
                </a:cubicBezTo>
                <a:cubicBezTo>
                  <a:pt x="6071715" y="5311127"/>
                  <a:pt x="5895303" y="6056269"/>
                  <a:pt x="5605671" y="6738217"/>
                </a:cubicBezTo>
                <a:lnTo>
                  <a:pt x="5550832" y="6858000"/>
                </a:lnTo>
                <a:lnTo>
                  <a:pt x="0" y="6858000"/>
                </a:lnTo>
                <a:close/>
              </a:path>
            </a:pathLst>
          </a:custGeom>
          <a:solidFill>
            <a:schemeClr val="accent1">
              <a:lumMod val="781"/>
              <a:lumOff val="99219"/>
              <a:alpha val="37000"/>
            </a:schemeClr>
          </a:solidFill>
          <a:ln w="18992" cap="flat">
            <a:noFill/>
            <a:prstDash val="solid"/>
            <a:miter/>
          </a:ln>
        </p:spPr>
        <p:txBody>
          <a:bodyPr rtlCol="0" anchor="ctr"/>
          <a:lstStyle/>
          <a:p>
            <a:endParaRPr lang="zh-CN" altLang="en-US"/>
          </a:p>
        </p:txBody>
      </p:sp>
      <p:sp>
        <p:nvSpPr>
          <p:cNvPr id="51" name="宇神PPT-4"/>
          <p:cNvSpPr/>
          <p:nvPr/>
        </p:nvSpPr>
        <p:spPr>
          <a:xfrm>
            <a:off x="0" y="0"/>
            <a:ext cx="10895187" cy="6858000"/>
          </a:xfrm>
          <a:custGeom>
            <a:avLst/>
            <a:gdLst>
              <a:gd name="connsiteX0" fmla="*/ 0 w 10895187"/>
              <a:gd name="connsiteY0" fmla="*/ 0 h 6858000"/>
              <a:gd name="connsiteX1" fmla="*/ 10895187 w 10895187"/>
              <a:gd name="connsiteY1" fmla="*/ 0 h 6858000"/>
              <a:gd name="connsiteX2" fmla="*/ 10643067 w 10895187"/>
              <a:gd name="connsiteY2" fmla="*/ 226213 h 6858000"/>
              <a:gd name="connsiteX3" fmla="*/ 10079151 w 10895187"/>
              <a:gd name="connsiteY3" fmla="*/ 605942 h 6858000"/>
              <a:gd name="connsiteX4" fmla="*/ 7875325 w 10895187"/>
              <a:gd name="connsiteY4" fmla="*/ 1506430 h 6858000"/>
              <a:gd name="connsiteX5" fmla="*/ 6445601 w 10895187"/>
              <a:gd name="connsiteY5" fmla="*/ 3715523 h 6858000"/>
              <a:gd name="connsiteX6" fmla="*/ 5610938 w 10895187"/>
              <a:gd name="connsiteY6" fmla="*/ 6385391 h 6858000"/>
              <a:gd name="connsiteX7" fmla="*/ 5417166 w 10895187"/>
              <a:gd name="connsiteY7" fmla="*/ 6837157 h 6858000"/>
              <a:gd name="connsiteX8" fmla="*/ 5406856 w 10895187"/>
              <a:gd name="connsiteY8" fmla="*/ 6858000 h 6858000"/>
              <a:gd name="connsiteX9" fmla="*/ 0 w 10895187"/>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95187" h="6858000">
                <a:moveTo>
                  <a:pt x="0" y="0"/>
                </a:moveTo>
                <a:lnTo>
                  <a:pt x="10895187" y="0"/>
                </a:lnTo>
                <a:lnTo>
                  <a:pt x="10643067" y="226213"/>
                </a:lnTo>
                <a:cubicBezTo>
                  <a:pt x="10466203" y="371604"/>
                  <a:pt x="10278601" y="499305"/>
                  <a:pt x="10079151" y="605942"/>
                </a:cubicBezTo>
                <a:cubicBezTo>
                  <a:pt x="9368239" y="985095"/>
                  <a:pt x="8546741" y="1035121"/>
                  <a:pt x="7875325" y="1506430"/>
                </a:cubicBezTo>
                <a:cubicBezTo>
                  <a:pt x="7196008" y="1983004"/>
                  <a:pt x="6751030" y="2838731"/>
                  <a:pt x="6445601" y="3715523"/>
                </a:cubicBezTo>
                <a:cubicBezTo>
                  <a:pt x="6140172" y="4592313"/>
                  <a:pt x="5945330" y="5524397"/>
                  <a:pt x="5610938" y="6385391"/>
                </a:cubicBezTo>
                <a:cubicBezTo>
                  <a:pt x="5551696" y="6536789"/>
                  <a:pt x="5487187" y="6688351"/>
                  <a:pt x="5417166" y="6837157"/>
                </a:cubicBezTo>
                <a:lnTo>
                  <a:pt x="5406856" y="6858000"/>
                </a:lnTo>
                <a:lnTo>
                  <a:pt x="0" y="6858000"/>
                </a:lnTo>
                <a:close/>
              </a:path>
            </a:pathLst>
          </a:custGeom>
          <a:solidFill>
            <a:schemeClr val="accent1">
              <a:lumMod val="781"/>
              <a:lumOff val="99219"/>
              <a:alpha val="60000"/>
            </a:schemeClr>
          </a:solidFill>
          <a:ln w="18992" cap="flat">
            <a:noFill/>
            <a:prstDash val="solid"/>
            <a:miter/>
          </a:ln>
        </p:spPr>
        <p:txBody>
          <a:bodyPr rtlCol="0" anchor="ctr"/>
          <a:lstStyle/>
          <a:p>
            <a:endParaRPr lang="zh-CN" altLang="en-US"/>
          </a:p>
        </p:txBody>
      </p:sp>
      <p:sp>
        <p:nvSpPr>
          <p:cNvPr id="53" name="宇神PPT-5"/>
          <p:cNvSpPr/>
          <p:nvPr/>
        </p:nvSpPr>
        <p:spPr>
          <a:xfrm>
            <a:off x="0" y="0"/>
            <a:ext cx="10502009" cy="6858000"/>
          </a:xfrm>
          <a:custGeom>
            <a:avLst/>
            <a:gdLst>
              <a:gd name="connsiteX0" fmla="*/ 0 w 10502009"/>
              <a:gd name="connsiteY0" fmla="*/ 0 h 6858000"/>
              <a:gd name="connsiteX1" fmla="*/ 10502009 w 10502009"/>
              <a:gd name="connsiteY1" fmla="*/ 0 h 6858000"/>
              <a:gd name="connsiteX2" fmla="*/ 10385526 w 10502009"/>
              <a:gd name="connsiteY2" fmla="*/ 102093 h 6858000"/>
              <a:gd name="connsiteX3" fmla="*/ 9850079 w 10502009"/>
              <a:gd name="connsiteY3" fmla="*/ 466394 h 6858000"/>
              <a:gd name="connsiteX4" fmla="*/ 7454043 w 10502009"/>
              <a:gd name="connsiteY4" fmla="*/ 1503799 h 6858000"/>
              <a:gd name="connsiteX5" fmla="*/ 5924266 w 10502009"/>
              <a:gd name="connsiteY5" fmla="*/ 3955128 h 6858000"/>
              <a:gd name="connsiteX6" fmla="*/ 5178312 w 10502009"/>
              <a:gd name="connsiteY6" fmla="*/ 6539182 h 6858000"/>
              <a:gd name="connsiteX7" fmla="*/ 5066996 w 10502009"/>
              <a:gd name="connsiteY7" fmla="*/ 6858000 h 6858000"/>
              <a:gd name="connsiteX8" fmla="*/ 0 w 10502009"/>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02009" h="6858000">
                <a:moveTo>
                  <a:pt x="0" y="0"/>
                </a:moveTo>
                <a:lnTo>
                  <a:pt x="10502009" y="0"/>
                </a:lnTo>
                <a:lnTo>
                  <a:pt x="10385526" y="102093"/>
                </a:lnTo>
                <a:cubicBezTo>
                  <a:pt x="10216561" y="238968"/>
                  <a:pt x="10038339" y="361074"/>
                  <a:pt x="9850079" y="466394"/>
                </a:cubicBezTo>
                <a:cubicBezTo>
                  <a:pt x="9078608" y="898206"/>
                  <a:pt x="8183386" y="971932"/>
                  <a:pt x="7454043" y="1503799"/>
                </a:cubicBezTo>
                <a:cubicBezTo>
                  <a:pt x="6716802" y="2043565"/>
                  <a:pt x="6245493" y="2988815"/>
                  <a:pt x="5924266" y="3955128"/>
                </a:cubicBezTo>
                <a:cubicBezTo>
                  <a:pt x="5643193" y="4802956"/>
                  <a:pt x="5456867" y="5693118"/>
                  <a:pt x="5178312" y="6539182"/>
                </a:cubicBezTo>
                <a:lnTo>
                  <a:pt x="5066996" y="6858000"/>
                </a:lnTo>
                <a:lnTo>
                  <a:pt x="0" y="6858000"/>
                </a:lnTo>
                <a:close/>
              </a:path>
            </a:pathLst>
          </a:custGeom>
          <a:solidFill>
            <a:schemeClr val="accent1">
              <a:lumMod val="781"/>
              <a:lumOff val="99219"/>
            </a:schemeClr>
          </a:solidFill>
          <a:ln w="18992" cap="flat">
            <a:noFill/>
            <a:prstDash val="solid"/>
            <a:miter/>
          </a:ln>
        </p:spPr>
        <p:txBody>
          <a:bodyPr rtlCol="0" anchor="ctr"/>
          <a:lstStyle/>
          <a:p>
            <a:endParaRPr lang="zh-CN" altLang="en-US" dirty="0"/>
          </a:p>
        </p:txBody>
      </p:sp>
      <p:pic>
        <p:nvPicPr>
          <p:cNvPr id="6" name="宇神PPT-6" descr="图片包含 游戏机, 建筑, 灯光&#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0538" y="2630694"/>
            <a:ext cx="4176461" cy="2633455"/>
          </a:xfrm>
          <a:prstGeom prst="rect">
            <a:avLst/>
          </a:prstGeom>
          <a:effectLst>
            <a:reflection blurRad="6350" stA="77000" endPos="43000" dir="5400000" sy="-100000" algn="bl" rotWithShape="0"/>
          </a:effectLst>
        </p:spPr>
      </p:pic>
      <p:grpSp>
        <p:nvGrpSpPr>
          <p:cNvPr id="39" name="宇神PPT-10"/>
          <p:cNvGrpSpPr/>
          <p:nvPr/>
        </p:nvGrpSpPr>
        <p:grpSpPr>
          <a:xfrm>
            <a:off x="397566" y="1693887"/>
            <a:ext cx="5411141" cy="2159517"/>
            <a:chOff x="1207357" y="1585755"/>
            <a:chExt cx="5411141" cy="2159517"/>
          </a:xfrm>
          <a:effectLst>
            <a:outerShdw dist="50800" dir="2700000" algn="tl" rotWithShape="0">
              <a:schemeClr val="accent2">
                <a:alpha val="20000"/>
              </a:schemeClr>
            </a:outerShdw>
          </a:effectLst>
        </p:grpSpPr>
        <p:sp>
          <p:nvSpPr>
            <p:cNvPr id="40" name="宇神PPT-10-1"/>
            <p:cNvSpPr/>
            <p:nvPr/>
          </p:nvSpPr>
          <p:spPr>
            <a:xfrm>
              <a:off x="1443763" y="3699553"/>
              <a:ext cx="5174735" cy="45719"/>
            </a:xfrm>
            <a:custGeom>
              <a:avLst/>
              <a:gdLst>
                <a:gd name="connsiteX0" fmla="*/ 0 w 4686857"/>
                <a:gd name="connsiteY0" fmla="*/ 0 h 20571"/>
                <a:gd name="connsiteX1" fmla="*/ 4686857 w 4686857"/>
                <a:gd name="connsiteY1" fmla="*/ 0 h 20571"/>
                <a:gd name="connsiteX2" fmla="*/ 4686857 w 4686857"/>
                <a:gd name="connsiteY2" fmla="*/ 20571 h 20571"/>
                <a:gd name="connsiteX3" fmla="*/ 0 w 4686857"/>
                <a:gd name="connsiteY3" fmla="*/ 20571 h 20571"/>
              </a:gdLst>
              <a:ahLst/>
              <a:cxnLst>
                <a:cxn ang="0">
                  <a:pos x="connsiteX0" y="connsiteY0"/>
                </a:cxn>
                <a:cxn ang="0">
                  <a:pos x="connsiteX1" y="connsiteY1"/>
                </a:cxn>
                <a:cxn ang="0">
                  <a:pos x="connsiteX2" y="connsiteY2"/>
                </a:cxn>
                <a:cxn ang="0">
                  <a:pos x="connsiteX3" y="connsiteY3"/>
                </a:cxn>
              </a:cxnLst>
              <a:rect l="l" t="t" r="r" b="b"/>
              <a:pathLst>
                <a:path w="4686857" h="20571">
                  <a:moveTo>
                    <a:pt x="0" y="0"/>
                  </a:moveTo>
                  <a:lnTo>
                    <a:pt x="4686857" y="0"/>
                  </a:lnTo>
                  <a:lnTo>
                    <a:pt x="4686857" y="20571"/>
                  </a:lnTo>
                  <a:lnTo>
                    <a:pt x="0" y="20571"/>
                  </a:lnTo>
                  <a:close/>
                </a:path>
              </a:pathLst>
            </a:custGeom>
            <a:gradFill>
              <a:gsLst>
                <a:gs pos="100000">
                  <a:schemeClr val="accent2"/>
                </a:gs>
                <a:gs pos="0">
                  <a:schemeClr val="accent1"/>
                </a:gs>
              </a:gsLst>
              <a:lin ang="2700000" scaled="0"/>
            </a:gradFill>
            <a:ln w="3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100000">
                      <a:schemeClr val="accent2"/>
                    </a:gs>
                    <a:gs pos="0">
                      <a:schemeClr val="accent1"/>
                    </a:gs>
                  </a:gsLst>
                  <a:lin ang="2700000" scaled="0"/>
                </a:gra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41" name="宇神PPT-10-2"/>
            <p:cNvSpPr txBox="1"/>
            <p:nvPr/>
          </p:nvSpPr>
          <p:spPr>
            <a:xfrm>
              <a:off x="1389978" y="1585755"/>
              <a:ext cx="4707728" cy="3693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gradFill>
                    <a:gsLst>
                      <a:gs pos="100000">
                        <a:schemeClr val="accent2"/>
                      </a:gs>
                      <a:gs pos="0">
                        <a:schemeClr val="accent1"/>
                      </a:gs>
                    </a:gsLst>
                    <a:lin ang="2700000" scaled="0"/>
                  </a:gradFill>
                  <a:effectLst/>
                  <a:uLnTx/>
                  <a:uFillTx/>
                  <a:latin typeface="思源黑体 CN Bold" panose="020B0800000000000000" charset="-122"/>
                  <a:ea typeface="思源黑体 CN Bold" panose="020B0800000000000000" charset="-122"/>
                  <a:cs typeface="思源黑体 CN Bold" panose="020B0800000000000000" charset="-122"/>
                </a:rPr>
                <a:t>THANKS FOR WATCHING</a:t>
              </a:r>
              <a:endParaRPr kumimoji="0" lang="zh-CN" altLang="en-US" sz="1800" b="0" i="0" u="none" strike="noStrike" kern="1200" cap="none" spc="0" normalizeH="0" baseline="0" noProof="0" dirty="0">
                <a:ln>
                  <a:noFill/>
                </a:ln>
                <a:gradFill>
                  <a:gsLst>
                    <a:gs pos="100000">
                      <a:schemeClr val="accent2"/>
                    </a:gs>
                    <a:gs pos="0">
                      <a:schemeClr val="accent1"/>
                    </a:gs>
                  </a:gsLst>
                  <a:lin ang="2700000" scaled="0"/>
                </a:gra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42" name="宇神PPT-10-3"/>
            <p:cNvSpPr txBox="1"/>
            <p:nvPr/>
          </p:nvSpPr>
          <p:spPr>
            <a:xfrm>
              <a:off x="1207357" y="1803648"/>
              <a:ext cx="1620957" cy="1862048"/>
            </a:xfrm>
            <a:prstGeom prst="rect">
              <a:avLst/>
            </a:prstGeom>
            <a:noFill/>
          </p:spPr>
          <p:txBody>
            <a:bodyPr wrap="non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1500" b="0" i="0" u="none" strike="noStrike" kern="1200" cap="none" spc="-300" normalizeH="0" baseline="0" noProof="0" dirty="0">
                  <a:ln w="12700">
                    <a:noFill/>
                  </a:ln>
                  <a:gradFill>
                    <a:gsLst>
                      <a:gs pos="100000">
                        <a:schemeClr val="accent2"/>
                      </a:gs>
                      <a:gs pos="0">
                        <a:schemeClr val="accent1"/>
                      </a:gs>
                    </a:gsLst>
                    <a:lin ang="2700000" scaled="0"/>
                  </a:gradFill>
                  <a:effectLst/>
                  <a:uLnTx/>
                  <a:uFillTx/>
                  <a:latin typeface="汉仪书魂体简" panose="02010609000101010101" pitchFamily="49" charset="-122"/>
                  <a:ea typeface="汉仪书魂体简" panose="02010609000101010101" pitchFamily="49" charset="-122"/>
                  <a:cs typeface="思源黑体 CN Bold" panose="020B0800000000000000" charset="-122"/>
                </a:rPr>
                <a:t>谢</a:t>
              </a:r>
              <a:endParaRPr kumimoji="0" lang="zh-CN" altLang="en-US" sz="11500" b="0" i="0" u="none" strike="noStrike" kern="1200" cap="none" spc="-300" normalizeH="0" baseline="0" noProof="0" dirty="0">
                <a:ln w="12700">
                  <a:noFill/>
                </a:ln>
                <a:gradFill>
                  <a:gsLst>
                    <a:gs pos="100000">
                      <a:schemeClr val="accent2"/>
                    </a:gs>
                    <a:gs pos="0">
                      <a:schemeClr val="accent1"/>
                    </a:gs>
                  </a:gsLst>
                  <a:lin ang="2700000" scaled="0"/>
                </a:gradFill>
                <a:effectLst/>
                <a:uLnTx/>
                <a:uFillTx/>
                <a:latin typeface="汉仪书魂体简" panose="02010609000101010101" pitchFamily="49" charset="-122"/>
                <a:ea typeface="汉仪书魂体简" panose="02010609000101010101" pitchFamily="49" charset="-122"/>
                <a:cs typeface="思源黑体 CN Bold" panose="020B0800000000000000" charset="-122"/>
              </a:endParaRPr>
            </a:p>
          </p:txBody>
        </p:sp>
        <p:sp>
          <p:nvSpPr>
            <p:cNvPr id="43" name="宇神PPT-10-4"/>
            <p:cNvSpPr txBox="1"/>
            <p:nvPr/>
          </p:nvSpPr>
          <p:spPr>
            <a:xfrm>
              <a:off x="2334578" y="1803648"/>
              <a:ext cx="1620957" cy="1862048"/>
            </a:xfrm>
            <a:prstGeom prst="rect">
              <a:avLst/>
            </a:prstGeom>
            <a:noFill/>
          </p:spPr>
          <p:txBody>
            <a:bodyPr wrap="non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1500" b="0" i="0" u="none" strike="noStrike" kern="1200" cap="none" spc="-300" normalizeH="0" baseline="0" noProof="0" dirty="0">
                  <a:ln w="12700">
                    <a:noFill/>
                  </a:ln>
                  <a:gradFill>
                    <a:gsLst>
                      <a:gs pos="100000">
                        <a:schemeClr val="accent2"/>
                      </a:gs>
                      <a:gs pos="0">
                        <a:schemeClr val="accent1"/>
                      </a:gs>
                    </a:gsLst>
                    <a:lin ang="2700000" scaled="0"/>
                  </a:gradFill>
                  <a:effectLst/>
                  <a:uLnTx/>
                  <a:uFillTx/>
                  <a:latin typeface="汉仪书魂体简" panose="02010609000101010101" pitchFamily="49" charset="-122"/>
                  <a:ea typeface="汉仪书魂体简" panose="02010609000101010101" pitchFamily="49" charset="-122"/>
                  <a:cs typeface="思源黑体 CN Bold" panose="020B0800000000000000" charset="-122"/>
                </a:rPr>
                <a:t>谢</a:t>
              </a:r>
              <a:endParaRPr kumimoji="0" lang="zh-CN" altLang="en-US" sz="11500" b="0" i="0" u="none" strike="noStrike" kern="1200" cap="none" spc="-300" normalizeH="0" baseline="0" noProof="0" dirty="0">
                <a:ln w="12700">
                  <a:noFill/>
                </a:ln>
                <a:gradFill>
                  <a:gsLst>
                    <a:gs pos="100000">
                      <a:schemeClr val="accent2"/>
                    </a:gs>
                    <a:gs pos="0">
                      <a:schemeClr val="accent1"/>
                    </a:gs>
                  </a:gsLst>
                  <a:lin ang="2700000" scaled="0"/>
                </a:gradFill>
                <a:effectLst/>
                <a:uLnTx/>
                <a:uFillTx/>
                <a:latin typeface="汉仪书魂体简" panose="02010609000101010101" pitchFamily="49" charset="-122"/>
                <a:ea typeface="汉仪书魂体简" panose="02010609000101010101" pitchFamily="49" charset="-122"/>
                <a:cs typeface="思源黑体 CN Bold" panose="020B0800000000000000" charset="-122"/>
              </a:endParaRPr>
            </a:p>
          </p:txBody>
        </p:sp>
        <p:sp>
          <p:nvSpPr>
            <p:cNvPr id="44" name="宇神PPT-10-5"/>
            <p:cNvSpPr txBox="1"/>
            <p:nvPr/>
          </p:nvSpPr>
          <p:spPr>
            <a:xfrm>
              <a:off x="3657840" y="1803648"/>
              <a:ext cx="1620957" cy="1862048"/>
            </a:xfrm>
            <a:prstGeom prst="rect">
              <a:avLst/>
            </a:prstGeom>
            <a:noFill/>
          </p:spPr>
          <p:txBody>
            <a:bodyPr wrap="non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1500" b="0" i="0" u="none" strike="noStrike" kern="1200" cap="none" spc="-300" normalizeH="0" baseline="0" noProof="0" dirty="0">
                  <a:ln w="12700">
                    <a:noFill/>
                  </a:ln>
                  <a:gradFill>
                    <a:gsLst>
                      <a:gs pos="100000">
                        <a:schemeClr val="accent2"/>
                      </a:gs>
                      <a:gs pos="0">
                        <a:schemeClr val="accent1"/>
                      </a:gs>
                    </a:gsLst>
                    <a:lin ang="2700000" scaled="0"/>
                  </a:gradFill>
                  <a:effectLst/>
                  <a:uLnTx/>
                  <a:uFillTx/>
                  <a:latin typeface="汉仪书魂体简" panose="02010609000101010101" pitchFamily="49" charset="-122"/>
                  <a:ea typeface="汉仪书魂体简" panose="02010609000101010101" pitchFamily="49" charset="-122"/>
                  <a:cs typeface="思源黑体 CN Bold" panose="020B0800000000000000" charset="-122"/>
                </a:rPr>
                <a:t>观</a:t>
              </a:r>
              <a:endParaRPr kumimoji="0" lang="zh-CN" altLang="en-US" sz="11500" b="0" i="0" u="none" strike="noStrike" kern="1200" cap="none" spc="-300" normalizeH="0" baseline="0" noProof="0" dirty="0">
                <a:ln w="12700">
                  <a:noFill/>
                </a:ln>
                <a:gradFill>
                  <a:gsLst>
                    <a:gs pos="100000">
                      <a:schemeClr val="accent2"/>
                    </a:gs>
                    <a:gs pos="0">
                      <a:schemeClr val="accent1"/>
                    </a:gs>
                  </a:gsLst>
                  <a:lin ang="2700000" scaled="0"/>
                </a:gradFill>
                <a:effectLst/>
                <a:uLnTx/>
                <a:uFillTx/>
                <a:latin typeface="汉仪书魂体简" panose="02010609000101010101" pitchFamily="49" charset="-122"/>
                <a:ea typeface="汉仪书魂体简" panose="02010609000101010101" pitchFamily="49" charset="-122"/>
                <a:cs typeface="思源黑体 CN Bold" panose="020B0800000000000000" charset="-122"/>
              </a:endParaRPr>
            </a:p>
          </p:txBody>
        </p:sp>
        <p:sp>
          <p:nvSpPr>
            <p:cNvPr id="46" name="宇神PPT-10-6"/>
            <p:cNvSpPr txBox="1"/>
            <p:nvPr/>
          </p:nvSpPr>
          <p:spPr>
            <a:xfrm>
              <a:off x="4848391" y="1803648"/>
              <a:ext cx="1620957" cy="1862048"/>
            </a:xfrm>
            <a:prstGeom prst="rect">
              <a:avLst/>
            </a:prstGeom>
            <a:noFill/>
          </p:spPr>
          <p:txBody>
            <a:bodyPr wrap="non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1500" b="0" i="0" u="none" strike="noStrike" kern="1200" cap="none" spc="-300" normalizeH="0" baseline="0" noProof="0" dirty="0">
                  <a:ln w="12700">
                    <a:noFill/>
                  </a:ln>
                  <a:gradFill>
                    <a:gsLst>
                      <a:gs pos="100000">
                        <a:schemeClr val="accent2"/>
                      </a:gs>
                      <a:gs pos="0">
                        <a:schemeClr val="accent1"/>
                      </a:gs>
                    </a:gsLst>
                    <a:lin ang="2700000" scaled="0"/>
                  </a:gradFill>
                  <a:effectLst/>
                  <a:uLnTx/>
                  <a:uFillTx/>
                  <a:latin typeface="汉仪书魂体简" panose="02010609000101010101" pitchFamily="49" charset="-122"/>
                  <a:ea typeface="汉仪书魂体简" panose="02010609000101010101" pitchFamily="49" charset="-122"/>
                  <a:cs typeface="思源黑体 CN Bold" panose="020B0800000000000000" charset="-122"/>
                </a:rPr>
                <a:t>看</a:t>
              </a:r>
              <a:endParaRPr kumimoji="0" lang="zh-CN" altLang="en-US" sz="11500" b="0" i="0" u="none" strike="noStrike" kern="1200" cap="none" spc="-300" normalizeH="0" baseline="0" noProof="0" dirty="0">
                <a:ln w="12700">
                  <a:noFill/>
                </a:ln>
                <a:gradFill>
                  <a:gsLst>
                    <a:gs pos="100000">
                      <a:schemeClr val="accent2"/>
                    </a:gs>
                    <a:gs pos="0">
                      <a:schemeClr val="accent1"/>
                    </a:gs>
                  </a:gsLst>
                  <a:lin ang="2700000" scaled="0"/>
                </a:gradFill>
                <a:effectLst/>
                <a:uLnTx/>
                <a:uFillTx/>
                <a:latin typeface="汉仪书魂体简" panose="02010609000101010101" pitchFamily="49" charset="-122"/>
                <a:ea typeface="汉仪书魂体简" panose="02010609000101010101" pitchFamily="49" charset="-122"/>
                <a:cs typeface="思源黑体 CN Bold" panose="020B0800000000000000" charset="-122"/>
              </a:endParaRPr>
            </a:p>
          </p:txBody>
        </p:sp>
      </p:grpSp>
      <p:sp>
        <p:nvSpPr>
          <p:cNvPr id="59" name="宇神PPT-12"/>
          <p:cNvSpPr txBox="1"/>
          <p:nvPr/>
        </p:nvSpPr>
        <p:spPr>
          <a:xfrm>
            <a:off x="7397655" y="6184966"/>
            <a:ext cx="4416067" cy="442493"/>
          </a:xfrm>
          <a:prstGeom prst="rect">
            <a:avLst/>
          </a:prstGeom>
          <a:noFill/>
        </p:spPr>
        <p:txBody>
          <a:bodyPr wrap="square">
            <a:spAutoFit/>
          </a:bodyPr>
          <a:lstStyle/>
          <a:p>
            <a:pPr marL="0" marR="0" lvl="0" indent="0" algn="r" defTabSz="914400" rtl="0" eaLnBrk="1" fontAlgn="auto" latinLnBrk="0" hangingPunct="1">
              <a:lnSpc>
                <a:spcPct val="150000"/>
              </a:lnSpc>
              <a:spcBef>
                <a:spcPts val="0"/>
              </a:spcBef>
              <a:spcAft>
                <a:spcPts val="0"/>
              </a:spcAft>
              <a:buClrTx/>
              <a:buSzTx/>
              <a:buFontTx/>
              <a:buNone/>
              <a:defRPr/>
            </a:pPr>
            <a:r>
              <a:rPr kumimoji="0" lang="en-US" altLang="zh-CN" sz="800" b="0" i="0" u="none" strike="noStrike" kern="1200" cap="none" spc="0" normalizeH="0" baseline="0" noProof="0" dirty="0">
                <a:ln>
                  <a:noFill/>
                </a:ln>
                <a:solidFill>
                  <a:schemeClr val="accent1">
                    <a:lumMod val="781"/>
                    <a:lumOff val="99219"/>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PPT TEMPLATE OF LITERATURE NOVEL READING SHARING MEETING</a:t>
            </a:r>
            <a:r>
              <a:rPr kumimoji="0" lang="zh-CN" altLang="en-US" sz="800" b="0" i="0" u="none" strike="noStrike" kern="1200" cap="none" spc="0" normalizeH="0" baseline="0" noProof="0" dirty="0">
                <a:ln>
                  <a:noFill/>
                </a:ln>
                <a:solidFill>
                  <a:schemeClr val="accent1">
                    <a:lumMod val="781"/>
                    <a:lumOff val="99219"/>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a:t>
            </a:r>
            <a:r>
              <a:rPr kumimoji="0" lang="en-US" altLang="zh-CN" sz="800" b="0" i="0" u="none" strike="noStrike" kern="1200" cap="none" spc="0" normalizeH="0" baseline="0" noProof="0" dirty="0">
                <a:ln>
                  <a:noFill/>
                </a:ln>
                <a:solidFill>
                  <a:schemeClr val="accent1">
                    <a:lumMod val="781"/>
                    <a:lumOff val="99219"/>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PPT TEMPLATE OF LITERATURE NOVEL READING SHARING MEETING</a:t>
            </a:r>
            <a:endParaRPr kumimoji="0" lang="zh-CN" altLang="en-US" sz="800" b="0" i="0" u="none" strike="noStrike" kern="1200" cap="none" spc="0" normalizeH="0" baseline="0" noProof="0" dirty="0">
              <a:ln>
                <a:noFill/>
              </a:ln>
              <a:solidFill>
                <a:schemeClr val="accent1">
                  <a:lumMod val="781"/>
                  <a:lumOff val="99219"/>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grpSp>
        <p:nvGrpSpPr>
          <p:cNvPr id="3" name="宇神PPT-13"/>
          <p:cNvGrpSpPr/>
          <p:nvPr/>
        </p:nvGrpSpPr>
        <p:grpSpPr>
          <a:xfrm>
            <a:off x="412079" y="6315846"/>
            <a:ext cx="1220258" cy="225097"/>
            <a:chOff x="9669291" y="6232264"/>
            <a:chExt cx="1850151" cy="341291"/>
          </a:xfrm>
        </p:grpSpPr>
        <p:sp>
          <p:nvSpPr>
            <p:cNvPr id="4" name="宇神PPT-13-1"/>
            <p:cNvSpPr/>
            <p:nvPr/>
          </p:nvSpPr>
          <p:spPr>
            <a:xfrm>
              <a:off x="9669291" y="6232264"/>
              <a:ext cx="341292" cy="341291"/>
            </a:xfrm>
            <a:prstGeom prst="ellipse">
              <a:avLst/>
            </a:prstGeom>
            <a:solidFill>
              <a:schemeClr val="accent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5" name="宇神PPT-13-2"/>
            <p:cNvSpPr/>
            <p:nvPr/>
          </p:nvSpPr>
          <p:spPr>
            <a:xfrm>
              <a:off x="9762216" y="6299289"/>
              <a:ext cx="155442" cy="207241"/>
            </a:xfrm>
            <a:custGeom>
              <a:avLst/>
              <a:gdLst>
                <a:gd name="T0" fmla="*/ 648 w 7770"/>
                <a:gd name="T1" fmla="*/ 0 h 10360"/>
                <a:gd name="T2" fmla="*/ 7123 w 7770"/>
                <a:gd name="T3" fmla="*/ 0 h 10360"/>
                <a:gd name="T4" fmla="*/ 7770 w 7770"/>
                <a:gd name="T5" fmla="*/ 647 h 10360"/>
                <a:gd name="T6" fmla="*/ 7770 w 7770"/>
                <a:gd name="T7" fmla="*/ 9712 h 10360"/>
                <a:gd name="T8" fmla="*/ 7123 w 7770"/>
                <a:gd name="T9" fmla="*/ 10360 h 10360"/>
                <a:gd name="T10" fmla="*/ 648 w 7770"/>
                <a:gd name="T11" fmla="*/ 10360 h 10360"/>
                <a:gd name="T12" fmla="*/ 0 w 7770"/>
                <a:gd name="T13" fmla="*/ 9712 h 10360"/>
                <a:gd name="T14" fmla="*/ 0 w 7770"/>
                <a:gd name="T15" fmla="*/ 647 h 10360"/>
                <a:gd name="T16" fmla="*/ 648 w 7770"/>
                <a:gd name="T17" fmla="*/ 0 h 10360"/>
                <a:gd name="T18" fmla="*/ 1295 w 7770"/>
                <a:gd name="T19" fmla="*/ 1293 h 10360"/>
                <a:gd name="T20" fmla="*/ 1295 w 7770"/>
                <a:gd name="T21" fmla="*/ 8416 h 10360"/>
                <a:gd name="T22" fmla="*/ 6475 w 7770"/>
                <a:gd name="T23" fmla="*/ 8416 h 10360"/>
                <a:gd name="T24" fmla="*/ 6475 w 7770"/>
                <a:gd name="T25" fmla="*/ 1293 h 10360"/>
                <a:gd name="T26" fmla="*/ 1295 w 7770"/>
                <a:gd name="T27" fmla="*/ 1293 h 10360"/>
                <a:gd name="T28" fmla="*/ 3890 w 7770"/>
                <a:gd name="T29" fmla="*/ 8902 h 10360"/>
                <a:gd name="T30" fmla="*/ 3405 w 7770"/>
                <a:gd name="T31" fmla="*/ 9387 h 10360"/>
                <a:gd name="T32" fmla="*/ 3890 w 7770"/>
                <a:gd name="T33" fmla="*/ 9872 h 10360"/>
                <a:gd name="T34" fmla="*/ 4375 w 7770"/>
                <a:gd name="T35" fmla="*/ 9387 h 10360"/>
                <a:gd name="T36" fmla="*/ 3890 w 7770"/>
                <a:gd name="T37" fmla="*/ 8902 h 10360"/>
                <a:gd name="T38" fmla="*/ 3413 w 7770"/>
                <a:gd name="T39" fmla="*/ 5486 h 10360"/>
                <a:gd name="T40" fmla="*/ 5026 w 7770"/>
                <a:gd name="T41" fmla="*/ 3825 h 10360"/>
                <a:gd name="T42" fmla="*/ 5683 w 7770"/>
                <a:gd name="T43" fmla="*/ 3815 h 10360"/>
                <a:gd name="T44" fmla="*/ 5688 w 7770"/>
                <a:gd name="T45" fmla="*/ 3820 h 10360"/>
                <a:gd name="T46" fmla="*/ 5692 w 7770"/>
                <a:gd name="T47" fmla="*/ 4491 h 10360"/>
                <a:gd name="T48" fmla="*/ 3769 w 7770"/>
                <a:gd name="T49" fmla="*/ 6472 h 10360"/>
                <a:gd name="T50" fmla="*/ 3636 w 7770"/>
                <a:gd name="T51" fmla="*/ 6567 h 10360"/>
                <a:gd name="T52" fmla="*/ 3081 w 7770"/>
                <a:gd name="T53" fmla="*/ 6485 h 10360"/>
                <a:gd name="T54" fmla="*/ 2081 w 7770"/>
                <a:gd name="T55" fmla="*/ 5486 h 10360"/>
                <a:gd name="T56" fmla="*/ 2103 w 7770"/>
                <a:gd name="T57" fmla="*/ 4820 h 10360"/>
                <a:gd name="T58" fmla="*/ 2748 w 7770"/>
                <a:gd name="T59" fmla="*/ 4820 h 10360"/>
                <a:gd name="T60" fmla="*/ 3413 w 7770"/>
                <a:gd name="T61" fmla="*/ 5486 h 10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70" h="10360">
                  <a:moveTo>
                    <a:pt x="648" y="0"/>
                  </a:moveTo>
                  <a:lnTo>
                    <a:pt x="7123" y="0"/>
                  </a:lnTo>
                  <a:cubicBezTo>
                    <a:pt x="7480" y="0"/>
                    <a:pt x="7770" y="290"/>
                    <a:pt x="7770" y="647"/>
                  </a:cubicBezTo>
                  <a:lnTo>
                    <a:pt x="7770" y="9712"/>
                  </a:lnTo>
                  <a:cubicBezTo>
                    <a:pt x="7770" y="10070"/>
                    <a:pt x="7480" y="10360"/>
                    <a:pt x="7123" y="10360"/>
                  </a:cubicBezTo>
                  <a:lnTo>
                    <a:pt x="648" y="10360"/>
                  </a:lnTo>
                  <a:cubicBezTo>
                    <a:pt x="290" y="10360"/>
                    <a:pt x="0" y="10070"/>
                    <a:pt x="0" y="9712"/>
                  </a:cubicBezTo>
                  <a:lnTo>
                    <a:pt x="0" y="647"/>
                  </a:lnTo>
                  <a:cubicBezTo>
                    <a:pt x="0" y="288"/>
                    <a:pt x="290" y="0"/>
                    <a:pt x="648" y="0"/>
                  </a:cubicBezTo>
                  <a:close/>
                  <a:moveTo>
                    <a:pt x="1295" y="1293"/>
                  </a:moveTo>
                  <a:lnTo>
                    <a:pt x="1295" y="8416"/>
                  </a:lnTo>
                  <a:lnTo>
                    <a:pt x="6475" y="8416"/>
                  </a:lnTo>
                  <a:lnTo>
                    <a:pt x="6475" y="1293"/>
                  </a:lnTo>
                  <a:lnTo>
                    <a:pt x="1295" y="1293"/>
                  </a:lnTo>
                  <a:close/>
                  <a:moveTo>
                    <a:pt x="3890" y="8902"/>
                  </a:moveTo>
                  <a:cubicBezTo>
                    <a:pt x="3621" y="8902"/>
                    <a:pt x="3405" y="9120"/>
                    <a:pt x="3405" y="9387"/>
                  </a:cubicBezTo>
                  <a:cubicBezTo>
                    <a:pt x="3405" y="9656"/>
                    <a:pt x="3622" y="9872"/>
                    <a:pt x="3890" y="9872"/>
                  </a:cubicBezTo>
                  <a:cubicBezTo>
                    <a:pt x="4157" y="9872"/>
                    <a:pt x="4375" y="9655"/>
                    <a:pt x="4375" y="9387"/>
                  </a:cubicBezTo>
                  <a:cubicBezTo>
                    <a:pt x="4376" y="9120"/>
                    <a:pt x="4159" y="8902"/>
                    <a:pt x="3890" y="8902"/>
                  </a:cubicBezTo>
                  <a:close/>
                  <a:moveTo>
                    <a:pt x="3413" y="5486"/>
                  </a:moveTo>
                  <a:lnTo>
                    <a:pt x="5026" y="3825"/>
                  </a:lnTo>
                  <a:cubicBezTo>
                    <a:pt x="5205" y="3641"/>
                    <a:pt x="5499" y="3636"/>
                    <a:pt x="5683" y="3815"/>
                  </a:cubicBezTo>
                  <a:lnTo>
                    <a:pt x="5688" y="3820"/>
                  </a:lnTo>
                  <a:cubicBezTo>
                    <a:pt x="5872" y="4005"/>
                    <a:pt x="5874" y="4303"/>
                    <a:pt x="5692" y="4491"/>
                  </a:cubicBezTo>
                  <a:lnTo>
                    <a:pt x="3769" y="6472"/>
                  </a:lnTo>
                  <a:cubicBezTo>
                    <a:pt x="3730" y="6511"/>
                    <a:pt x="3685" y="6543"/>
                    <a:pt x="3636" y="6567"/>
                  </a:cubicBezTo>
                  <a:cubicBezTo>
                    <a:pt x="3453" y="6665"/>
                    <a:pt x="3228" y="6631"/>
                    <a:pt x="3081" y="6485"/>
                  </a:cubicBezTo>
                  <a:lnTo>
                    <a:pt x="2081" y="5486"/>
                  </a:lnTo>
                  <a:cubicBezTo>
                    <a:pt x="1904" y="5296"/>
                    <a:pt x="1913" y="4997"/>
                    <a:pt x="2103" y="4820"/>
                  </a:cubicBezTo>
                  <a:cubicBezTo>
                    <a:pt x="2284" y="4650"/>
                    <a:pt x="2566" y="4650"/>
                    <a:pt x="2748" y="4820"/>
                  </a:cubicBezTo>
                  <a:lnTo>
                    <a:pt x="3413" y="5486"/>
                  </a:lnTo>
                  <a:close/>
                </a:path>
              </a:pathLst>
            </a:custGeom>
            <a:solidFill>
              <a:schemeClr val="accent1">
                <a:lumMod val="781"/>
                <a:lumOff val="99219"/>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7" name="宇神PPT-13-3"/>
            <p:cNvSpPr/>
            <p:nvPr/>
          </p:nvSpPr>
          <p:spPr>
            <a:xfrm>
              <a:off x="10172244" y="6232264"/>
              <a:ext cx="341292" cy="341291"/>
            </a:xfrm>
            <a:prstGeom prst="ellipse">
              <a:avLst/>
            </a:prstGeom>
            <a:solidFill>
              <a:schemeClr val="accent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8" name="宇神PPT-13-4"/>
            <p:cNvSpPr/>
            <p:nvPr/>
          </p:nvSpPr>
          <p:spPr>
            <a:xfrm>
              <a:off x="10239257" y="6299407"/>
              <a:ext cx="207242" cy="207004"/>
            </a:xfrm>
            <a:custGeom>
              <a:avLst/>
              <a:gdLst>
                <a:gd name="T0" fmla="*/ 10906 w 12797"/>
                <a:gd name="T1" fmla="*/ 1875 h 12781"/>
                <a:gd name="T2" fmla="*/ 6391 w 12797"/>
                <a:gd name="T3" fmla="*/ 0 h 12781"/>
                <a:gd name="T4" fmla="*/ 1875 w 12797"/>
                <a:gd name="T5" fmla="*/ 1875 h 12781"/>
                <a:gd name="T6" fmla="*/ 1234 w 12797"/>
                <a:gd name="T7" fmla="*/ 2625 h 12781"/>
                <a:gd name="T8" fmla="*/ 0 w 12797"/>
                <a:gd name="T9" fmla="*/ 6391 h 12781"/>
                <a:gd name="T10" fmla="*/ 1875 w 12797"/>
                <a:gd name="T11" fmla="*/ 10906 h 12781"/>
                <a:gd name="T12" fmla="*/ 6391 w 12797"/>
                <a:gd name="T13" fmla="*/ 12781 h 12781"/>
                <a:gd name="T14" fmla="*/ 10906 w 12797"/>
                <a:gd name="T15" fmla="*/ 10906 h 12781"/>
                <a:gd name="T16" fmla="*/ 12781 w 12797"/>
                <a:gd name="T17" fmla="*/ 6391 h 12781"/>
                <a:gd name="T18" fmla="*/ 11219 w 12797"/>
                <a:gd name="T19" fmla="*/ 9484 h 12781"/>
                <a:gd name="T20" fmla="*/ 9906 w 12797"/>
                <a:gd name="T21" fmla="*/ 6719 h 12781"/>
                <a:gd name="T22" fmla="*/ 11219 w 12797"/>
                <a:gd name="T23" fmla="*/ 9484 h 12781"/>
                <a:gd name="T24" fmla="*/ 2891 w 12797"/>
                <a:gd name="T25" fmla="*/ 6734 h 12781"/>
                <a:gd name="T26" fmla="*/ 1578 w 12797"/>
                <a:gd name="T27" fmla="*/ 9500 h 12781"/>
                <a:gd name="T28" fmla="*/ 1609 w 12797"/>
                <a:gd name="T29" fmla="*/ 3250 h 12781"/>
                <a:gd name="T30" fmla="*/ 2891 w 12797"/>
                <a:gd name="T31" fmla="*/ 6063 h 12781"/>
                <a:gd name="T32" fmla="*/ 1609 w 12797"/>
                <a:gd name="T33" fmla="*/ 3250 h 12781"/>
                <a:gd name="T34" fmla="*/ 3563 w 12797"/>
                <a:gd name="T35" fmla="*/ 6063 h 12781"/>
                <a:gd name="T36" fmla="*/ 6063 w 12797"/>
                <a:gd name="T37" fmla="*/ 4203 h 12781"/>
                <a:gd name="T38" fmla="*/ 6063 w 12797"/>
                <a:gd name="T39" fmla="*/ 6734 h 12781"/>
                <a:gd name="T40" fmla="*/ 3813 w 12797"/>
                <a:gd name="T41" fmla="*/ 8750 h 12781"/>
                <a:gd name="T42" fmla="*/ 6063 w 12797"/>
                <a:gd name="T43" fmla="*/ 6734 h 12781"/>
                <a:gd name="T44" fmla="*/ 9234 w 12797"/>
                <a:gd name="T45" fmla="*/ 6734 h 12781"/>
                <a:gd name="T46" fmla="*/ 6734 w 12797"/>
                <a:gd name="T47" fmla="*/ 8516 h 12781"/>
                <a:gd name="T48" fmla="*/ 6734 w 12797"/>
                <a:gd name="T49" fmla="*/ 6063 h 12781"/>
                <a:gd name="T50" fmla="*/ 8969 w 12797"/>
                <a:gd name="T51" fmla="*/ 3969 h 12781"/>
                <a:gd name="T52" fmla="*/ 6734 w 12797"/>
                <a:gd name="T53" fmla="*/ 6063 h 12781"/>
                <a:gd name="T54" fmla="*/ 6734 w 12797"/>
                <a:gd name="T55" fmla="*/ 719 h 12781"/>
                <a:gd name="T56" fmla="*/ 8344 w 12797"/>
                <a:gd name="T57" fmla="*/ 2266 h 12781"/>
                <a:gd name="T58" fmla="*/ 6734 w 12797"/>
                <a:gd name="T59" fmla="*/ 3531 h 12781"/>
                <a:gd name="T60" fmla="*/ 6063 w 12797"/>
                <a:gd name="T61" fmla="*/ 719 h 12781"/>
                <a:gd name="T62" fmla="*/ 4016 w 12797"/>
                <a:gd name="T63" fmla="*/ 3313 h 12781"/>
                <a:gd name="T64" fmla="*/ 5375 w 12797"/>
                <a:gd name="T65" fmla="*/ 1078 h 12781"/>
                <a:gd name="T66" fmla="*/ 6063 w 12797"/>
                <a:gd name="T67" fmla="*/ 12078 h 12781"/>
                <a:gd name="T68" fmla="*/ 4453 w 12797"/>
                <a:gd name="T69" fmla="*/ 10531 h 12781"/>
                <a:gd name="T70" fmla="*/ 6063 w 12797"/>
                <a:gd name="T71" fmla="*/ 9188 h 12781"/>
                <a:gd name="T72" fmla="*/ 6734 w 12797"/>
                <a:gd name="T73" fmla="*/ 12078 h 12781"/>
                <a:gd name="T74" fmla="*/ 8797 w 12797"/>
                <a:gd name="T75" fmla="*/ 9406 h 12781"/>
                <a:gd name="T76" fmla="*/ 7422 w 12797"/>
                <a:gd name="T77" fmla="*/ 11719 h 12781"/>
                <a:gd name="T78" fmla="*/ 9625 w 12797"/>
                <a:gd name="T79" fmla="*/ 3828 h 12781"/>
                <a:gd name="T80" fmla="*/ 12125 w 12797"/>
                <a:gd name="T81" fmla="*/ 6063 h 12781"/>
                <a:gd name="T82" fmla="*/ 10438 w 12797"/>
                <a:gd name="T83" fmla="*/ 2344 h 12781"/>
                <a:gd name="T84" fmla="*/ 9438 w 12797"/>
                <a:gd name="T85" fmla="*/ 3172 h 12781"/>
                <a:gd name="T86" fmla="*/ 8297 w 12797"/>
                <a:gd name="T87" fmla="*/ 1000 h 12781"/>
                <a:gd name="T88" fmla="*/ 4484 w 12797"/>
                <a:gd name="T89" fmla="*/ 1000 h 12781"/>
                <a:gd name="T90" fmla="*/ 3344 w 12797"/>
                <a:gd name="T91" fmla="*/ 3172 h 12781"/>
                <a:gd name="T92" fmla="*/ 2344 w 12797"/>
                <a:gd name="T93" fmla="*/ 2344 h 12781"/>
                <a:gd name="T94" fmla="*/ 2344 w 12797"/>
                <a:gd name="T95" fmla="*/ 10438 h 12781"/>
                <a:gd name="T96" fmla="*/ 3328 w 12797"/>
                <a:gd name="T97" fmla="*/ 9547 h 12781"/>
                <a:gd name="T98" fmla="*/ 4484 w 12797"/>
                <a:gd name="T99" fmla="*/ 11781 h 12781"/>
                <a:gd name="T100" fmla="*/ 8297 w 12797"/>
                <a:gd name="T101" fmla="*/ 11797 h 12781"/>
                <a:gd name="T102" fmla="*/ 9453 w 12797"/>
                <a:gd name="T103" fmla="*/ 9563 h 12781"/>
                <a:gd name="T104" fmla="*/ 10438 w 12797"/>
                <a:gd name="T105" fmla="*/ 10453 h 127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797" h="12781">
                  <a:moveTo>
                    <a:pt x="12281" y="3906"/>
                  </a:moveTo>
                  <a:cubicBezTo>
                    <a:pt x="11953" y="3141"/>
                    <a:pt x="11500" y="2453"/>
                    <a:pt x="10906" y="1875"/>
                  </a:cubicBezTo>
                  <a:cubicBezTo>
                    <a:pt x="10313" y="1281"/>
                    <a:pt x="9641" y="828"/>
                    <a:pt x="8875" y="500"/>
                  </a:cubicBezTo>
                  <a:cubicBezTo>
                    <a:pt x="8094" y="172"/>
                    <a:pt x="7266" y="0"/>
                    <a:pt x="6391" y="0"/>
                  </a:cubicBezTo>
                  <a:cubicBezTo>
                    <a:pt x="5531" y="0"/>
                    <a:pt x="4688" y="172"/>
                    <a:pt x="3906" y="500"/>
                  </a:cubicBezTo>
                  <a:cubicBezTo>
                    <a:pt x="3141" y="828"/>
                    <a:pt x="2453" y="1281"/>
                    <a:pt x="1875" y="1875"/>
                  </a:cubicBezTo>
                  <a:cubicBezTo>
                    <a:pt x="1641" y="2109"/>
                    <a:pt x="1438" y="2344"/>
                    <a:pt x="1250" y="2594"/>
                  </a:cubicBezTo>
                  <a:cubicBezTo>
                    <a:pt x="1250" y="2594"/>
                    <a:pt x="1234" y="2609"/>
                    <a:pt x="1234" y="2625"/>
                  </a:cubicBezTo>
                  <a:cubicBezTo>
                    <a:pt x="938" y="3016"/>
                    <a:pt x="703" y="3453"/>
                    <a:pt x="500" y="3906"/>
                  </a:cubicBezTo>
                  <a:cubicBezTo>
                    <a:pt x="172" y="4688"/>
                    <a:pt x="0" y="5531"/>
                    <a:pt x="0" y="6391"/>
                  </a:cubicBezTo>
                  <a:cubicBezTo>
                    <a:pt x="0" y="7250"/>
                    <a:pt x="172" y="8094"/>
                    <a:pt x="500" y="8875"/>
                  </a:cubicBezTo>
                  <a:cubicBezTo>
                    <a:pt x="828" y="9641"/>
                    <a:pt x="1281" y="10328"/>
                    <a:pt x="1875" y="10906"/>
                  </a:cubicBezTo>
                  <a:cubicBezTo>
                    <a:pt x="2469" y="11484"/>
                    <a:pt x="3141" y="11953"/>
                    <a:pt x="3906" y="12281"/>
                  </a:cubicBezTo>
                  <a:cubicBezTo>
                    <a:pt x="4688" y="12609"/>
                    <a:pt x="5531" y="12781"/>
                    <a:pt x="6391" y="12781"/>
                  </a:cubicBezTo>
                  <a:cubicBezTo>
                    <a:pt x="7250" y="12781"/>
                    <a:pt x="8094" y="12609"/>
                    <a:pt x="8875" y="12281"/>
                  </a:cubicBezTo>
                  <a:cubicBezTo>
                    <a:pt x="9641" y="11953"/>
                    <a:pt x="10328" y="11500"/>
                    <a:pt x="10906" y="10906"/>
                  </a:cubicBezTo>
                  <a:cubicBezTo>
                    <a:pt x="11500" y="10313"/>
                    <a:pt x="11953" y="9641"/>
                    <a:pt x="12281" y="8875"/>
                  </a:cubicBezTo>
                  <a:cubicBezTo>
                    <a:pt x="12609" y="8094"/>
                    <a:pt x="12781" y="7250"/>
                    <a:pt x="12781" y="6391"/>
                  </a:cubicBezTo>
                  <a:cubicBezTo>
                    <a:pt x="12797" y="5531"/>
                    <a:pt x="12625" y="4688"/>
                    <a:pt x="12281" y="3906"/>
                  </a:cubicBezTo>
                  <a:close/>
                  <a:moveTo>
                    <a:pt x="11219" y="9484"/>
                  </a:moveTo>
                  <a:cubicBezTo>
                    <a:pt x="10766" y="9250"/>
                    <a:pt x="10234" y="9047"/>
                    <a:pt x="9641" y="8891"/>
                  </a:cubicBezTo>
                  <a:cubicBezTo>
                    <a:pt x="9797" y="8203"/>
                    <a:pt x="9891" y="7469"/>
                    <a:pt x="9906" y="6719"/>
                  </a:cubicBezTo>
                  <a:lnTo>
                    <a:pt x="12109" y="6719"/>
                  </a:lnTo>
                  <a:cubicBezTo>
                    <a:pt x="12047" y="7719"/>
                    <a:pt x="11734" y="8672"/>
                    <a:pt x="11219" y="9484"/>
                  </a:cubicBezTo>
                  <a:close/>
                  <a:moveTo>
                    <a:pt x="688" y="6734"/>
                  </a:moveTo>
                  <a:lnTo>
                    <a:pt x="2891" y="6734"/>
                  </a:lnTo>
                  <a:cubicBezTo>
                    <a:pt x="2906" y="7484"/>
                    <a:pt x="3000" y="8219"/>
                    <a:pt x="3156" y="8906"/>
                  </a:cubicBezTo>
                  <a:cubicBezTo>
                    <a:pt x="2563" y="9063"/>
                    <a:pt x="2031" y="9266"/>
                    <a:pt x="1578" y="9500"/>
                  </a:cubicBezTo>
                  <a:cubicBezTo>
                    <a:pt x="1047" y="8672"/>
                    <a:pt x="734" y="7719"/>
                    <a:pt x="688" y="6734"/>
                  </a:cubicBezTo>
                  <a:close/>
                  <a:moveTo>
                    <a:pt x="1609" y="3250"/>
                  </a:moveTo>
                  <a:cubicBezTo>
                    <a:pt x="2063" y="3484"/>
                    <a:pt x="2578" y="3672"/>
                    <a:pt x="3172" y="3828"/>
                  </a:cubicBezTo>
                  <a:cubicBezTo>
                    <a:pt x="3000" y="4531"/>
                    <a:pt x="2906" y="5281"/>
                    <a:pt x="2891" y="6063"/>
                  </a:cubicBezTo>
                  <a:lnTo>
                    <a:pt x="688" y="6063"/>
                  </a:lnTo>
                  <a:cubicBezTo>
                    <a:pt x="734" y="5047"/>
                    <a:pt x="1063" y="4078"/>
                    <a:pt x="1609" y="3250"/>
                  </a:cubicBezTo>
                  <a:close/>
                  <a:moveTo>
                    <a:pt x="6063" y="6063"/>
                  </a:moveTo>
                  <a:lnTo>
                    <a:pt x="3563" y="6063"/>
                  </a:lnTo>
                  <a:cubicBezTo>
                    <a:pt x="3578" y="5328"/>
                    <a:pt x="3672" y="4625"/>
                    <a:pt x="3828" y="3969"/>
                  </a:cubicBezTo>
                  <a:cubicBezTo>
                    <a:pt x="4531" y="4109"/>
                    <a:pt x="5281" y="4188"/>
                    <a:pt x="6063" y="4203"/>
                  </a:cubicBezTo>
                  <a:lnTo>
                    <a:pt x="6063" y="6063"/>
                  </a:lnTo>
                  <a:close/>
                  <a:moveTo>
                    <a:pt x="6063" y="6734"/>
                  </a:moveTo>
                  <a:lnTo>
                    <a:pt x="6063" y="8516"/>
                  </a:lnTo>
                  <a:cubicBezTo>
                    <a:pt x="5281" y="8531"/>
                    <a:pt x="4531" y="8609"/>
                    <a:pt x="3813" y="8750"/>
                  </a:cubicBezTo>
                  <a:cubicBezTo>
                    <a:pt x="3672" y="8125"/>
                    <a:pt x="3578" y="7438"/>
                    <a:pt x="3563" y="6734"/>
                  </a:cubicBezTo>
                  <a:lnTo>
                    <a:pt x="6063" y="6734"/>
                  </a:lnTo>
                  <a:close/>
                  <a:moveTo>
                    <a:pt x="6734" y="6734"/>
                  </a:moveTo>
                  <a:lnTo>
                    <a:pt x="9234" y="6734"/>
                  </a:lnTo>
                  <a:cubicBezTo>
                    <a:pt x="9219" y="7438"/>
                    <a:pt x="9125" y="8125"/>
                    <a:pt x="8984" y="8750"/>
                  </a:cubicBezTo>
                  <a:cubicBezTo>
                    <a:pt x="8281" y="8609"/>
                    <a:pt x="7516" y="8531"/>
                    <a:pt x="6734" y="8516"/>
                  </a:cubicBezTo>
                  <a:lnTo>
                    <a:pt x="6734" y="6734"/>
                  </a:lnTo>
                  <a:close/>
                  <a:moveTo>
                    <a:pt x="6734" y="6063"/>
                  </a:moveTo>
                  <a:lnTo>
                    <a:pt x="6734" y="4203"/>
                  </a:lnTo>
                  <a:cubicBezTo>
                    <a:pt x="7516" y="4188"/>
                    <a:pt x="8266" y="4109"/>
                    <a:pt x="8969" y="3969"/>
                  </a:cubicBezTo>
                  <a:cubicBezTo>
                    <a:pt x="9125" y="4625"/>
                    <a:pt x="9219" y="5328"/>
                    <a:pt x="9234" y="6063"/>
                  </a:cubicBezTo>
                  <a:lnTo>
                    <a:pt x="6734" y="6063"/>
                  </a:lnTo>
                  <a:close/>
                  <a:moveTo>
                    <a:pt x="6734" y="3531"/>
                  </a:moveTo>
                  <a:lnTo>
                    <a:pt x="6734" y="719"/>
                  </a:lnTo>
                  <a:cubicBezTo>
                    <a:pt x="6969" y="781"/>
                    <a:pt x="7203" y="891"/>
                    <a:pt x="7422" y="1078"/>
                  </a:cubicBezTo>
                  <a:cubicBezTo>
                    <a:pt x="7766" y="1359"/>
                    <a:pt x="8078" y="1750"/>
                    <a:pt x="8344" y="2266"/>
                  </a:cubicBezTo>
                  <a:cubicBezTo>
                    <a:pt x="8516" y="2594"/>
                    <a:pt x="8656" y="2938"/>
                    <a:pt x="8781" y="3313"/>
                  </a:cubicBezTo>
                  <a:cubicBezTo>
                    <a:pt x="8141" y="3438"/>
                    <a:pt x="7453" y="3516"/>
                    <a:pt x="6734" y="3531"/>
                  </a:cubicBezTo>
                  <a:close/>
                  <a:moveTo>
                    <a:pt x="5375" y="1078"/>
                  </a:moveTo>
                  <a:cubicBezTo>
                    <a:pt x="5594" y="891"/>
                    <a:pt x="5828" y="781"/>
                    <a:pt x="6063" y="719"/>
                  </a:cubicBezTo>
                  <a:lnTo>
                    <a:pt x="6063" y="3531"/>
                  </a:lnTo>
                  <a:cubicBezTo>
                    <a:pt x="5344" y="3516"/>
                    <a:pt x="4656" y="3438"/>
                    <a:pt x="4016" y="3313"/>
                  </a:cubicBezTo>
                  <a:cubicBezTo>
                    <a:pt x="4141" y="2938"/>
                    <a:pt x="4281" y="2578"/>
                    <a:pt x="4453" y="2266"/>
                  </a:cubicBezTo>
                  <a:cubicBezTo>
                    <a:pt x="4719" y="1750"/>
                    <a:pt x="5031" y="1344"/>
                    <a:pt x="5375" y="1078"/>
                  </a:cubicBezTo>
                  <a:close/>
                  <a:moveTo>
                    <a:pt x="6063" y="9188"/>
                  </a:moveTo>
                  <a:lnTo>
                    <a:pt x="6063" y="12078"/>
                  </a:lnTo>
                  <a:cubicBezTo>
                    <a:pt x="5828" y="12016"/>
                    <a:pt x="5594" y="11906"/>
                    <a:pt x="5375" y="11719"/>
                  </a:cubicBezTo>
                  <a:cubicBezTo>
                    <a:pt x="5031" y="11438"/>
                    <a:pt x="4719" y="11047"/>
                    <a:pt x="4453" y="10531"/>
                  </a:cubicBezTo>
                  <a:cubicBezTo>
                    <a:pt x="4281" y="10188"/>
                    <a:pt x="4125" y="9813"/>
                    <a:pt x="4000" y="9406"/>
                  </a:cubicBezTo>
                  <a:cubicBezTo>
                    <a:pt x="4641" y="9281"/>
                    <a:pt x="5344" y="9203"/>
                    <a:pt x="6063" y="9188"/>
                  </a:cubicBezTo>
                  <a:close/>
                  <a:moveTo>
                    <a:pt x="7422" y="11719"/>
                  </a:moveTo>
                  <a:cubicBezTo>
                    <a:pt x="7203" y="11906"/>
                    <a:pt x="6969" y="12016"/>
                    <a:pt x="6734" y="12078"/>
                  </a:cubicBezTo>
                  <a:lnTo>
                    <a:pt x="6734" y="9188"/>
                  </a:lnTo>
                  <a:cubicBezTo>
                    <a:pt x="7453" y="9203"/>
                    <a:pt x="8156" y="9281"/>
                    <a:pt x="8797" y="9406"/>
                  </a:cubicBezTo>
                  <a:cubicBezTo>
                    <a:pt x="8672" y="9813"/>
                    <a:pt x="8516" y="10188"/>
                    <a:pt x="8344" y="10531"/>
                  </a:cubicBezTo>
                  <a:cubicBezTo>
                    <a:pt x="8078" y="11047"/>
                    <a:pt x="7766" y="11438"/>
                    <a:pt x="7422" y="11719"/>
                  </a:cubicBezTo>
                  <a:close/>
                  <a:moveTo>
                    <a:pt x="9906" y="6063"/>
                  </a:moveTo>
                  <a:cubicBezTo>
                    <a:pt x="9891" y="5281"/>
                    <a:pt x="9781" y="4531"/>
                    <a:pt x="9625" y="3828"/>
                  </a:cubicBezTo>
                  <a:cubicBezTo>
                    <a:pt x="10203" y="3672"/>
                    <a:pt x="10734" y="3484"/>
                    <a:pt x="11188" y="3250"/>
                  </a:cubicBezTo>
                  <a:cubicBezTo>
                    <a:pt x="11734" y="4078"/>
                    <a:pt x="12063" y="5047"/>
                    <a:pt x="12125" y="6063"/>
                  </a:cubicBezTo>
                  <a:lnTo>
                    <a:pt x="9906" y="6063"/>
                  </a:lnTo>
                  <a:close/>
                  <a:moveTo>
                    <a:pt x="10438" y="2344"/>
                  </a:moveTo>
                  <a:cubicBezTo>
                    <a:pt x="10547" y="2453"/>
                    <a:pt x="10656" y="2578"/>
                    <a:pt x="10766" y="2703"/>
                  </a:cubicBezTo>
                  <a:cubicBezTo>
                    <a:pt x="10375" y="2891"/>
                    <a:pt x="9938" y="3047"/>
                    <a:pt x="9438" y="3172"/>
                  </a:cubicBezTo>
                  <a:cubicBezTo>
                    <a:pt x="9297" y="2734"/>
                    <a:pt x="9125" y="2328"/>
                    <a:pt x="8938" y="1953"/>
                  </a:cubicBezTo>
                  <a:cubicBezTo>
                    <a:pt x="8750" y="1578"/>
                    <a:pt x="8531" y="1266"/>
                    <a:pt x="8297" y="1000"/>
                  </a:cubicBezTo>
                  <a:cubicBezTo>
                    <a:pt x="9094" y="1281"/>
                    <a:pt x="9828" y="1734"/>
                    <a:pt x="10438" y="2344"/>
                  </a:cubicBezTo>
                  <a:close/>
                  <a:moveTo>
                    <a:pt x="4484" y="1000"/>
                  </a:moveTo>
                  <a:cubicBezTo>
                    <a:pt x="4250" y="1266"/>
                    <a:pt x="4031" y="1594"/>
                    <a:pt x="3844" y="1953"/>
                  </a:cubicBezTo>
                  <a:cubicBezTo>
                    <a:pt x="3656" y="2328"/>
                    <a:pt x="3484" y="2734"/>
                    <a:pt x="3344" y="3172"/>
                  </a:cubicBezTo>
                  <a:cubicBezTo>
                    <a:pt x="2844" y="3047"/>
                    <a:pt x="2406" y="2891"/>
                    <a:pt x="2016" y="2703"/>
                  </a:cubicBezTo>
                  <a:cubicBezTo>
                    <a:pt x="2125" y="2578"/>
                    <a:pt x="2219" y="2469"/>
                    <a:pt x="2344" y="2344"/>
                  </a:cubicBezTo>
                  <a:cubicBezTo>
                    <a:pt x="2969" y="1734"/>
                    <a:pt x="3688" y="1281"/>
                    <a:pt x="4484" y="1000"/>
                  </a:cubicBezTo>
                  <a:close/>
                  <a:moveTo>
                    <a:pt x="2344" y="10438"/>
                  </a:moveTo>
                  <a:cubicBezTo>
                    <a:pt x="2219" y="10313"/>
                    <a:pt x="2094" y="10172"/>
                    <a:pt x="1984" y="10031"/>
                  </a:cubicBezTo>
                  <a:cubicBezTo>
                    <a:pt x="2375" y="9844"/>
                    <a:pt x="2828" y="9672"/>
                    <a:pt x="3328" y="9547"/>
                  </a:cubicBezTo>
                  <a:cubicBezTo>
                    <a:pt x="3469" y="10016"/>
                    <a:pt x="3641" y="10438"/>
                    <a:pt x="3844" y="10828"/>
                  </a:cubicBezTo>
                  <a:cubicBezTo>
                    <a:pt x="4031" y="11203"/>
                    <a:pt x="4250" y="11516"/>
                    <a:pt x="4484" y="11781"/>
                  </a:cubicBezTo>
                  <a:cubicBezTo>
                    <a:pt x="3688" y="11516"/>
                    <a:pt x="2969" y="11063"/>
                    <a:pt x="2344" y="10438"/>
                  </a:cubicBezTo>
                  <a:close/>
                  <a:moveTo>
                    <a:pt x="8297" y="11797"/>
                  </a:moveTo>
                  <a:cubicBezTo>
                    <a:pt x="8531" y="11531"/>
                    <a:pt x="8750" y="11203"/>
                    <a:pt x="8938" y="10844"/>
                  </a:cubicBezTo>
                  <a:cubicBezTo>
                    <a:pt x="9141" y="10453"/>
                    <a:pt x="9313" y="10016"/>
                    <a:pt x="9453" y="9563"/>
                  </a:cubicBezTo>
                  <a:cubicBezTo>
                    <a:pt x="9953" y="9688"/>
                    <a:pt x="10406" y="9859"/>
                    <a:pt x="10797" y="10047"/>
                  </a:cubicBezTo>
                  <a:cubicBezTo>
                    <a:pt x="10688" y="10188"/>
                    <a:pt x="10563" y="10313"/>
                    <a:pt x="10438" y="10453"/>
                  </a:cubicBezTo>
                  <a:cubicBezTo>
                    <a:pt x="9828" y="11063"/>
                    <a:pt x="9094" y="11516"/>
                    <a:pt x="8297" y="11797"/>
                  </a:cubicBezTo>
                  <a:close/>
                </a:path>
              </a:pathLst>
            </a:custGeom>
            <a:solidFill>
              <a:schemeClr val="accent1">
                <a:lumMod val="781"/>
                <a:lumOff val="99219"/>
              </a:schemeClr>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9" name="宇神PPT-13-5"/>
            <p:cNvSpPr/>
            <p:nvPr/>
          </p:nvSpPr>
          <p:spPr>
            <a:xfrm>
              <a:off x="10675198" y="6232264"/>
              <a:ext cx="341292" cy="341291"/>
            </a:xfrm>
            <a:prstGeom prst="ellipse">
              <a:avLst/>
            </a:prstGeom>
            <a:solidFill>
              <a:schemeClr val="accent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10" name="宇神PPT-13-6"/>
            <p:cNvSpPr/>
            <p:nvPr/>
          </p:nvSpPr>
          <p:spPr>
            <a:xfrm>
              <a:off x="10742223" y="6317467"/>
              <a:ext cx="207242" cy="170884"/>
            </a:xfrm>
            <a:custGeom>
              <a:avLst/>
              <a:gdLst>
                <a:gd name="connsiteX0" fmla="*/ 435416 w 609586"/>
                <a:gd name="connsiteY0" fmla="*/ 80352 h 502648"/>
                <a:gd name="connsiteX1" fmla="*/ 551577 w 609586"/>
                <a:gd name="connsiteY1" fmla="*/ 190215 h 502648"/>
                <a:gd name="connsiteX2" fmla="*/ 551577 w 609586"/>
                <a:gd name="connsiteY2" fmla="*/ 217693 h 502648"/>
                <a:gd name="connsiteX3" fmla="*/ 496140 w 609586"/>
                <a:gd name="connsiteY3" fmla="*/ 310936 h 502648"/>
                <a:gd name="connsiteX4" fmla="*/ 609586 w 609586"/>
                <a:gd name="connsiteY4" fmla="*/ 437323 h 502648"/>
                <a:gd name="connsiteX5" fmla="*/ 580534 w 609586"/>
                <a:gd name="connsiteY5" fmla="*/ 464753 h 502648"/>
                <a:gd name="connsiteX6" fmla="*/ 504951 w 609586"/>
                <a:gd name="connsiteY6" fmla="*/ 464753 h 502648"/>
                <a:gd name="connsiteX7" fmla="*/ 373787 w 609586"/>
                <a:gd name="connsiteY7" fmla="*/ 301459 h 502648"/>
                <a:gd name="connsiteX8" fmla="*/ 426510 w 609586"/>
                <a:gd name="connsiteY8" fmla="*/ 179500 h 502648"/>
                <a:gd name="connsiteX9" fmla="*/ 426510 w 609586"/>
                <a:gd name="connsiteY9" fmla="*/ 143641 h 502648"/>
                <a:gd name="connsiteX10" fmla="*/ 412126 w 609586"/>
                <a:gd name="connsiteY10" fmla="*/ 82543 h 502648"/>
                <a:gd name="connsiteX11" fmla="*/ 435416 w 609586"/>
                <a:gd name="connsiteY11" fmla="*/ 80352 h 502648"/>
                <a:gd name="connsiteX12" fmla="*/ 227788 w 609586"/>
                <a:gd name="connsiteY12" fmla="*/ 0 h 502648"/>
                <a:gd name="connsiteX13" fmla="*/ 379662 w 609586"/>
                <a:gd name="connsiteY13" fmla="*/ 143662 h 502648"/>
                <a:gd name="connsiteX14" fmla="*/ 379662 w 609586"/>
                <a:gd name="connsiteY14" fmla="*/ 179565 h 502648"/>
                <a:gd name="connsiteX15" fmla="*/ 307225 w 609586"/>
                <a:gd name="connsiteY15" fmla="*/ 301465 h 502648"/>
                <a:gd name="connsiteX16" fmla="*/ 455528 w 609586"/>
                <a:gd name="connsiteY16" fmla="*/ 466745 h 502648"/>
                <a:gd name="connsiteX17" fmla="*/ 417524 w 609586"/>
                <a:gd name="connsiteY17" fmla="*/ 502648 h 502648"/>
                <a:gd name="connsiteX18" fmla="*/ 38004 w 609586"/>
                <a:gd name="connsiteY18" fmla="*/ 502648 h 502648"/>
                <a:gd name="connsiteX19" fmla="*/ 0 w 609586"/>
                <a:gd name="connsiteY19" fmla="*/ 466745 h 502648"/>
                <a:gd name="connsiteX20" fmla="*/ 148350 w 609586"/>
                <a:gd name="connsiteY20" fmla="*/ 301465 h 502648"/>
                <a:gd name="connsiteX21" fmla="*/ 75913 w 609586"/>
                <a:gd name="connsiteY21" fmla="*/ 179565 h 502648"/>
                <a:gd name="connsiteX22" fmla="*/ 75913 w 609586"/>
                <a:gd name="connsiteY22" fmla="*/ 143662 h 502648"/>
                <a:gd name="connsiteX23" fmla="*/ 227788 w 609586"/>
                <a:gd name="connsiteY23" fmla="*/ 0 h 502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9586" h="502648">
                  <a:moveTo>
                    <a:pt x="435416" y="80352"/>
                  </a:moveTo>
                  <a:cubicBezTo>
                    <a:pt x="499521" y="80352"/>
                    <a:pt x="551577" y="129545"/>
                    <a:pt x="551577" y="190215"/>
                  </a:cubicBezTo>
                  <a:lnTo>
                    <a:pt x="551577" y="217693"/>
                  </a:lnTo>
                  <a:cubicBezTo>
                    <a:pt x="551577" y="257219"/>
                    <a:pt x="529288" y="291601"/>
                    <a:pt x="496140" y="310936"/>
                  </a:cubicBezTo>
                  <a:cubicBezTo>
                    <a:pt x="553434" y="331175"/>
                    <a:pt x="609586" y="382416"/>
                    <a:pt x="609586" y="437323"/>
                  </a:cubicBezTo>
                  <a:cubicBezTo>
                    <a:pt x="609586" y="452467"/>
                    <a:pt x="596584" y="464753"/>
                    <a:pt x="580534" y="464753"/>
                  </a:cubicBezTo>
                  <a:lnTo>
                    <a:pt x="504951" y="464753"/>
                  </a:lnTo>
                  <a:cubicBezTo>
                    <a:pt x="503855" y="393607"/>
                    <a:pt x="444465" y="318793"/>
                    <a:pt x="373787" y="301459"/>
                  </a:cubicBezTo>
                  <a:cubicBezTo>
                    <a:pt x="411936" y="270457"/>
                    <a:pt x="426510" y="231217"/>
                    <a:pt x="426510" y="179500"/>
                  </a:cubicBezTo>
                  <a:lnTo>
                    <a:pt x="426510" y="143641"/>
                  </a:lnTo>
                  <a:cubicBezTo>
                    <a:pt x="426510" y="121783"/>
                    <a:pt x="421318" y="101068"/>
                    <a:pt x="412126" y="82543"/>
                  </a:cubicBezTo>
                  <a:cubicBezTo>
                    <a:pt x="419651" y="81114"/>
                    <a:pt x="427415" y="80352"/>
                    <a:pt x="435416" y="80352"/>
                  </a:cubicBezTo>
                  <a:close/>
                  <a:moveTo>
                    <a:pt x="227788" y="0"/>
                  </a:moveTo>
                  <a:cubicBezTo>
                    <a:pt x="311607" y="0"/>
                    <a:pt x="379662" y="64378"/>
                    <a:pt x="379662" y="143662"/>
                  </a:cubicBezTo>
                  <a:lnTo>
                    <a:pt x="379662" y="179565"/>
                  </a:lnTo>
                  <a:cubicBezTo>
                    <a:pt x="379662" y="231230"/>
                    <a:pt x="350516" y="276180"/>
                    <a:pt x="307225" y="301465"/>
                  </a:cubicBezTo>
                  <a:cubicBezTo>
                    <a:pt x="382186" y="327940"/>
                    <a:pt x="455528" y="394986"/>
                    <a:pt x="455528" y="466745"/>
                  </a:cubicBezTo>
                  <a:cubicBezTo>
                    <a:pt x="455528" y="486554"/>
                    <a:pt x="438574" y="502648"/>
                    <a:pt x="417524" y="502648"/>
                  </a:cubicBezTo>
                  <a:lnTo>
                    <a:pt x="38004" y="502648"/>
                  </a:lnTo>
                  <a:cubicBezTo>
                    <a:pt x="16954" y="502648"/>
                    <a:pt x="0" y="486554"/>
                    <a:pt x="0" y="466745"/>
                  </a:cubicBezTo>
                  <a:cubicBezTo>
                    <a:pt x="0" y="394986"/>
                    <a:pt x="73389" y="327940"/>
                    <a:pt x="148350" y="301465"/>
                  </a:cubicBezTo>
                  <a:cubicBezTo>
                    <a:pt x="105012" y="276180"/>
                    <a:pt x="75913" y="231230"/>
                    <a:pt x="75913" y="179565"/>
                  </a:cubicBezTo>
                  <a:lnTo>
                    <a:pt x="75913" y="143662"/>
                  </a:lnTo>
                  <a:cubicBezTo>
                    <a:pt x="75913" y="64378"/>
                    <a:pt x="143969" y="0"/>
                    <a:pt x="227788" y="0"/>
                  </a:cubicBezTo>
                  <a:close/>
                </a:path>
              </a:pathLst>
            </a:custGeom>
            <a:solidFill>
              <a:schemeClr val="accent1">
                <a:lumMod val="781"/>
                <a:lumOff val="99219"/>
              </a:schemeClr>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12" name="宇神PPT-13-7"/>
            <p:cNvSpPr/>
            <p:nvPr/>
          </p:nvSpPr>
          <p:spPr>
            <a:xfrm>
              <a:off x="11178150" y="6232264"/>
              <a:ext cx="341292" cy="341291"/>
            </a:xfrm>
            <a:prstGeom prst="ellipse">
              <a:avLst/>
            </a:prstGeom>
            <a:solidFill>
              <a:schemeClr val="accent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13" name="宇神PPT-13-8"/>
            <p:cNvSpPr/>
            <p:nvPr/>
          </p:nvSpPr>
          <p:spPr>
            <a:xfrm>
              <a:off x="11267124" y="6299289"/>
              <a:ext cx="163342" cy="207241"/>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chemeClr val="accent1">
                <a:lumMod val="781"/>
                <a:lumOff val="99219"/>
              </a:schemeClr>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grpSp>
      <p:pic>
        <p:nvPicPr>
          <p:cNvPr id="14" name="图片 13" descr="QQ图片20240527000216"/>
          <p:cNvPicPr>
            <a:picLocks noChangeAspect="1"/>
          </p:cNvPicPr>
          <p:nvPr/>
        </p:nvPicPr>
        <p:blipFill>
          <a:blip r:embed="rId3"/>
          <a:stretch>
            <a:fillRect/>
          </a:stretch>
        </p:blipFill>
        <p:spPr>
          <a:xfrm>
            <a:off x="472440" y="193675"/>
            <a:ext cx="1203325" cy="1170305"/>
          </a:xfrm>
          <a:prstGeom prst="rect">
            <a:avLst/>
          </a:prstGeom>
        </p:spPr>
      </p:pic>
      <p:grpSp>
        <p:nvGrpSpPr>
          <p:cNvPr id="15" name="宇神PPT-9"/>
          <p:cNvGrpSpPr/>
          <p:nvPr/>
        </p:nvGrpSpPr>
        <p:grpSpPr>
          <a:xfrm>
            <a:off x="607695" y="4549140"/>
            <a:ext cx="3693160" cy="468630"/>
            <a:chOff x="1110704" y="4719539"/>
            <a:chExt cx="3594100" cy="428625"/>
          </a:xfrm>
        </p:grpSpPr>
        <p:sp>
          <p:nvSpPr>
            <p:cNvPr id="16" name="宇神PPT-9-1"/>
            <p:cNvSpPr/>
            <p:nvPr/>
          </p:nvSpPr>
          <p:spPr>
            <a:xfrm>
              <a:off x="1110704" y="4719539"/>
              <a:ext cx="2240280" cy="406400"/>
            </a:xfrm>
            <a:custGeom>
              <a:avLst/>
              <a:gdLst>
                <a:gd name="connsiteX0" fmla="*/ 0 w 4032000"/>
                <a:gd name="connsiteY0" fmla="*/ 0 h 315428"/>
                <a:gd name="connsiteX1" fmla="*/ 4032000 w 4032000"/>
                <a:gd name="connsiteY1" fmla="*/ 0 h 315428"/>
                <a:gd name="connsiteX2" fmla="*/ 4032000 w 4032000"/>
                <a:gd name="connsiteY2" fmla="*/ 315429 h 315428"/>
                <a:gd name="connsiteX3" fmla="*/ 0 w 4032000"/>
                <a:gd name="connsiteY3" fmla="*/ 315429 h 315428"/>
              </a:gdLst>
              <a:ahLst/>
              <a:cxnLst>
                <a:cxn ang="0">
                  <a:pos x="connsiteX0" y="connsiteY0"/>
                </a:cxn>
                <a:cxn ang="0">
                  <a:pos x="connsiteX1" y="connsiteY1"/>
                </a:cxn>
                <a:cxn ang="0">
                  <a:pos x="connsiteX2" y="connsiteY2"/>
                </a:cxn>
                <a:cxn ang="0">
                  <a:pos x="connsiteX3" y="connsiteY3"/>
                </a:cxn>
              </a:cxnLst>
              <a:rect l="l" t="t" r="r" b="b"/>
              <a:pathLst>
                <a:path w="4032000" h="315428">
                  <a:moveTo>
                    <a:pt x="0" y="0"/>
                  </a:moveTo>
                  <a:lnTo>
                    <a:pt x="4032000" y="0"/>
                  </a:lnTo>
                  <a:lnTo>
                    <a:pt x="4032000" y="315429"/>
                  </a:lnTo>
                  <a:lnTo>
                    <a:pt x="0" y="315429"/>
                  </a:lnTo>
                  <a:close/>
                </a:path>
              </a:pathLst>
            </a:custGeom>
            <a:gradFill>
              <a:gsLst>
                <a:gs pos="100000">
                  <a:schemeClr val="accent2"/>
                </a:gs>
                <a:gs pos="0">
                  <a:schemeClr val="accent1"/>
                </a:gs>
              </a:gsLst>
              <a:lin ang="2700000" scaled="0"/>
            </a:gradFill>
            <a:ln w="19050" cap="flat" cmpd="sng" algn="ctr">
              <a:solidFill>
                <a:schemeClr val="accent3"/>
              </a:solidFill>
              <a:prstDash val="solid"/>
              <a:miter lim="800000"/>
              <a:headEnd type="none" w="med" len="med"/>
              <a:tailEnd type="none" w="med" len="med"/>
            </a:ln>
          </p:spPr>
          <p:txBody>
            <a:bodyPr rot="0" spcFirstLastPara="0" vertOverflow="overflow" horzOverflow="overflow" vert="horz" wrap="square" lIns="91440" tIns="45720" rIns="91440" bIns="45720" numCol="1" spcCol="0" rtlCol="0" fromWordArt="0" anchor="ctr" anchorCtr="0" forceAA="0" compatLnSpc="1">
              <a:noAutofit/>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148C96"/>
                </a:solidFill>
                <a:effectLst/>
                <a:uLnTx/>
                <a:uFillTx/>
                <a:latin typeface="思源黑体 CN Bold" panose="020B0800000000000000" charset="-122"/>
                <a:ea typeface="思源黑体 CN Light" panose="020B0300000000000000" pitchFamily="34" charset="-122"/>
                <a:cs typeface="思源黑体 CN Bold" panose="020B0800000000000000" charset="-122"/>
              </a:endParaRPr>
            </a:p>
          </p:txBody>
        </p:sp>
        <p:sp>
          <p:nvSpPr>
            <p:cNvPr id="17" name="宇神PPT-9-2"/>
            <p:cNvSpPr txBox="1"/>
            <p:nvPr/>
          </p:nvSpPr>
          <p:spPr>
            <a:xfrm>
              <a:off x="1245959" y="4753194"/>
              <a:ext cx="3458845" cy="394970"/>
            </a:xfrm>
            <a:prstGeom prst="rect">
              <a:avLst/>
            </a:prstGeom>
            <a:noFill/>
          </p:spPr>
          <p:txBody>
            <a:bodyPr wrap="square">
              <a:no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zh-CN" b="0" i="0" u="none" strike="noStrike" kern="1200" cap="none" spc="0" normalizeH="0" baseline="0" noProof="0" dirty="0">
                  <a:ln>
                    <a:noFill/>
                  </a:ln>
                  <a:solidFill>
                    <a:schemeClr val="accent1">
                      <a:lumMod val="781"/>
                      <a:lumOff val="99219"/>
                    </a:schemeClr>
                  </a:solidFill>
                  <a:effectLst>
                    <a:outerShdw blurRad="38100" dist="38100" dir="2700000" algn="tl">
                      <a:schemeClr val="accent1">
                        <a:lumMod val="0"/>
                        <a:alpha val="43137"/>
                      </a:schemeClr>
                    </a:outerShdw>
                  </a:effectLst>
                  <a:uLnTx/>
                  <a:uFillTx/>
                  <a:latin typeface="思源黑体 CN Bold" panose="020B0800000000000000" charset="-122"/>
                  <a:ea typeface="思源黑体 CN Bold" panose="020B0800000000000000" charset="-122"/>
                  <a:cs typeface="思源黑体 CN Bold" panose="020B0800000000000000" charset="-122"/>
                </a:rPr>
                <a:t>李思恒</a:t>
              </a:r>
              <a:r>
                <a:rPr kumimoji="0" lang="en-US" altLang="zh-CN" b="0" i="0" u="none" strike="noStrike" kern="1200" cap="none" spc="0" normalizeH="0" baseline="0" noProof="0" dirty="0">
                  <a:ln>
                    <a:noFill/>
                  </a:ln>
                  <a:solidFill>
                    <a:schemeClr val="accent1">
                      <a:lumMod val="781"/>
                      <a:lumOff val="99219"/>
                    </a:schemeClr>
                  </a:solidFill>
                  <a:effectLst>
                    <a:outerShdw blurRad="38100" dist="38100" dir="2700000" algn="tl">
                      <a:schemeClr val="accent1">
                        <a:lumMod val="0"/>
                        <a:alpha val="43137"/>
                      </a:schemeClr>
                    </a:outerShdw>
                  </a:effectLst>
                  <a:uLnTx/>
                  <a:uFillTx/>
                  <a:latin typeface="思源黑体 CN Bold" panose="020B0800000000000000" charset="-122"/>
                  <a:ea typeface="思源黑体 CN Bold" panose="020B0800000000000000" charset="-122"/>
                  <a:cs typeface="思源黑体 CN Bold" panose="020B0800000000000000" charset="-122"/>
                </a:rPr>
                <a:t>        </a:t>
              </a:r>
              <a:r>
                <a:rPr kumimoji="0" lang="zh-CN" altLang="en-US" b="0" i="0" u="none" strike="noStrike" kern="1200" cap="none" spc="0" normalizeH="0" baseline="0" noProof="0" dirty="0">
                  <a:ln>
                    <a:noFill/>
                  </a:ln>
                  <a:solidFill>
                    <a:schemeClr val="accent1">
                      <a:lumMod val="781"/>
                      <a:lumOff val="99219"/>
                    </a:schemeClr>
                  </a:solidFill>
                  <a:effectLst>
                    <a:outerShdw blurRad="38100" dist="38100" dir="2700000" algn="tl">
                      <a:schemeClr val="accent1">
                        <a:lumMod val="0"/>
                        <a:alpha val="43137"/>
                      </a:schemeClr>
                    </a:outerShdw>
                  </a:effectLst>
                  <a:uLnTx/>
                  <a:uFillTx/>
                  <a:latin typeface="思源黑体 CN Bold" panose="020B0800000000000000" charset="-122"/>
                  <a:ea typeface="思源黑体 CN Bold" panose="020B0800000000000000" charset="-122"/>
                  <a:cs typeface="思源黑体 CN Bold" panose="020B0800000000000000" charset="-122"/>
                </a:rPr>
                <a:t>张家瑞</a:t>
              </a:r>
              <a:endParaRPr kumimoji="0" lang="zh-CN" altLang="en-US" b="0" i="0" u="none" strike="noStrike" kern="1200" cap="none" spc="0" normalizeH="0" baseline="0" noProof="0" dirty="0">
                <a:ln>
                  <a:noFill/>
                </a:ln>
                <a:solidFill>
                  <a:schemeClr val="accent1">
                    <a:lumMod val="781"/>
                    <a:lumOff val="99219"/>
                  </a:schemeClr>
                </a:solidFill>
                <a:effectLst>
                  <a:outerShdw blurRad="38100" dist="38100" dir="2700000" algn="tl">
                    <a:schemeClr val="accent1">
                      <a:lumMod val="0"/>
                      <a:alpha val="43137"/>
                    </a:schemeClr>
                  </a:outerShdw>
                </a:effectLst>
                <a:uLnTx/>
                <a:uFillTx/>
                <a:latin typeface="思源黑体 CN Bold" panose="020B0800000000000000" charset="-122"/>
                <a:ea typeface="思源黑体 CN Bold" panose="020B0800000000000000" charset="-122"/>
                <a:cs typeface="思源黑体 CN Bold" panose="020B0800000000000000" charset="-122"/>
              </a:endParaRPr>
            </a:p>
          </p:txBody>
        </p:sp>
      </p:grpSp>
      <p:sp>
        <p:nvSpPr>
          <p:cNvPr id="19" name="宇神PPT-12"/>
          <p:cNvSpPr/>
          <p:nvPr/>
        </p:nvSpPr>
        <p:spPr>
          <a:xfrm>
            <a:off x="2335264" y="348429"/>
            <a:ext cx="6679196" cy="275590"/>
          </a:xfrm>
          <a:prstGeom prst="rect">
            <a:avLst/>
          </a:prstGeom>
        </p:spPr>
        <p:txBody>
          <a:bodyPr wrap="square">
            <a:spAutoFit/>
          </a:bodyPr>
          <a:p>
            <a:pPr marL="0" marR="0" lvl="0" indent="0" algn="dist" defTabSz="9144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作家简介  </a:t>
            </a:r>
            <a:r>
              <a:rPr kumimoji="0" lang="en-US" altLang="zh-CN"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  </a:t>
            </a: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创作特色</a:t>
            </a: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  </a:t>
            </a:r>
            <a:r>
              <a:rPr kumimoji="0" lang="en-US" altLang="zh-CN"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  </a:t>
            </a: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人物评价</a:t>
            </a: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  </a:t>
            </a:r>
            <a:r>
              <a:rPr kumimoji="0" lang="en-US" altLang="zh-CN"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  </a:t>
            </a:r>
            <a:r>
              <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rPr>
              <a:t>名人名言</a:t>
            </a:r>
            <a:endParaRPr kumimoji="0" lang="zh-CN" altLang="en-US" sz="1000" b="0" i="0" u="none" strike="noStrike" kern="1200" cap="none" spc="0" normalizeH="0" baseline="0" noProof="0" dirty="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cs typeface="思源黑体 CN Bold" panose="020B08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500"/>
                                        <p:tgtEl>
                                          <p:spTgt spid="39"/>
                                        </p:tgtEl>
                                      </p:cBhvr>
                                    </p:animEffect>
                                    <p:anim calcmode="lin" valueType="num">
                                      <p:cBhvr>
                                        <p:cTn id="8" dur="500" fill="hold"/>
                                        <p:tgtEl>
                                          <p:spTgt spid="39"/>
                                        </p:tgtEl>
                                        <p:attrNameLst>
                                          <p:attrName>ppt_x</p:attrName>
                                        </p:attrNameLst>
                                      </p:cBhvr>
                                      <p:tavLst>
                                        <p:tav tm="0">
                                          <p:val>
                                            <p:strVal val="#ppt_x"/>
                                          </p:val>
                                        </p:tav>
                                        <p:tav tm="100000">
                                          <p:val>
                                            <p:strVal val="#ppt_x"/>
                                          </p:val>
                                        </p:tav>
                                      </p:tavLst>
                                    </p:anim>
                                    <p:anim calcmode="lin" valueType="num">
                                      <p:cBhvr>
                                        <p:cTn id="9" dur="500" fill="hold"/>
                                        <p:tgtEl>
                                          <p:spTgt spid="39"/>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anim calcmode="lin" valueType="num">
                                      <p:cBhvr>
                                        <p:cTn id="14" dur="500" fill="hold"/>
                                        <p:tgtEl>
                                          <p:spTgt spid="15"/>
                                        </p:tgtEl>
                                        <p:attrNameLst>
                                          <p:attrName>ppt_x</p:attrName>
                                        </p:attrNameLst>
                                      </p:cBhvr>
                                      <p:tavLst>
                                        <p:tav tm="0">
                                          <p:val>
                                            <p:strVal val="#ppt_x"/>
                                          </p:val>
                                        </p:tav>
                                        <p:tav tm="100000">
                                          <p:val>
                                            <p:strVal val="#ppt_x"/>
                                          </p:val>
                                        </p:tav>
                                      </p:tavLst>
                                    </p:anim>
                                    <p:anim calcmode="lin" valueType="num">
                                      <p:cBhvr>
                                        <p:cTn id="15"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TIMING" val="|0.564"/>
</p:tagLst>
</file>

<file path=ppt/tags/tag2.xml><?xml version="1.0" encoding="utf-8"?>
<p:tagLst xmlns:p="http://schemas.openxmlformats.org/presentationml/2006/main">
  <p:tag name="KSO_WM_DIAGRAM_VIRTUALLY_FRAME" val="{&quot;height&quot;:402.4118110236221,&quot;left&quot;:613.1903937007874,&quot;top&quot;:81.6411811023622,&quot;width&quot;:278.357874015748}"/>
</p:tagLst>
</file>

<file path=ppt/tags/tag3.xml><?xml version="1.0" encoding="utf-8"?>
<p:tagLst xmlns:p="http://schemas.openxmlformats.org/presentationml/2006/main">
  <p:tag name="KSO_WM_DIAGRAM_VIRTUALLY_FRAME" val="{&quot;height&quot;:402.4118110236221,&quot;left&quot;:613.1903937007874,&quot;top&quot;:81.6411811023622,&quot;width&quot;:278.357874015748}"/>
</p:tagLst>
</file>

<file path=ppt/tags/tag4.xml><?xml version="1.0" encoding="utf-8"?>
<p:tagLst xmlns:p="http://schemas.openxmlformats.org/presentationml/2006/main">
  <p:tag name="KSO_WM_DIAGRAM_VIRTUALLY_FRAME" val="{&quot;height&quot;:402.4118110236221,&quot;left&quot;:613.1903937007874,&quot;top&quot;:81.6411811023622,&quot;width&quot;:278.357874015748}"/>
</p:tagLst>
</file>

<file path=ppt/tags/tag5.xml><?xml version="1.0" encoding="utf-8"?>
<p:tagLst xmlns:p="http://schemas.openxmlformats.org/presentationml/2006/main">
  <p:tag name="KSO_WM_DIAGRAM_VIRTUALLY_FRAME" val="{&quot;height&quot;:402.4118110236221,&quot;left&quot;:613.1903937007874,&quot;top&quot;:81.6411811023622,&quot;width&quot;:278.357874015748}"/>
</p:tagLst>
</file>

<file path=ppt/tags/tag6.xml><?xml version="1.0" encoding="utf-8"?>
<p:tagLst xmlns:p="http://schemas.openxmlformats.org/presentationml/2006/main">
  <p:tag name="KSO_WM_DIAGRAM_VIRTUALLY_FRAME" val="{&quot;height&quot;:402.4118110236221,&quot;left&quot;:613.1903937007874,&quot;top&quot;:81.6411811023622,&quot;width&quot;:278.357874015748}"/>
</p:tagLst>
</file>

<file path=ppt/tags/tag7.xml><?xml version="1.0" encoding="utf-8"?>
<p:tagLst xmlns:p="http://schemas.openxmlformats.org/presentationml/2006/main">
  <p:tag name="KSO_WM_DIAGRAM_VIRTUALLY_FRAME" val="{&quot;height&quot;:402.4118110236221,&quot;left&quot;:613.1903937007874,&quot;top&quot;:81.6411811023622,&quot;width&quot;:278.357874015748}"/>
</p:tagLst>
</file>

<file path=ppt/tags/tag8.xml><?xml version="1.0" encoding="utf-8"?>
<p:tagLst xmlns:p="http://schemas.openxmlformats.org/presentationml/2006/main">
  <p:tag name="KSO_WM_DIAGRAM_VIRTUALLY_FRAME" val="{&quot;height&quot;:402.4118110236221,&quot;left&quot;:613.1903937007874,&quot;top&quot;:81.6411811023622,&quot;width&quot;:278.357874015748}"/>
</p:tagLst>
</file>

<file path=ppt/tags/tag9.xml><?xml version="1.0" encoding="utf-8"?>
<p:tagLst xmlns:p="http://schemas.openxmlformats.org/presentationml/2006/main">
  <p:tag name="KSO_WM_DIAGRAM_VIRTUALLY_FRAME" val="{&quot;height&quot;:402.4118110236221,&quot;left&quot;:613.1903937007874,&quot;top&quot;:81.6411811023622,&quot;width&quot;:278.357874015748}"/>
</p:tagLst>
</file>

<file path=ppt/tags/tag10.xml><?xml version="1.0" encoding="utf-8"?>
<p:tagLst xmlns:p="http://schemas.openxmlformats.org/presentationml/2006/main">
  <p:tag name="KSO_WM_DIAGRAM_VIRTUALLY_FRAME" val="{&quot;height&quot;:402.4118110236221,&quot;left&quot;:613.1903937007874,&quot;top&quot;:81.6411811023622,&quot;width&quot;:278.357874015748}"/>
</p:tagLst>
</file>

<file path=ppt/tags/tag11.xml><?xml version="1.0" encoding="utf-8"?>
<p:tagLst xmlns:p="http://schemas.openxmlformats.org/presentationml/2006/main">
  <p:tag name="KSO_WM_DIAGRAM_VIRTUALLY_FRAME" val="{&quot;height&quot;:402.4118110236221,&quot;left&quot;:613.1903937007874,&quot;top&quot;:81.6411811023622,&quot;width&quot;:278.357874015748}"/>
</p:tagLst>
</file>

<file path=ppt/tags/tag12.xml><?xml version="1.0" encoding="utf-8"?>
<p:tagLst xmlns:p="http://schemas.openxmlformats.org/presentationml/2006/main">
  <p:tag name="KSO_WM_DIAGRAM_VIRTUALLY_FRAME" val="{&quot;height&quot;:402.4118110236221,&quot;left&quot;:613.1903937007874,&quot;top&quot;:81.6411811023622,&quot;width&quot;:278.357874015748}"/>
</p:tagLst>
</file>

<file path=ppt/tags/tag13.xml><?xml version="1.0" encoding="utf-8"?>
<p:tagLst xmlns:p="http://schemas.openxmlformats.org/presentationml/2006/main">
  <p:tag name="KSO_WM_DIAGRAM_VIRTUALLY_FRAME" val="{&quot;height&quot;:402.4118110236221,&quot;left&quot;:613.1903937007874,&quot;top&quot;:81.6411811023622,&quot;width&quot;:278.357874015748}"/>
</p:tagLst>
</file>

<file path=ppt/tags/tag14.xml><?xml version="1.0" encoding="utf-8"?>
<p:tagLst xmlns:p="http://schemas.openxmlformats.org/presentationml/2006/main">
  <p:tag name="KSO_WM_DIAGRAM_VIRTUALLY_FRAME" val="{&quot;height&quot;:402.4118110236221,&quot;left&quot;:613.1903937007874,&quot;top&quot;:81.6411811023622,&quot;width&quot;:278.357874015748}"/>
</p:tagLst>
</file>

<file path=ppt/tags/tag15.xml><?xml version="1.0" encoding="utf-8"?>
<p:tagLst xmlns:p="http://schemas.openxmlformats.org/presentationml/2006/main">
  <p:tag name="KSO_WM_DIAGRAM_VIRTUALLY_FRAME" val="{&quot;height&quot;:402.4118110236221,&quot;left&quot;:613.1903937007874,&quot;top&quot;:81.6411811023622,&quot;width&quot;:278.357874015748}"/>
</p:tagLst>
</file>

<file path=ppt/tags/tag16.xml><?xml version="1.0" encoding="utf-8"?>
<p:tagLst xmlns:p="http://schemas.openxmlformats.org/presentationml/2006/main">
  <p:tag name="KSO_WM_DIAGRAM_VIRTUALLY_FRAME" val="{&quot;height&quot;:402.4118110236221,&quot;left&quot;:613.1903937007874,&quot;top&quot;:81.6411811023622,&quot;width&quot;:278.357874015748}"/>
</p:tagLst>
</file>

<file path=ppt/tags/tag17.xml><?xml version="1.0" encoding="utf-8"?>
<p:tagLst xmlns:p="http://schemas.openxmlformats.org/presentationml/2006/main">
  <p:tag name="KSO_WM_DIAGRAM_VIRTUALLY_FRAME" val="{&quot;height&quot;:402.4118110236221,&quot;left&quot;:613.1903937007874,&quot;top&quot;:81.6411811023622,&quot;width&quot;:278.357874015748}"/>
</p:tagLst>
</file>

<file path=ppt/tags/tag18.xml><?xml version="1.0" encoding="utf-8"?>
<p:tagLst xmlns:p="http://schemas.openxmlformats.org/presentationml/2006/main">
  <p:tag name="KSO_WM_DIAGRAM_VIRTUALLY_FRAME" val="{&quot;height&quot;:402.4118110236221,&quot;left&quot;:613.1903937007874,&quot;top&quot;:81.6411811023622,&quot;width&quot;:278.357874015748}"/>
</p:tagLst>
</file>

<file path=ppt/tags/tag19.xml><?xml version="1.0" encoding="utf-8"?>
<p:tagLst xmlns:p="http://schemas.openxmlformats.org/presentationml/2006/main">
  <p:tag name="KSO_WM_DIAGRAM_VIRTUALLY_FRAME" val="{&quot;height&quot;:402.4118110236221,&quot;left&quot;:613.1903937007874,&quot;top&quot;:81.6411811023622,&quot;width&quot;:278.357874015748}"/>
</p:tagLst>
</file>

<file path=ppt/tags/tag20.xml><?xml version="1.0" encoding="utf-8"?>
<p:tagLst xmlns:p="http://schemas.openxmlformats.org/presentationml/2006/main">
  <p:tag name="KSO_WM_DIAGRAM_VIRTUALLY_FRAME" val="{&quot;height&quot;:402.4118110236221,&quot;left&quot;:613.1903937007874,&quot;top&quot;:81.6411811023622,&quot;width&quot;:278.357874015748}"/>
</p:tagLst>
</file>

<file path=ppt/tags/tag21.xml><?xml version="1.0" encoding="utf-8"?>
<p:tagLst xmlns:p="http://schemas.openxmlformats.org/presentationml/2006/main">
  <p:tag name="KSO_WM_DIAGRAM_VIRTUALLY_FRAME" val="{&quot;height&quot;:402.4118110236221,&quot;left&quot;:613.1903937007874,&quot;top&quot;:81.6411811023622,&quot;width&quot;:278.357874015748}"/>
</p:tagLst>
</file>

<file path=ppt/tags/tag22.xml><?xml version="1.0" encoding="utf-8"?>
<p:tagLst xmlns:p="http://schemas.openxmlformats.org/presentationml/2006/main">
  <p:tag name="KSO_WM_DIAGRAM_VIRTUALLY_FRAME" val="{&quot;height&quot;:402.4118110236221,&quot;left&quot;:613.1903937007874,&quot;top&quot;:81.6411811023622,&quot;width&quot;:278.357874015748}"/>
</p:tagLst>
</file>

<file path=ppt/tags/tag23.xml><?xml version="1.0" encoding="utf-8"?>
<p:tagLst xmlns:p="http://schemas.openxmlformats.org/presentationml/2006/main">
  <p:tag name="KSO_WM_DIAGRAM_VIRTUALLY_FRAME" val="{&quot;height&quot;:402.4118110236221,&quot;left&quot;:613.1903937007874,&quot;top&quot;:81.6411811023622,&quot;width&quot;:278.357874015748}"/>
</p:tagLst>
</file>

<file path=ppt/tags/tag24.xml><?xml version="1.0" encoding="utf-8"?>
<p:tagLst xmlns:p="http://schemas.openxmlformats.org/presentationml/2006/main">
  <p:tag name="KSO_WM_DIAGRAM_VIRTUALLY_FRAME" val="{&quot;height&quot;:402.4118110236221,&quot;left&quot;:613.1903937007874,&quot;top&quot;:81.6411811023622,&quot;width&quot;:278.357874015748}"/>
</p:tagLst>
</file>

<file path=ppt/tags/tag25.xml><?xml version="1.0" encoding="utf-8"?>
<p:tagLst xmlns:p="http://schemas.openxmlformats.org/presentationml/2006/main">
  <p:tag name="KSO_WM_DIAGRAM_VIRTUALLY_FRAME" val="{&quot;height&quot;:402.4118110236221,&quot;left&quot;:613.1903937007874,&quot;top&quot;:81.6411811023622,&quot;width&quot;:278.357874015748}"/>
</p:tagLst>
</file>

<file path=ppt/tags/tag26.xml><?xml version="1.0" encoding="utf-8"?>
<p:tagLst xmlns:p="http://schemas.openxmlformats.org/presentationml/2006/main">
  <p:tag name="KSO_WM_DIAGRAM_VIRTUALLY_FRAME" val="{&quot;height&quot;:283.6032283464568,&quot;left&quot;:79.48566929133858,&quot;top&quot;:240.19582677165354,&quot;width&quot;:803.8}"/>
</p:tagLst>
</file>

<file path=ppt/tags/tag27.xml><?xml version="1.0" encoding="utf-8"?>
<p:tagLst xmlns:p="http://schemas.openxmlformats.org/presentationml/2006/main">
  <p:tag name="KSO_WM_DIAGRAM_VIRTUALLY_FRAME" val="{&quot;height&quot;:283.6032283464568,&quot;left&quot;:79.48566929133858,&quot;top&quot;:240.19582677165354,&quot;width&quot;:803.8}"/>
</p:tagLst>
</file>

<file path=ppt/tags/tag28.xml><?xml version="1.0" encoding="utf-8"?>
<p:tagLst xmlns:p="http://schemas.openxmlformats.org/presentationml/2006/main">
  <p:tag name="KSO_WM_DIAGRAM_VIRTUALLY_FRAME" val="{&quot;height&quot;:283.6032283464568,&quot;left&quot;:79.48566929133858,&quot;top&quot;:240.19582677165354,&quot;width&quot;:803.8}"/>
</p:tagLst>
</file>

<file path=ppt/tags/tag29.xml><?xml version="1.0" encoding="utf-8"?>
<p:tagLst xmlns:p="http://schemas.openxmlformats.org/presentationml/2006/main">
  <p:tag name="KSO_WM_DIAGRAM_VIRTUALLY_FRAME" val="{&quot;height&quot;:283.6032283464568,&quot;left&quot;:79.48566929133858,&quot;top&quot;:240.19582677165354,&quot;width&quot;:803.8}"/>
</p:tagLst>
</file>

<file path=ppt/tags/tag30.xml><?xml version="1.0" encoding="utf-8"?>
<p:tagLst xmlns:p="http://schemas.openxmlformats.org/presentationml/2006/main">
  <p:tag name="KSO_WM_DIAGRAM_VIRTUALLY_FRAME" val="{&quot;height&quot;:283.6032283464568,&quot;left&quot;:79.48566929133858,&quot;top&quot;:240.19582677165354,&quot;width&quot;:803.8}"/>
</p:tagLst>
</file>

<file path=ppt/tags/tag31.xml><?xml version="1.0" encoding="utf-8"?>
<p:tagLst xmlns:p="http://schemas.openxmlformats.org/presentationml/2006/main">
  <p:tag name="KSO_WM_DIAGRAM_VIRTUALLY_FRAME" val="{&quot;height&quot;:283.6032283464568,&quot;left&quot;:79.48566929133858,&quot;top&quot;:240.19582677165354,&quot;width&quot;:803.8}"/>
</p:tagLst>
</file>

<file path=ppt/tags/tag32.xml><?xml version="1.0" encoding="utf-8"?>
<p:tagLst xmlns:p="http://schemas.openxmlformats.org/presentationml/2006/main">
  <p:tag name="KSO_WM_DIAGRAM_VIRTUALLY_FRAME" val="{&quot;height&quot;:283.6032283464568,&quot;left&quot;:79.48566929133858,&quot;top&quot;:240.19582677165354,&quot;width&quot;:803.8}"/>
</p:tagLst>
</file>

<file path=ppt/tags/tag33.xml><?xml version="1.0" encoding="utf-8"?>
<p:tagLst xmlns:p="http://schemas.openxmlformats.org/presentationml/2006/main">
  <p:tag name="KSO_WM_DIAGRAM_VIRTUALLY_FRAME" val="{&quot;height&quot;:283.6032283464568,&quot;left&quot;:79.48566929133858,&quot;top&quot;:240.19582677165354,&quot;width&quot;:803.8}"/>
</p:tagLst>
</file>

<file path=ppt/tags/tag34.xml><?xml version="1.0" encoding="utf-8"?>
<p:tagLst xmlns:p="http://schemas.openxmlformats.org/presentationml/2006/main">
  <p:tag name="KSO_WM_DIAGRAM_VIRTUALLY_FRAME" val="{&quot;height&quot;:283.6032283464568,&quot;left&quot;:79.48566929133858,&quot;top&quot;:240.19582677165354,&quot;width&quot;:803.8}"/>
</p:tagLst>
</file>

<file path=ppt/tags/tag35.xml><?xml version="1.0" encoding="utf-8"?>
<p:tagLst xmlns:p="http://schemas.openxmlformats.org/presentationml/2006/main">
  <p:tag name="KSO_WM_DIAGRAM_VIRTUALLY_FRAME" val="{&quot;height&quot;:283.6032283464568,&quot;left&quot;:79.48566929133858,&quot;top&quot;:240.19582677165354,&quot;width&quot;:803.8}"/>
</p:tagLst>
</file>

<file path=ppt/tags/tag36.xml><?xml version="1.0" encoding="utf-8"?>
<p:tagLst xmlns:p="http://schemas.openxmlformats.org/presentationml/2006/main">
  <p:tag name="KSO_WM_DIAGRAM_VIRTUALLY_FRAME" val="{&quot;height&quot;:283.6032283464568,&quot;left&quot;:79.48566929133858,&quot;top&quot;:240.19582677165354,&quot;width&quot;:803.8}"/>
</p:tagLst>
</file>

<file path=ppt/tags/tag37.xml><?xml version="1.0" encoding="utf-8"?>
<p:tagLst xmlns:p="http://schemas.openxmlformats.org/presentationml/2006/main">
  <p:tag name="KSO_WM_DIAGRAM_VIRTUALLY_FRAME" val="{&quot;height&quot;:283.6032283464568,&quot;left&quot;:79.48566929133858,&quot;top&quot;:240.19582677165354,&quot;width&quot;:803.8}"/>
</p:tagLst>
</file>

<file path=ppt/tags/tag38.xml><?xml version="1.0" encoding="utf-8"?>
<p:tagLst xmlns:p="http://schemas.openxmlformats.org/presentationml/2006/main">
  <p:tag name="KSO_WM_DIAGRAM_VIRTUALLY_FRAME" val="{&quot;height&quot;:283.6032283464568,&quot;left&quot;:79.48566929133858,&quot;top&quot;:240.19582677165354,&quot;width&quot;:803.8}"/>
</p:tagLst>
</file>

<file path=ppt/tags/tag39.xml><?xml version="1.0" encoding="utf-8"?>
<p:tagLst xmlns:p="http://schemas.openxmlformats.org/presentationml/2006/main">
  <p:tag name="KSO_WM_DIAGRAM_VIRTUALLY_FRAME" val="{&quot;height&quot;:283.6032283464568,&quot;left&quot;:79.48566929133858,&quot;top&quot;:240.19582677165354,&quot;width&quot;:803.8}"/>
</p:tagLst>
</file>

<file path=ppt/tags/tag40.xml><?xml version="1.0" encoding="utf-8"?>
<p:tagLst xmlns:p="http://schemas.openxmlformats.org/presentationml/2006/main">
  <p:tag name="KSO_WM_DIAGRAM_VIRTUALLY_FRAME" val="{&quot;height&quot;:283.6032283464568,&quot;left&quot;:79.48566929133858,&quot;top&quot;:240.19582677165354,&quot;width&quot;:803.8}"/>
</p:tagLst>
</file>

<file path=ppt/tags/tag41.xml><?xml version="1.0" encoding="utf-8"?>
<p:tagLst xmlns:p="http://schemas.openxmlformats.org/presentationml/2006/main">
  <p:tag name="KSO_WM_DIAGRAM_VIRTUALLY_FRAME" val="{&quot;height&quot;:283.6032283464568,&quot;left&quot;:79.48566929133858,&quot;top&quot;:240.19582677165354,&quot;width&quot;:803.8}"/>
</p:tagLst>
</file>

<file path=ppt/tags/tag42.xml><?xml version="1.0" encoding="utf-8"?>
<p:tagLst xmlns:p="http://schemas.openxmlformats.org/presentationml/2006/main">
  <p:tag name="TIMING" val="|1.057"/>
</p:tagLst>
</file>

<file path=ppt/tags/tag43.xml><?xml version="1.0" encoding="utf-8"?>
<p:tagLst xmlns:p="http://schemas.openxmlformats.org/presentationml/2006/main">
  <p:tag name="KSO_WM_DIAGRAM_VIRTUALLY_FRAME" val="{&quot;height&quot;:413.82716535433065,&quot;left&quot;:71.51110236220472,&quot;top&quot;:109.76448818897639,&quot;width&quot;:816.1574015748031}"/>
</p:tagLst>
</file>

<file path=ppt/tags/tag44.xml><?xml version="1.0" encoding="utf-8"?>
<p:tagLst xmlns:p="http://schemas.openxmlformats.org/presentationml/2006/main">
  <p:tag name="KSO_WM_DIAGRAM_VIRTUALLY_FRAME" val="{&quot;height&quot;:413.82716535433065,&quot;left&quot;:71.51110236220472,&quot;top&quot;:109.76448818897639,&quot;width&quot;:816.1574015748031}"/>
</p:tagLst>
</file>

<file path=ppt/tags/tag45.xml><?xml version="1.0" encoding="utf-8"?>
<p:tagLst xmlns:p="http://schemas.openxmlformats.org/presentationml/2006/main">
  <p:tag name="KSO_WM_DIAGRAM_VIRTUALLY_FRAME" val="{&quot;height&quot;:413.82716535433065,&quot;left&quot;:71.51110236220472,&quot;top&quot;:109.76448818897639,&quot;width&quot;:816.1574015748031}"/>
</p:tagLst>
</file>

<file path=ppt/tags/tag46.xml><?xml version="1.0" encoding="utf-8"?>
<p:tagLst xmlns:p="http://schemas.openxmlformats.org/presentationml/2006/main">
  <p:tag name="KSO_WM_DIAGRAM_VIRTUALLY_FRAME" val="{&quot;height&quot;:413.82716535433065,&quot;left&quot;:71.51110236220472,&quot;top&quot;:109.76448818897639,&quot;width&quot;:816.1574015748031}"/>
</p:tagLst>
</file>

<file path=ppt/tags/tag47.xml><?xml version="1.0" encoding="utf-8"?>
<p:tagLst xmlns:p="http://schemas.openxmlformats.org/presentationml/2006/main">
  <p:tag name="KSO_WM_DIAGRAM_VIRTUALLY_FRAME" val="{&quot;height&quot;:413.82716535433065,&quot;left&quot;:71.51110236220472,&quot;top&quot;:109.76448818897639,&quot;width&quot;:816.1574015748031}"/>
</p:tagLst>
</file>

<file path=ppt/tags/tag48.xml><?xml version="1.0" encoding="utf-8"?>
<p:tagLst xmlns:p="http://schemas.openxmlformats.org/presentationml/2006/main">
  <p:tag name="KSO_WM_DIAGRAM_VIRTUALLY_FRAME" val="{&quot;height&quot;:413.82716535433065,&quot;left&quot;:71.51110236220472,&quot;top&quot;:109.76448818897639,&quot;width&quot;:816.1574015748031}"/>
</p:tagLst>
</file>

<file path=ppt/tags/tag49.xml><?xml version="1.0" encoding="utf-8"?>
<p:tagLst xmlns:p="http://schemas.openxmlformats.org/presentationml/2006/main">
  <p:tag name="KSO_WM_DIAGRAM_VIRTUALLY_FRAME" val="{&quot;height&quot;:413.82716535433065,&quot;left&quot;:71.51110236220472,&quot;top&quot;:109.76448818897639,&quot;width&quot;:816.1574015748031}"/>
</p:tagLst>
</file>

<file path=ppt/tags/tag50.xml><?xml version="1.0" encoding="utf-8"?>
<p:tagLst xmlns:p="http://schemas.openxmlformats.org/presentationml/2006/main">
  <p:tag name="KSO_WM_DIAGRAM_VIRTUALLY_FRAME" val="{&quot;height&quot;:413.82716535433065,&quot;left&quot;:71.51110236220472,&quot;top&quot;:109.76448818897639,&quot;width&quot;:816.1574015748031}"/>
</p:tagLst>
</file>

<file path=ppt/tags/tag51.xml><?xml version="1.0" encoding="utf-8"?>
<p:tagLst xmlns:p="http://schemas.openxmlformats.org/presentationml/2006/main">
  <p:tag name="KSO_WM_DIAGRAM_VIRTUALLY_FRAME" val="{&quot;height&quot;:413.82716535433065,&quot;left&quot;:71.51110236220472,&quot;top&quot;:109.76448818897639,&quot;width&quot;:816.1574015748031}"/>
</p:tagLst>
</file>

<file path=ppt/tags/tag52.xml><?xml version="1.0" encoding="utf-8"?>
<p:tagLst xmlns:p="http://schemas.openxmlformats.org/presentationml/2006/main">
  <p:tag name="KSO_WM_DIAGRAM_VIRTUALLY_FRAME" val="{&quot;height&quot;:413.82716535433065,&quot;left&quot;:71.51110236220472,&quot;top&quot;:109.76448818897639,&quot;width&quot;:816.1574015748031}"/>
</p:tagLst>
</file>

<file path=ppt/tags/tag53.xml><?xml version="1.0" encoding="utf-8"?>
<p:tagLst xmlns:p="http://schemas.openxmlformats.org/presentationml/2006/main">
  <p:tag name="KSO_WM_DIAGRAM_VIRTUALLY_FRAME" val="{&quot;height&quot;:413.82716535433065,&quot;left&quot;:71.51110236220472,&quot;top&quot;:109.76448818897639,&quot;width&quot;:816.1574015748031}"/>
</p:tagLst>
</file>

<file path=ppt/tags/tag54.xml><?xml version="1.0" encoding="utf-8"?>
<p:tagLst xmlns:p="http://schemas.openxmlformats.org/presentationml/2006/main">
  <p:tag name="KSO_WM_DIAGRAM_VIRTUALLY_FRAME" val="{&quot;height&quot;:413.82716535433065,&quot;left&quot;:71.51110236220472,&quot;top&quot;:109.76448818897639,&quot;width&quot;:816.1574015748031}"/>
</p:tagLst>
</file>

<file path=ppt/tags/tag55.xml><?xml version="1.0" encoding="utf-8"?>
<p:tagLst xmlns:p="http://schemas.openxmlformats.org/presentationml/2006/main">
  <p:tag name="KSO_WM_DIAGRAM_VIRTUALLY_FRAME" val="{&quot;height&quot;:413.82716535433065,&quot;left&quot;:71.51110236220472,&quot;top&quot;:109.76448818897639,&quot;width&quot;:816.1574015748031}"/>
</p:tagLst>
</file>

<file path=ppt/tags/tag56.xml><?xml version="1.0" encoding="utf-8"?>
<p:tagLst xmlns:p="http://schemas.openxmlformats.org/presentationml/2006/main">
  <p:tag name="KSO_WM_DIAGRAM_VIRTUALLY_FRAME" val="{&quot;height&quot;:413.82716535433065,&quot;left&quot;:71.51110236220472,&quot;top&quot;:109.76448818897639,&quot;width&quot;:816.1574015748031}"/>
</p:tagLst>
</file>

<file path=ppt/tags/tag57.xml><?xml version="1.0" encoding="utf-8"?>
<p:tagLst xmlns:p="http://schemas.openxmlformats.org/presentationml/2006/main">
  <p:tag name="KSO_WM_DIAGRAM_VIRTUALLY_FRAME" val="{&quot;height&quot;:413.82716535433065,&quot;left&quot;:71.51110236220472,&quot;top&quot;:109.76448818897639,&quot;width&quot;:816.1574015748031}"/>
</p:tagLst>
</file>

<file path=ppt/tags/tag58.xml><?xml version="1.0" encoding="utf-8"?>
<p:tagLst xmlns:p="http://schemas.openxmlformats.org/presentationml/2006/main">
  <p:tag name="KSO_WM_DIAGRAM_VIRTUALLY_FRAME" val="{&quot;height&quot;:413.82716535433065,&quot;left&quot;:71.51110236220472,&quot;top&quot;:109.76448818897639,&quot;width&quot;:816.1574015748031}"/>
</p:tagLst>
</file>

<file path=ppt/tags/tag59.xml><?xml version="1.0" encoding="utf-8"?>
<p:tagLst xmlns:p="http://schemas.openxmlformats.org/presentationml/2006/main">
  <p:tag name="KSO_WM_DIAGRAM_VIRTUALLY_FRAME" val="{&quot;height&quot;:413.82716535433065,&quot;left&quot;:71.51110236220472,&quot;top&quot;:109.76448818897639,&quot;width&quot;:816.1574015748031}"/>
</p:tagLst>
</file>

<file path=ppt/tags/tag60.xml><?xml version="1.0" encoding="utf-8"?>
<p:tagLst xmlns:p="http://schemas.openxmlformats.org/presentationml/2006/main">
  <p:tag name="KSO_WM_DIAGRAM_VIRTUALLY_FRAME" val="{&quot;height&quot;:413.82716535433065,&quot;left&quot;:71.51110236220472,&quot;top&quot;:109.76448818897639,&quot;width&quot;:816.1574015748031}"/>
</p:tagLst>
</file>

<file path=ppt/tags/tag61.xml><?xml version="1.0" encoding="utf-8"?>
<p:tagLst xmlns:p="http://schemas.openxmlformats.org/presentationml/2006/main">
  <p:tag name="KSO_WM_DIAGRAM_VIRTUALLY_FRAME" val="{&quot;height&quot;:413.82716535433065,&quot;left&quot;:71.51110236220472,&quot;top&quot;:109.76448818897639,&quot;width&quot;:816.1574015748031}"/>
</p:tagLst>
</file>

<file path=ppt/tags/tag62.xml><?xml version="1.0" encoding="utf-8"?>
<p:tagLst xmlns:p="http://schemas.openxmlformats.org/presentationml/2006/main">
  <p:tag name="KSO_WM_DIAGRAM_VIRTUALLY_FRAME" val="{&quot;height&quot;:413.82716535433065,&quot;left&quot;:71.51110236220472,&quot;top&quot;:109.76448818897639,&quot;width&quot;:816.1574015748031}"/>
</p:tagLst>
</file>

<file path=ppt/tags/tag63.xml><?xml version="1.0" encoding="utf-8"?>
<p:tagLst xmlns:p="http://schemas.openxmlformats.org/presentationml/2006/main">
  <p:tag name="KSO_WM_DIAGRAM_VIRTUALLY_FRAME" val="{&quot;height&quot;:444.12,&quot;left&quot;:56.82086614173229,&quot;top&quot;:101.09503937007874,&quot;width&quot;:647.9291338582677}"/>
</p:tagLst>
</file>

<file path=ppt/tags/tag64.xml><?xml version="1.0" encoding="utf-8"?>
<p:tagLst xmlns:p="http://schemas.openxmlformats.org/presentationml/2006/main">
  <p:tag name="KSO_WM_DIAGRAM_VIRTUALLY_FRAME" val="{&quot;height&quot;:444.12,&quot;left&quot;:56.82086614173229,&quot;top&quot;:101.09503937007874,&quot;width&quot;:647.9291338582677}"/>
</p:tagLst>
</file>

<file path=ppt/tags/tag65.xml><?xml version="1.0" encoding="utf-8"?>
<p:tagLst xmlns:p="http://schemas.openxmlformats.org/presentationml/2006/main">
  <p:tag name="KSO_WM_DIAGRAM_VIRTUALLY_FRAME" val="{&quot;height&quot;:444.12,&quot;left&quot;:56.82086614173229,&quot;top&quot;:101.09503937007874,&quot;width&quot;:647.9291338582677}"/>
</p:tagLst>
</file>

<file path=ppt/tags/tag66.xml><?xml version="1.0" encoding="utf-8"?>
<p:tagLst xmlns:p="http://schemas.openxmlformats.org/presentationml/2006/main">
  <p:tag name="KSO_WM_DIAGRAM_VIRTUALLY_FRAME" val="{&quot;height&quot;:444.12,&quot;left&quot;:56.82086614173229,&quot;top&quot;:101.09503937007874,&quot;width&quot;:647.9291338582677}"/>
</p:tagLst>
</file>

<file path=ppt/tags/tag67.xml><?xml version="1.0" encoding="utf-8"?>
<p:tagLst xmlns:p="http://schemas.openxmlformats.org/presentationml/2006/main">
  <p:tag name="KSO_WM_DIAGRAM_VIRTUALLY_FRAME" val="{&quot;height&quot;:444.12,&quot;left&quot;:56.82086614173229,&quot;top&quot;:101.09503937007874,&quot;width&quot;:647.9291338582677}"/>
</p:tagLst>
</file>

<file path=ppt/tags/tag68.xml><?xml version="1.0" encoding="utf-8"?>
<p:tagLst xmlns:p="http://schemas.openxmlformats.org/presentationml/2006/main">
  <p:tag name="KSO_WM_DIAGRAM_VIRTUALLY_FRAME" val="{&quot;height&quot;:444.12,&quot;left&quot;:56.82086614173229,&quot;top&quot;:101.09503937007874,&quot;width&quot;:647.9291338582677}"/>
</p:tagLst>
</file>

<file path=ppt/tags/tag69.xml><?xml version="1.0" encoding="utf-8"?>
<p:tagLst xmlns:p="http://schemas.openxmlformats.org/presentationml/2006/main">
  <p:tag name="KSO_WM_DIAGRAM_VIRTUALLY_FRAME" val="{&quot;height&quot;:444.12,&quot;left&quot;:56.82086614173229,&quot;top&quot;:101.09503937007874,&quot;width&quot;:647.9291338582677}"/>
</p:tagLst>
</file>

<file path=ppt/tags/tag70.xml><?xml version="1.0" encoding="utf-8"?>
<p:tagLst xmlns:p="http://schemas.openxmlformats.org/presentationml/2006/main">
  <p:tag name="KSO_WM_DIAGRAM_VIRTUALLY_FRAME" val="{&quot;height&quot;:444.12,&quot;left&quot;:56.82086614173229,&quot;top&quot;:101.09503937007874,&quot;width&quot;:647.9291338582677}"/>
</p:tagLst>
</file>

<file path=ppt/tags/tag71.xml><?xml version="1.0" encoding="utf-8"?>
<p:tagLst xmlns:p="http://schemas.openxmlformats.org/presentationml/2006/main">
  <p:tag name="KSO_WM_DIAGRAM_VIRTUALLY_FRAME" val="{&quot;height&quot;:444.12,&quot;left&quot;:56.82086614173229,&quot;top&quot;:101.09503937007874,&quot;width&quot;:647.9291338582677}"/>
</p:tagLst>
</file>

<file path=ppt/tags/tag72.xml><?xml version="1.0" encoding="utf-8"?>
<p:tagLst xmlns:p="http://schemas.openxmlformats.org/presentationml/2006/main">
  <p:tag name="KSO_WM_DIAGRAM_VIRTUALLY_FRAME" val="{&quot;height&quot;:444.12,&quot;left&quot;:56.82086614173229,&quot;top&quot;:101.09503937007874,&quot;width&quot;:647.9291338582677}"/>
</p:tagLst>
</file>

<file path=ppt/tags/tag73.xml><?xml version="1.0" encoding="utf-8"?>
<p:tagLst xmlns:p="http://schemas.openxmlformats.org/presentationml/2006/main">
  <p:tag name="KSO_WM_DIAGRAM_VIRTUALLY_FRAME" val="{&quot;height&quot;:444.12,&quot;left&quot;:56.82086614173229,&quot;top&quot;:101.09503937007874,&quot;width&quot;:647.9291338582677}"/>
</p:tagLst>
</file>

<file path=ppt/tags/tag74.xml><?xml version="1.0" encoding="utf-8"?>
<p:tagLst xmlns:p="http://schemas.openxmlformats.org/presentationml/2006/main">
  <p:tag name="KSO_WM_DIAGRAM_VIRTUALLY_FRAME" val="{&quot;height&quot;:444.12,&quot;left&quot;:56.82086614173229,&quot;top&quot;:101.09503937007874,&quot;width&quot;:647.9291338582677}"/>
</p:tagLst>
</file>

<file path=ppt/tags/tag75.xml><?xml version="1.0" encoding="utf-8"?>
<p:tagLst xmlns:p="http://schemas.openxmlformats.org/presentationml/2006/main">
  <p:tag name="commondata" val="eyJjb3VudCI6NjgsImhkaWQiOiI3NTAwMjZiM2NjMTZjNTIyNDg4MmZiZGVjYThmYjUzOCIsInVzZXJDb3VudCI6Njh9"/>
</p:tagLst>
</file>

<file path=ppt/theme/theme1.xml><?xml version="1.0" encoding="utf-8"?>
<a:theme xmlns:a="http://schemas.openxmlformats.org/drawingml/2006/main" name="Office 主题​​">
  <a:themeElements>
    <a:clrScheme name="稻壳1.6-140">
      <a:dk1>
        <a:srgbClr val="000000"/>
      </a:dk1>
      <a:lt1>
        <a:srgbClr val="FFFFFF"/>
      </a:lt1>
      <a:dk2>
        <a:srgbClr val="44546A"/>
      </a:dk2>
      <a:lt2>
        <a:srgbClr val="E7E6E6"/>
      </a:lt2>
      <a:accent1>
        <a:srgbClr val="E56758"/>
      </a:accent1>
      <a:accent2>
        <a:srgbClr val="8C127D"/>
      </a:accent2>
      <a:accent3>
        <a:srgbClr val="FFC000"/>
      </a:accent3>
      <a:accent4>
        <a:srgbClr val="B7472A"/>
      </a:accent4>
      <a:accent5>
        <a:srgbClr val="5B9BD5"/>
      </a:accent5>
      <a:accent6>
        <a:srgbClr val="70AD47"/>
      </a:accent6>
      <a:hlink>
        <a:srgbClr val="0563C1"/>
      </a:hlink>
      <a:folHlink>
        <a:srgbClr val="954F72"/>
      </a:folHlink>
    </a:clrScheme>
    <a:fontScheme name="自定义 3">
      <a:majorFont>
        <a:latin typeface="思源黑体 CN Bold"/>
        <a:ea typeface="思源黑体 CN Bold"/>
        <a:cs typeface=""/>
      </a:majorFont>
      <a:minorFont>
        <a:latin typeface="思源黑体 CN Bold"/>
        <a:ea typeface="思源黑体 CN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CN Bold"/>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Bold"/>
        <a:ea typeface=""/>
        <a:cs typeface=""/>
        <a:font script="Jpan" typeface="ＭＳ Ｐゴシック"/>
        <a:font script="Hang" typeface="맑은 고딕"/>
        <a:font script="Hans" typeface="思源黑体 CN Bold"/>
        <a:font script="Hant" typeface="新細明體"/>
        <a:font script="Arab" typeface="思源黑体 CN Bold"/>
        <a:font script="Hebr" typeface="思源黑体 CN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Bold"/>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CN Bold"/>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Bold"/>
        <a:ea typeface=""/>
        <a:cs typeface=""/>
        <a:font script="Jpan" typeface="ＭＳ Ｐゴシック"/>
        <a:font script="Hang" typeface="맑은 고딕"/>
        <a:font script="Hans" typeface="思源黑体 CN Bold"/>
        <a:font script="Hant" typeface="新細明體"/>
        <a:font script="Arab" typeface="思源黑体 CN Bold"/>
        <a:font script="Hebr" typeface="思源黑体 CN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Bold"/>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3890</Words>
  <Application>WPS 演示</Application>
  <PresentationFormat>宽屏</PresentationFormat>
  <Paragraphs>349</Paragraphs>
  <Slides>21</Slides>
  <Notes>0</Notes>
  <HiddenSlides>1</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21</vt:i4>
      </vt:variant>
    </vt:vector>
  </HeadingPairs>
  <TitlesOfParts>
    <vt:vector size="32" baseType="lpstr">
      <vt:lpstr>Arial</vt:lpstr>
      <vt:lpstr>宋体</vt:lpstr>
      <vt:lpstr>Wingdings</vt:lpstr>
      <vt:lpstr>思源黑体 CN Bold</vt:lpstr>
      <vt:lpstr>思源黑体 CN Light</vt:lpstr>
      <vt:lpstr>汉仪书魂体简</vt:lpstr>
      <vt:lpstr>汉仪许静行楷W</vt:lpstr>
      <vt:lpstr>Calibri</vt:lpstr>
      <vt:lpstr>微软雅黑</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刘 宇</dc:creator>
  <cp:lastModifiedBy>Jamhar</cp:lastModifiedBy>
  <cp:revision>134</cp:revision>
  <dcterms:created xsi:type="dcterms:W3CDTF">2022-04-25T09:17:00Z</dcterms:created>
  <dcterms:modified xsi:type="dcterms:W3CDTF">2024-06-05T14:41:42Z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F978EC90144E45AEAE2643BC5AF7677E_12</vt:lpwstr>
  </property>
  <property fmtid="{D5CDD505-2E9C-101B-9397-08002B2CF9AE}" pid="3" name="KSOProductBuildVer">
    <vt:lpwstr>2052-12.1.0.16929</vt:lpwstr>
  </property>
  <property fmtid="{D5CDD505-2E9C-101B-9397-08002B2CF9AE}" pid="4" name="KSOTemplateUUID">
    <vt:lpwstr>v1.0_mb_RnkliMdp7suIZpsp8r1hzg==</vt:lpwstr>
  </property>
</Properties>
</file>